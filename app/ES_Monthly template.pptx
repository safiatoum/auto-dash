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notesSlides/notesSlide12.xml" ContentType="application/vnd.openxmlformats-officedocument.presentationml.notesSlide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notesSlides/notesSlide13.xml" ContentType="application/vnd.openxmlformats-officedocument.presentationml.notesSlide+xml"/>
  <Override PartName="/ppt/tags/tag5.xml" ContentType="application/vnd.openxmlformats-officedocument.presentationml.tags+xml"/>
  <Override PartName="/ppt/notesSlides/notesSlide1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4"/>
  </p:sldMasterIdLst>
  <p:notesMasterIdLst>
    <p:notesMasterId r:id="rId73"/>
  </p:notesMasterIdLst>
  <p:handoutMasterIdLst>
    <p:handoutMasterId r:id="rId74"/>
  </p:handoutMasterIdLst>
  <p:sldIdLst>
    <p:sldId id="1262" r:id="rId5"/>
    <p:sldId id="2147473080" r:id="rId6"/>
    <p:sldId id="2147472962" r:id="rId7"/>
    <p:sldId id="2147472836" r:id="rId8"/>
    <p:sldId id="2147473077" r:id="rId9"/>
    <p:sldId id="2147472903" r:id="rId10"/>
    <p:sldId id="2147472918" r:id="rId11"/>
    <p:sldId id="2147472868" r:id="rId12"/>
    <p:sldId id="2147473066" r:id="rId13"/>
    <p:sldId id="2147473067" r:id="rId14"/>
    <p:sldId id="2147473050" r:id="rId15"/>
    <p:sldId id="2147473059" r:id="rId16"/>
    <p:sldId id="2147473078" r:id="rId17"/>
    <p:sldId id="2147473064" r:id="rId18"/>
    <p:sldId id="2147472937" r:id="rId19"/>
    <p:sldId id="2147472938" r:id="rId20"/>
    <p:sldId id="2147473079" r:id="rId21"/>
    <p:sldId id="2147472843" r:id="rId22"/>
    <p:sldId id="2147472845" r:id="rId23"/>
    <p:sldId id="2147472919" r:id="rId24"/>
    <p:sldId id="2147472961" r:id="rId25"/>
    <p:sldId id="2147473084" r:id="rId26"/>
    <p:sldId id="2147473085" r:id="rId27"/>
    <p:sldId id="2147473086" r:id="rId28"/>
    <p:sldId id="2147473087" r:id="rId29"/>
    <p:sldId id="2147473088" r:id="rId30"/>
    <p:sldId id="2147473089" r:id="rId31"/>
    <p:sldId id="2147473090" r:id="rId32"/>
    <p:sldId id="2147473091" r:id="rId33"/>
    <p:sldId id="2147473092" r:id="rId34"/>
    <p:sldId id="2147473093" r:id="rId35"/>
    <p:sldId id="2147473094" r:id="rId36"/>
    <p:sldId id="2147473095" r:id="rId37"/>
    <p:sldId id="2147473096" r:id="rId38"/>
    <p:sldId id="2147473097" r:id="rId39"/>
    <p:sldId id="2147473098" r:id="rId40"/>
    <p:sldId id="2147473099" r:id="rId41"/>
    <p:sldId id="2147473108" r:id="rId42"/>
    <p:sldId id="2147473109" r:id="rId43"/>
    <p:sldId id="2147473110" r:id="rId44"/>
    <p:sldId id="2147473111" r:id="rId45"/>
    <p:sldId id="2147473100" r:id="rId46"/>
    <p:sldId id="2147473101" r:id="rId47"/>
    <p:sldId id="2147473102" r:id="rId48"/>
    <p:sldId id="2147473103" r:id="rId49"/>
    <p:sldId id="2147473104" r:id="rId50"/>
    <p:sldId id="2147473105" r:id="rId51"/>
    <p:sldId id="2147473106" r:id="rId52"/>
    <p:sldId id="2147473107" r:id="rId53"/>
    <p:sldId id="2147473112" r:id="rId54"/>
    <p:sldId id="2147473113" r:id="rId55"/>
    <p:sldId id="2147473114" r:id="rId56"/>
    <p:sldId id="2147473115" r:id="rId57"/>
    <p:sldId id="2147473081" r:id="rId58"/>
    <p:sldId id="1833" r:id="rId59"/>
    <p:sldId id="2147472873" r:id="rId60"/>
    <p:sldId id="2147472945" r:id="rId61"/>
    <p:sldId id="2147472947" r:id="rId62"/>
    <p:sldId id="2147473082" r:id="rId63"/>
    <p:sldId id="2147472954" r:id="rId64"/>
    <p:sldId id="2147472957" r:id="rId65"/>
    <p:sldId id="2147472955" r:id="rId66"/>
    <p:sldId id="2147473083" r:id="rId67"/>
    <p:sldId id="2147472936" r:id="rId68"/>
    <p:sldId id="2147472959" r:id="rId69"/>
    <p:sldId id="2147472988" r:id="rId70"/>
    <p:sldId id="2147472989" r:id="rId71"/>
    <p:sldId id="2147472480" r:id="rId72"/>
  </p:sldIdLst>
  <p:sldSz cx="12192000" cy="6858000"/>
  <p:notesSz cx="6797675" cy="9926638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F59169A5-17C3-4D7E-991E-7642FD894D8E}">
          <p14:sldIdLst>
            <p14:sldId id="1262"/>
            <p14:sldId id="2147473080"/>
          </p14:sldIdLst>
        </p14:section>
        <p14:section name="Introduction" id="{58530EC6-00C9-43C7-9ED9-92EC31822E26}">
          <p14:sldIdLst>
            <p14:sldId id="2147472962"/>
            <p14:sldId id="2147472836"/>
            <p14:sldId id="2147473077"/>
            <p14:sldId id="2147472903"/>
            <p14:sldId id="2147472918"/>
            <p14:sldId id="2147472868"/>
            <p14:sldId id="2147473066"/>
            <p14:sldId id="2147473067"/>
            <p14:sldId id="2147473050"/>
            <p14:sldId id="2147473059"/>
            <p14:sldId id="2147473078"/>
            <p14:sldId id="2147473064"/>
            <p14:sldId id="2147472937"/>
            <p14:sldId id="2147472938"/>
            <p14:sldId id="2147473079"/>
            <p14:sldId id="2147472843"/>
            <p14:sldId id="2147472845"/>
            <p14:sldId id="2147472919"/>
            <p14:sldId id="2147472961"/>
            <p14:sldId id="2147473084"/>
            <p14:sldId id="2147473085"/>
            <p14:sldId id="2147473086"/>
            <p14:sldId id="2147473087"/>
            <p14:sldId id="2147473088"/>
            <p14:sldId id="2147473089"/>
            <p14:sldId id="2147473090"/>
            <p14:sldId id="2147473091"/>
            <p14:sldId id="2147473092"/>
            <p14:sldId id="2147473093"/>
            <p14:sldId id="2147473094"/>
            <p14:sldId id="2147473095"/>
            <p14:sldId id="2147473096"/>
            <p14:sldId id="2147473097"/>
            <p14:sldId id="2147473098"/>
            <p14:sldId id="2147473099"/>
            <p14:sldId id="2147473108"/>
            <p14:sldId id="2147473109"/>
            <p14:sldId id="2147473110"/>
            <p14:sldId id="2147473111"/>
            <p14:sldId id="2147473100"/>
            <p14:sldId id="2147473101"/>
            <p14:sldId id="2147473102"/>
            <p14:sldId id="2147473103"/>
            <p14:sldId id="2147473104"/>
            <p14:sldId id="2147473105"/>
            <p14:sldId id="2147473106"/>
            <p14:sldId id="2147473107"/>
            <p14:sldId id="2147473112"/>
            <p14:sldId id="2147473113"/>
            <p14:sldId id="2147473114"/>
            <p14:sldId id="2147473115"/>
            <p14:sldId id="2147473081"/>
            <p14:sldId id="1833"/>
            <p14:sldId id="2147472873"/>
            <p14:sldId id="2147472945"/>
            <p14:sldId id="2147472947"/>
            <p14:sldId id="2147473082"/>
            <p14:sldId id="2147472954"/>
            <p14:sldId id="2147472957"/>
            <p14:sldId id="2147472955"/>
            <p14:sldId id="2147473083"/>
            <p14:sldId id="2147472936"/>
            <p14:sldId id="2147472959"/>
            <p14:sldId id="2147472988"/>
            <p14:sldId id="2147472989"/>
            <p14:sldId id="214747248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B49FD8E2-3B88-E78F-9C23-77EC1DA778B0}" name="Marie-Adélaïde Freymuth" initials="MF" userId="S::ma.freymuth@autobiz.com::5192debb-cd52-4035-bb40-bb365f7d6e62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Sébastien VAUCELLE" initials="SV" lastIdx="3" clrIdx="0">
    <p:extLst>
      <p:ext uri="{19B8F6BF-5375-455C-9EA6-DF929625EA0E}">
        <p15:presenceInfo xmlns:p15="http://schemas.microsoft.com/office/powerpoint/2012/main" userId="S-1-5-21-4015772884-1558307891-1633393085-3690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4B00"/>
    <a:srgbClr val="043882"/>
    <a:srgbClr val="C0C0C0"/>
    <a:srgbClr val="F3F8FF"/>
    <a:srgbClr val="DDEBF7"/>
    <a:srgbClr val="44546A"/>
    <a:srgbClr val="009246"/>
    <a:srgbClr val="5F6893"/>
    <a:srgbClr val="FEFEFE"/>
    <a:srgbClr val="FFF9E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54DF084-6CD7-41C0-8700-9CF1BA84D36D}" v="8" dt="2026-03-30T09:09:48.425"/>
    <p1510:client id="{70F4134B-BC88-4C99-9A31-B0CE18C653BE}" v="4" dt="2026-03-30T09:06:02.790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–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44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2.xml"/><Relationship Id="rId21" Type="http://schemas.openxmlformats.org/officeDocument/2006/relationships/slide" Target="slides/slide17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63" Type="http://schemas.openxmlformats.org/officeDocument/2006/relationships/slide" Target="slides/slide59.xml"/><Relationship Id="rId68" Type="http://schemas.openxmlformats.org/officeDocument/2006/relationships/slide" Target="slides/slide64.xml"/><Relationship Id="rId16" Type="http://schemas.openxmlformats.org/officeDocument/2006/relationships/slide" Target="slides/slide12.xml"/><Relationship Id="rId11" Type="http://schemas.openxmlformats.org/officeDocument/2006/relationships/slide" Target="slides/slide7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53" Type="http://schemas.openxmlformats.org/officeDocument/2006/relationships/slide" Target="slides/slide49.xml"/><Relationship Id="rId58" Type="http://schemas.openxmlformats.org/officeDocument/2006/relationships/slide" Target="slides/slide54.xml"/><Relationship Id="rId74" Type="http://schemas.openxmlformats.org/officeDocument/2006/relationships/handoutMaster" Target="handoutMasters/handoutMaster1.xml"/><Relationship Id="rId79" Type="http://schemas.openxmlformats.org/officeDocument/2006/relationships/tableStyles" Target="tableStyles.xml"/><Relationship Id="rId5" Type="http://schemas.openxmlformats.org/officeDocument/2006/relationships/slide" Target="slides/slide1.xml"/><Relationship Id="rId61" Type="http://schemas.openxmlformats.org/officeDocument/2006/relationships/slide" Target="slides/slide57.xml"/><Relationship Id="rId82" Type="http://schemas.microsoft.com/office/2018/10/relationships/authors" Target="authors.xml"/><Relationship Id="rId19" Type="http://schemas.openxmlformats.org/officeDocument/2006/relationships/slide" Target="slides/slide1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56" Type="http://schemas.openxmlformats.org/officeDocument/2006/relationships/slide" Target="slides/slide52.xml"/><Relationship Id="rId64" Type="http://schemas.openxmlformats.org/officeDocument/2006/relationships/slide" Target="slides/slide60.xml"/><Relationship Id="rId69" Type="http://schemas.openxmlformats.org/officeDocument/2006/relationships/slide" Target="slides/slide65.xml"/><Relationship Id="rId77" Type="http://schemas.openxmlformats.org/officeDocument/2006/relationships/viewProps" Target="viewProps.xml"/><Relationship Id="rId8" Type="http://schemas.openxmlformats.org/officeDocument/2006/relationships/slide" Target="slides/slide4.xml"/><Relationship Id="rId51" Type="http://schemas.openxmlformats.org/officeDocument/2006/relationships/slide" Target="slides/slide47.xml"/><Relationship Id="rId72" Type="http://schemas.openxmlformats.org/officeDocument/2006/relationships/slide" Target="slides/slide68.xml"/><Relationship Id="rId80" Type="http://schemas.microsoft.com/office/2016/11/relationships/changesInfo" Target="changesInfos/changesInfo1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59" Type="http://schemas.openxmlformats.org/officeDocument/2006/relationships/slide" Target="slides/slide55.xml"/><Relationship Id="rId67" Type="http://schemas.openxmlformats.org/officeDocument/2006/relationships/slide" Target="slides/slide63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54" Type="http://schemas.openxmlformats.org/officeDocument/2006/relationships/slide" Target="slides/slide50.xml"/><Relationship Id="rId62" Type="http://schemas.openxmlformats.org/officeDocument/2006/relationships/slide" Target="slides/slide58.xml"/><Relationship Id="rId70" Type="http://schemas.openxmlformats.org/officeDocument/2006/relationships/slide" Target="slides/slide66.xml"/><Relationship Id="rId75" Type="http://schemas.openxmlformats.org/officeDocument/2006/relationships/commentAuthors" Target="commentAuthor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slide" Target="slides/slide45.xml"/><Relationship Id="rId57" Type="http://schemas.openxmlformats.org/officeDocument/2006/relationships/slide" Target="slides/slide53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slide" Target="slides/slide48.xml"/><Relationship Id="rId60" Type="http://schemas.openxmlformats.org/officeDocument/2006/relationships/slide" Target="slides/slide56.xml"/><Relationship Id="rId65" Type="http://schemas.openxmlformats.org/officeDocument/2006/relationships/slide" Target="slides/slide61.xml"/><Relationship Id="rId73" Type="http://schemas.openxmlformats.org/officeDocument/2006/relationships/notesMaster" Target="notesMasters/notesMaster1.xml"/><Relationship Id="rId78" Type="http://schemas.openxmlformats.org/officeDocument/2006/relationships/theme" Target="theme/theme1.xml"/><Relationship Id="rId81" Type="http://schemas.microsoft.com/office/2015/10/relationships/revisionInfo" Target="revisionInfo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9" Type="http://schemas.openxmlformats.org/officeDocument/2006/relationships/slide" Target="slides/slide35.xml"/><Relationship Id="rId34" Type="http://schemas.openxmlformats.org/officeDocument/2006/relationships/slide" Target="slides/slide30.xml"/><Relationship Id="rId50" Type="http://schemas.openxmlformats.org/officeDocument/2006/relationships/slide" Target="slides/slide46.xml"/><Relationship Id="rId55" Type="http://schemas.openxmlformats.org/officeDocument/2006/relationships/slide" Target="slides/slide51.xml"/><Relationship Id="rId76" Type="http://schemas.openxmlformats.org/officeDocument/2006/relationships/presProps" Target="presProps.xml"/><Relationship Id="rId7" Type="http://schemas.openxmlformats.org/officeDocument/2006/relationships/slide" Target="slides/slide3.xml"/><Relationship Id="rId71" Type="http://schemas.openxmlformats.org/officeDocument/2006/relationships/slide" Target="slides/slide67.xml"/><Relationship Id="rId2" Type="http://schemas.openxmlformats.org/officeDocument/2006/relationships/customXml" Target="../customXml/item2.xml"/><Relationship Id="rId29" Type="http://schemas.openxmlformats.org/officeDocument/2006/relationships/slide" Target="slides/slide25.xml"/><Relationship Id="rId24" Type="http://schemas.openxmlformats.org/officeDocument/2006/relationships/slide" Target="slides/slide20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66" Type="http://schemas.openxmlformats.org/officeDocument/2006/relationships/slide" Target="slides/slide6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afiatou MORO" userId="ddb57cc4-b27a-4e20-a662-fed37f92d3d1" providerId="ADAL" clId="{05BD29F9-DCB6-4BEE-8DED-49FF75B6D9CA}"/>
    <pc:docChg chg="custSel delSld modSld modSection">
      <pc:chgData name="Safiatou MORO" userId="ddb57cc4-b27a-4e20-a662-fed37f92d3d1" providerId="ADAL" clId="{05BD29F9-DCB6-4BEE-8DED-49FF75B6D9CA}" dt="2026-03-30T09:09:52.995" v="35" actId="478"/>
      <pc:docMkLst>
        <pc:docMk/>
      </pc:docMkLst>
      <pc:sldChg chg="addSp delSp modSp mod">
        <pc:chgData name="Safiatou MORO" userId="ddb57cc4-b27a-4e20-a662-fed37f92d3d1" providerId="ADAL" clId="{05BD29F9-DCB6-4BEE-8DED-49FF75B6D9CA}" dt="2026-03-30T09:07:48.335" v="12"/>
        <pc:sldMkLst>
          <pc:docMk/>
          <pc:sldMk cId="2718454362" sldId="1833"/>
        </pc:sldMkLst>
        <pc:spChg chg="del">
          <ac:chgData name="Safiatou MORO" userId="ddb57cc4-b27a-4e20-a662-fed37f92d3d1" providerId="ADAL" clId="{05BD29F9-DCB6-4BEE-8DED-49FF75B6D9CA}" dt="2026-03-30T09:07:47.218" v="11" actId="478"/>
          <ac:spMkLst>
            <pc:docMk/>
            <pc:sldMk cId="2718454362" sldId="1833"/>
            <ac:spMk id="4" creationId="{B085FC4F-20D6-9F5C-1B6C-6880B1A0F157}"/>
          </ac:spMkLst>
        </pc:spChg>
        <pc:spChg chg="add mod">
          <ac:chgData name="Safiatou MORO" userId="ddb57cc4-b27a-4e20-a662-fed37f92d3d1" providerId="ADAL" clId="{05BD29F9-DCB6-4BEE-8DED-49FF75B6D9CA}" dt="2026-03-30T09:07:48.335" v="12"/>
          <ac:spMkLst>
            <pc:docMk/>
            <pc:sldMk cId="2718454362" sldId="1833"/>
            <ac:spMk id="6" creationId="{A021F8E4-A062-0B4A-0141-C8FB93A3D9CB}"/>
          </ac:spMkLst>
        </pc:spChg>
        <pc:picChg chg="del">
          <ac:chgData name="Safiatou MORO" userId="ddb57cc4-b27a-4e20-a662-fed37f92d3d1" providerId="ADAL" clId="{05BD29F9-DCB6-4BEE-8DED-49FF75B6D9CA}" dt="2026-03-30T09:07:46.402" v="10" actId="478"/>
          <ac:picMkLst>
            <pc:docMk/>
            <pc:sldMk cId="2718454362" sldId="1833"/>
            <ac:picMk id="9" creationId="{050FF189-06AB-8F9C-89F5-207EB6579093}"/>
          </ac:picMkLst>
        </pc:picChg>
      </pc:sldChg>
      <pc:sldChg chg="delSp mod">
        <pc:chgData name="Safiatou MORO" userId="ddb57cc4-b27a-4e20-a662-fed37f92d3d1" providerId="ADAL" clId="{05BD29F9-DCB6-4BEE-8DED-49FF75B6D9CA}" dt="2026-03-30T09:09:52.995" v="35" actId="478"/>
        <pc:sldMkLst>
          <pc:docMk/>
          <pc:sldMk cId="2562130444" sldId="2147472480"/>
        </pc:sldMkLst>
        <pc:spChg chg="del">
          <ac:chgData name="Safiatou MORO" userId="ddb57cc4-b27a-4e20-a662-fed37f92d3d1" providerId="ADAL" clId="{05BD29F9-DCB6-4BEE-8DED-49FF75B6D9CA}" dt="2026-03-30T09:09:52.995" v="35" actId="478"/>
          <ac:spMkLst>
            <pc:docMk/>
            <pc:sldMk cId="2562130444" sldId="2147472480"/>
            <ac:spMk id="2" creationId="{AD65C219-1FA6-E08C-49C9-3512F7F788CE}"/>
          </ac:spMkLst>
        </pc:spChg>
      </pc:sldChg>
      <pc:sldChg chg="del">
        <pc:chgData name="Safiatou MORO" userId="ddb57cc4-b27a-4e20-a662-fed37f92d3d1" providerId="ADAL" clId="{05BD29F9-DCB6-4BEE-8DED-49FF75B6D9CA}" dt="2026-03-30T09:06:31.947" v="8" actId="47"/>
        <pc:sldMkLst>
          <pc:docMk/>
          <pc:sldMk cId="3874956417" sldId="2147472861"/>
        </pc:sldMkLst>
      </pc:sldChg>
      <pc:sldChg chg="del">
        <pc:chgData name="Safiatou MORO" userId="ddb57cc4-b27a-4e20-a662-fed37f92d3d1" providerId="ADAL" clId="{05BD29F9-DCB6-4BEE-8DED-49FF75B6D9CA}" dt="2026-03-30T09:06:32.616" v="9" actId="47"/>
        <pc:sldMkLst>
          <pc:docMk/>
          <pc:sldMk cId="3917412120" sldId="2147472863"/>
        </pc:sldMkLst>
      </pc:sldChg>
      <pc:sldChg chg="addSp delSp modSp mod">
        <pc:chgData name="Safiatou MORO" userId="ddb57cc4-b27a-4e20-a662-fed37f92d3d1" providerId="ADAL" clId="{05BD29F9-DCB6-4BEE-8DED-49FF75B6D9CA}" dt="2026-03-30T09:07:53.989" v="15"/>
        <pc:sldMkLst>
          <pc:docMk/>
          <pc:sldMk cId="2945377139" sldId="2147472873"/>
        </pc:sldMkLst>
        <pc:spChg chg="del">
          <ac:chgData name="Safiatou MORO" userId="ddb57cc4-b27a-4e20-a662-fed37f92d3d1" providerId="ADAL" clId="{05BD29F9-DCB6-4BEE-8DED-49FF75B6D9CA}" dt="2026-03-30T09:07:52.705" v="14" actId="478"/>
          <ac:spMkLst>
            <pc:docMk/>
            <pc:sldMk cId="2945377139" sldId="2147472873"/>
            <ac:spMk id="4" creationId="{06322B44-BFE7-4104-F57F-6DE1ECB854C1}"/>
          </ac:spMkLst>
        </pc:spChg>
        <pc:spChg chg="add mod">
          <ac:chgData name="Safiatou MORO" userId="ddb57cc4-b27a-4e20-a662-fed37f92d3d1" providerId="ADAL" clId="{05BD29F9-DCB6-4BEE-8DED-49FF75B6D9CA}" dt="2026-03-30T09:07:53.989" v="15"/>
          <ac:spMkLst>
            <pc:docMk/>
            <pc:sldMk cId="2945377139" sldId="2147472873"/>
            <ac:spMk id="6" creationId="{EF31961E-56DC-6924-76B1-1E009EE55833}"/>
          </ac:spMkLst>
        </pc:spChg>
        <pc:picChg chg="del">
          <ac:chgData name="Safiatou MORO" userId="ddb57cc4-b27a-4e20-a662-fed37f92d3d1" providerId="ADAL" clId="{05BD29F9-DCB6-4BEE-8DED-49FF75B6D9CA}" dt="2026-03-30T09:07:51.583" v="13" actId="478"/>
          <ac:picMkLst>
            <pc:docMk/>
            <pc:sldMk cId="2945377139" sldId="2147472873"/>
            <ac:picMk id="9" creationId="{477581DF-8677-1B5A-A38C-D6C02EE5EA60}"/>
          </ac:picMkLst>
        </pc:picChg>
      </pc:sldChg>
      <pc:sldChg chg="addSp modSp mod">
        <pc:chgData name="Safiatou MORO" userId="ddb57cc4-b27a-4e20-a662-fed37f92d3d1" providerId="ADAL" clId="{05BD29F9-DCB6-4BEE-8DED-49FF75B6D9CA}" dt="2026-03-30T09:09:36.793" v="30" actId="13926"/>
        <pc:sldMkLst>
          <pc:docMk/>
          <pc:sldMk cId="4211008703" sldId="2147472936"/>
        </pc:sldMkLst>
        <pc:spChg chg="add mod">
          <ac:chgData name="Safiatou MORO" userId="ddb57cc4-b27a-4e20-a662-fed37f92d3d1" providerId="ADAL" clId="{05BD29F9-DCB6-4BEE-8DED-49FF75B6D9CA}" dt="2026-03-30T09:09:31.173" v="29"/>
          <ac:spMkLst>
            <pc:docMk/>
            <pc:sldMk cId="4211008703" sldId="2147472936"/>
            <ac:spMk id="2" creationId="{142EE678-10F6-B4C9-1EB0-D06D8FAD9BC9}"/>
          </ac:spMkLst>
        </pc:spChg>
        <pc:spChg chg="mod">
          <ac:chgData name="Safiatou MORO" userId="ddb57cc4-b27a-4e20-a662-fed37f92d3d1" providerId="ADAL" clId="{05BD29F9-DCB6-4BEE-8DED-49FF75B6D9CA}" dt="2026-03-30T09:09:36.793" v="30" actId="13926"/>
          <ac:spMkLst>
            <pc:docMk/>
            <pc:sldMk cId="4211008703" sldId="2147472936"/>
            <ac:spMk id="5" creationId="{D4A60987-C202-D19C-6D42-4D5EC5F97AA8}"/>
          </ac:spMkLst>
        </pc:spChg>
      </pc:sldChg>
      <pc:sldChg chg="addSp delSp modSp mod">
        <pc:chgData name="Safiatou MORO" userId="ddb57cc4-b27a-4e20-a662-fed37f92d3d1" providerId="ADAL" clId="{05BD29F9-DCB6-4BEE-8DED-49FF75B6D9CA}" dt="2026-03-30T09:08:35.185" v="19"/>
        <pc:sldMkLst>
          <pc:docMk/>
          <pc:sldMk cId="1126233307" sldId="2147472945"/>
        </pc:sldMkLst>
        <pc:spChg chg="add mod">
          <ac:chgData name="Safiatou MORO" userId="ddb57cc4-b27a-4e20-a662-fed37f92d3d1" providerId="ADAL" clId="{05BD29F9-DCB6-4BEE-8DED-49FF75B6D9CA}" dt="2026-03-30T09:08:35.185" v="19"/>
          <ac:spMkLst>
            <pc:docMk/>
            <pc:sldMk cId="1126233307" sldId="2147472945"/>
            <ac:spMk id="10" creationId="{ED7E5677-BF12-53DF-CC69-48C4BBD89C6A}"/>
          </ac:spMkLst>
        </pc:spChg>
        <pc:picChg chg="del">
          <ac:chgData name="Safiatou MORO" userId="ddb57cc4-b27a-4e20-a662-fed37f92d3d1" providerId="ADAL" clId="{05BD29F9-DCB6-4BEE-8DED-49FF75B6D9CA}" dt="2026-03-30T09:08:24.804" v="16" actId="478"/>
          <ac:picMkLst>
            <pc:docMk/>
            <pc:sldMk cId="1126233307" sldId="2147472945"/>
            <ac:picMk id="4" creationId="{97DB8240-6F39-8110-15D7-388C5B7013EA}"/>
          </ac:picMkLst>
        </pc:picChg>
        <pc:picChg chg="del">
          <ac:chgData name="Safiatou MORO" userId="ddb57cc4-b27a-4e20-a662-fed37f92d3d1" providerId="ADAL" clId="{05BD29F9-DCB6-4BEE-8DED-49FF75B6D9CA}" dt="2026-03-30T09:08:24.804" v="16" actId="478"/>
          <ac:picMkLst>
            <pc:docMk/>
            <pc:sldMk cId="1126233307" sldId="2147472945"/>
            <ac:picMk id="8" creationId="{C6CB2A74-6026-1867-E2BF-1FD3DF2318F0}"/>
          </ac:picMkLst>
        </pc:picChg>
        <pc:picChg chg="del">
          <ac:chgData name="Safiatou MORO" userId="ddb57cc4-b27a-4e20-a662-fed37f92d3d1" providerId="ADAL" clId="{05BD29F9-DCB6-4BEE-8DED-49FF75B6D9CA}" dt="2026-03-30T09:08:34.028" v="18" actId="478"/>
          <ac:picMkLst>
            <pc:docMk/>
            <pc:sldMk cId="1126233307" sldId="2147472945"/>
            <ac:picMk id="9" creationId="{2F3D5B4C-A963-9CCD-40B9-9E932A5C915F}"/>
          </ac:picMkLst>
        </pc:picChg>
        <pc:picChg chg="del">
          <ac:chgData name="Safiatou MORO" userId="ddb57cc4-b27a-4e20-a662-fed37f92d3d1" providerId="ADAL" clId="{05BD29F9-DCB6-4BEE-8DED-49FF75B6D9CA}" dt="2026-03-30T09:08:33.432" v="17" actId="478"/>
          <ac:picMkLst>
            <pc:docMk/>
            <pc:sldMk cId="1126233307" sldId="2147472945"/>
            <ac:picMk id="11" creationId="{4622607A-C33A-8824-3830-81CFF19E9FA4}"/>
          </ac:picMkLst>
        </pc:picChg>
      </pc:sldChg>
      <pc:sldChg chg="addSp delSp modSp mod">
        <pc:chgData name="Safiatou MORO" userId="ddb57cc4-b27a-4e20-a662-fed37f92d3d1" providerId="ADAL" clId="{05BD29F9-DCB6-4BEE-8DED-49FF75B6D9CA}" dt="2026-03-30T09:08:50.939" v="22"/>
        <pc:sldMkLst>
          <pc:docMk/>
          <pc:sldMk cId="3074469389" sldId="2147472947"/>
        </pc:sldMkLst>
        <pc:spChg chg="del">
          <ac:chgData name="Safiatou MORO" userId="ddb57cc4-b27a-4e20-a662-fed37f92d3d1" providerId="ADAL" clId="{05BD29F9-DCB6-4BEE-8DED-49FF75B6D9CA}" dt="2026-03-30T09:08:44.275" v="20" actId="478"/>
          <ac:spMkLst>
            <pc:docMk/>
            <pc:sldMk cId="3074469389" sldId="2147472947"/>
            <ac:spMk id="6" creationId="{66F975D8-B316-8DA4-A49D-9EF6EE26DC91}"/>
          </ac:spMkLst>
        </pc:spChg>
        <pc:spChg chg="add mod">
          <ac:chgData name="Safiatou MORO" userId="ddb57cc4-b27a-4e20-a662-fed37f92d3d1" providerId="ADAL" clId="{05BD29F9-DCB6-4BEE-8DED-49FF75B6D9CA}" dt="2026-03-30T09:08:50.939" v="22"/>
          <ac:spMkLst>
            <pc:docMk/>
            <pc:sldMk cId="3074469389" sldId="2147472947"/>
            <ac:spMk id="11" creationId="{A6DB71C4-0162-73AA-DB04-8932BA9E70E0}"/>
          </ac:spMkLst>
        </pc:spChg>
        <pc:picChg chg="del">
          <ac:chgData name="Safiatou MORO" userId="ddb57cc4-b27a-4e20-a662-fed37f92d3d1" providerId="ADAL" clId="{05BD29F9-DCB6-4BEE-8DED-49FF75B6D9CA}" dt="2026-03-30T09:08:44.275" v="20" actId="478"/>
          <ac:picMkLst>
            <pc:docMk/>
            <pc:sldMk cId="3074469389" sldId="2147472947"/>
            <ac:picMk id="4" creationId="{D2B0DBDA-89BF-3D21-AC73-1246BCEACB0D}"/>
          </ac:picMkLst>
        </pc:picChg>
        <pc:picChg chg="del">
          <ac:chgData name="Safiatou MORO" userId="ddb57cc4-b27a-4e20-a662-fed37f92d3d1" providerId="ADAL" clId="{05BD29F9-DCB6-4BEE-8DED-49FF75B6D9CA}" dt="2026-03-30T09:08:44.275" v="20" actId="478"/>
          <ac:picMkLst>
            <pc:docMk/>
            <pc:sldMk cId="3074469389" sldId="2147472947"/>
            <ac:picMk id="8" creationId="{5F1889AB-7223-1108-B68A-DBB595D14438}"/>
          </ac:picMkLst>
        </pc:picChg>
        <pc:picChg chg="del">
          <ac:chgData name="Safiatou MORO" userId="ddb57cc4-b27a-4e20-a662-fed37f92d3d1" providerId="ADAL" clId="{05BD29F9-DCB6-4BEE-8DED-49FF75B6D9CA}" dt="2026-03-30T09:08:44.275" v="20" actId="478"/>
          <ac:picMkLst>
            <pc:docMk/>
            <pc:sldMk cId="3074469389" sldId="2147472947"/>
            <ac:picMk id="9" creationId="{4A1F8271-8100-C4B3-3541-DA28A3C416AF}"/>
          </ac:picMkLst>
        </pc:picChg>
        <pc:picChg chg="del">
          <ac:chgData name="Safiatou MORO" userId="ddb57cc4-b27a-4e20-a662-fed37f92d3d1" providerId="ADAL" clId="{05BD29F9-DCB6-4BEE-8DED-49FF75B6D9CA}" dt="2026-03-30T09:08:45.987" v="21" actId="478"/>
          <ac:picMkLst>
            <pc:docMk/>
            <pc:sldMk cId="3074469389" sldId="2147472947"/>
            <ac:picMk id="10" creationId="{EC5360B9-5BBA-8B61-12F3-B4D395354E4B}"/>
          </ac:picMkLst>
        </pc:picChg>
        <pc:picChg chg="del">
          <ac:chgData name="Safiatou MORO" userId="ddb57cc4-b27a-4e20-a662-fed37f92d3d1" providerId="ADAL" clId="{05BD29F9-DCB6-4BEE-8DED-49FF75B6D9CA}" dt="2026-03-30T09:08:44.275" v="20" actId="478"/>
          <ac:picMkLst>
            <pc:docMk/>
            <pc:sldMk cId="3074469389" sldId="2147472947"/>
            <ac:picMk id="12" creationId="{F41F1C5F-5881-8C9B-9662-A398441FAE99}"/>
          </ac:picMkLst>
        </pc:picChg>
        <pc:picChg chg="del">
          <ac:chgData name="Safiatou MORO" userId="ddb57cc4-b27a-4e20-a662-fed37f92d3d1" providerId="ADAL" clId="{05BD29F9-DCB6-4BEE-8DED-49FF75B6D9CA}" dt="2026-03-30T09:08:44.275" v="20" actId="478"/>
          <ac:picMkLst>
            <pc:docMk/>
            <pc:sldMk cId="3074469389" sldId="2147472947"/>
            <ac:picMk id="16" creationId="{EEA83059-41B6-42AA-3F1C-17C63ABD78BB}"/>
          </ac:picMkLst>
        </pc:picChg>
      </pc:sldChg>
      <pc:sldChg chg="modSp mod modNotesTx">
        <pc:chgData name="Safiatou MORO" userId="ddb57cc4-b27a-4e20-a662-fed37f92d3d1" providerId="ADAL" clId="{05BD29F9-DCB6-4BEE-8DED-49FF75B6D9CA}" dt="2026-03-30T09:09:07.572" v="25" actId="20577"/>
        <pc:sldMkLst>
          <pc:docMk/>
          <pc:sldMk cId="2538452599" sldId="2147472954"/>
        </pc:sldMkLst>
        <pc:spChg chg="mod">
          <ac:chgData name="Safiatou MORO" userId="ddb57cc4-b27a-4e20-a662-fed37f92d3d1" providerId="ADAL" clId="{05BD29F9-DCB6-4BEE-8DED-49FF75B6D9CA}" dt="2026-03-30T09:09:07.572" v="25" actId="20577"/>
          <ac:spMkLst>
            <pc:docMk/>
            <pc:sldMk cId="2538452599" sldId="2147472954"/>
            <ac:spMk id="5" creationId="{73E1BA15-FD8A-EAF5-6EB6-4A135F3BFA95}"/>
          </ac:spMkLst>
        </pc:spChg>
        <pc:spChg chg="mod">
          <ac:chgData name="Safiatou MORO" userId="ddb57cc4-b27a-4e20-a662-fed37f92d3d1" providerId="ADAL" clId="{05BD29F9-DCB6-4BEE-8DED-49FF75B6D9CA}" dt="2026-03-30T09:09:05.671" v="24" actId="20577"/>
          <ac:spMkLst>
            <pc:docMk/>
            <pc:sldMk cId="2538452599" sldId="2147472954"/>
            <ac:spMk id="23" creationId="{2FC8FA50-9DD9-D611-E811-5F3EE535CC03}"/>
          </ac:spMkLst>
        </pc:spChg>
      </pc:sldChg>
      <pc:sldChg chg="modSp mod">
        <pc:chgData name="Safiatou MORO" userId="ddb57cc4-b27a-4e20-a662-fed37f92d3d1" providerId="ADAL" clId="{05BD29F9-DCB6-4BEE-8DED-49FF75B6D9CA}" dt="2026-03-30T09:09:19.347" v="28" actId="20577"/>
        <pc:sldMkLst>
          <pc:docMk/>
          <pc:sldMk cId="927591789" sldId="2147472955"/>
        </pc:sldMkLst>
        <pc:spChg chg="mod">
          <ac:chgData name="Safiatou MORO" userId="ddb57cc4-b27a-4e20-a662-fed37f92d3d1" providerId="ADAL" clId="{05BD29F9-DCB6-4BEE-8DED-49FF75B6D9CA}" dt="2026-03-30T09:09:19.347" v="28" actId="20577"/>
          <ac:spMkLst>
            <pc:docMk/>
            <pc:sldMk cId="927591789" sldId="2147472955"/>
            <ac:spMk id="9" creationId="{C1B34B48-1334-B2E9-44D1-D623FBD41F51}"/>
          </ac:spMkLst>
        </pc:spChg>
      </pc:sldChg>
      <pc:sldChg chg="modSp mod">
        <pc:chgData name="Safiatou MORO" userId="ddb57cc4-b27a-4e20-a662-fed37f92d3d1" providerId="ADAL" clId="{05BD29F9-DCB6-4BEE-8DED-49FF75B6D9CA}" dt="2026-03-30T09:09:15.171" v="27" actId="20577"/>
        <pc:sldMkLst>
          <pc:docMk/>
          <pc:sldMk cId="1446134512" sldId="2147472957"/>
        </pc:sldMkLst>
        <pc:spChg chg="mod">
          <ac:chgData name="Safiatou MORO" userId="ddb57cc4-b27a-4e20-a662-fed37f92d3d1" providerId="ADAL" clId="{05BD29F9-DCB6-4BEE-8DED-49FF75B6D9CA}" dt="2026-03-30T09:09:15.171" v="27" actId="20577"/>
          <ac:spMkLst>
            <pc:docMk/>
            <pc:sldMk cId="1446134512" sldId="2147472957"/>
            <ac:spMk id="13" creationId="{F549E92A-06C4-F893-3AAC-A9B8FBC029BB}"/>
          </ac:spMkLst>
        </pc:spChg>
        <pc:spChg chg="mod">
          <ac:chgData name="Safiatou MORO" userId="ddb57cc4-b27a-4e20-a662-fed37f92d3d1" providerId="ADAL" clId="{05BD29F9-DCB6-4BEE-8DED-49FF75B6D9CA}" dt="2026-03-30T09:09:11.036" v="26" actId="20577"/>
          <ac:spMkLst>
            <pc:docMk/>
            <pc:sldMk cId="1446134512" sldId="2147472957"/>
            <ac:spMk id="14" creationId="{A0A7C2A6-C799-C63E-91C9-09A8C5A12C3C}"/>
          </ac:spMkLst>
        </pc:spChg>
      </pc:sldChg>
      <pc:sldChg chg="addSp modSp mod">
        <pc:chgData name="Safiatou MORO" userId="ddb57cc4-b27a-4e20-a662-fed37f92d3d1" providerId="ADAL" clId="{05BD29F9-DCB6-4BEE-8DED-49FF75B6D9CA}" dt="2026-03-30T09:09:44.037" v="32"/>
        <pc:sldMkLst>
          <pc:docMk/>
          <pc:sldMk cId="487548682" sldId="2147472959"/>
        </pc:sldMkLst>
        <pc:spChg chg="add mod">
          <ac:chgData name="Safiatou MORO" userId="ddb57cc4-b27a-4e20-a662-fed37f92d3d1" providerId="ADAL" clId="{05BD29F9-DCB6-4BEE-8DED-49FF75B6D9CA}" dt="2026-03-30T09:09:44.037" v="32"/>
          <ac:spMkLst>
            <pc:docMk/>
            <pc:sldMk cId="487548682" sldId="2147472959"/>
            <ac:spMk id="2" creationId="{B2962517-54CB-724A-D968-AE0A72DBE051}"/>
          </ac:spMkLst>
        </pc:spChg>
        <pc:spChg chg="mod">
          <ac:chgData name="Safiatou MORO" userId="ddb57cc4-b27a-4e20-a662-fed37f92d3d1" providerId="ADAL" clId="{05BD29F9-DCB6-4BEE-8DED-49FF75B6D9CA}" dt="2026-03-30T09:09:42.665" v="31" actId="13926"/>
          <ac:spMkLst>
            <pc:docMk/>
            <pc:sldMk cId="487548682" sldId="2147472959"/>
            <ac:spMk id="5" creationId="{6E62FB2D-442A-3A46-75D1-B314DCC6E4DD}"/>
          </ac:spMkLst>
        </pc:spChg>
      </pc:sldChg>
      <pc:sldChg chg="addSp modSp">
        <pc:chgData name="Safiatou MORO" userId="ddb57cc4-b27a-4e20-a662-fed37f92d3d1" providerId="ADAL" clId="{05BD29F9-DCB6-4BEE-8DED-49FF75B6D9CA}" dt="2026-03-30T09:09:46.402" v="33"/>
        <pc:sldMkLst>
          <pc:docMk/>
          <pc:sldMk cId="1190714927" sldId="2147472988"/>
        </pc:sldMkLst>
        <pc:spChg chg="add mod">
          <ac:chgData name="Safiatou MORO" userId="ddb57cc4-b27a-4e20-a662-fed37f92d3d1" providerId="ADAL" clId="{05BD29F9-DCB6-4BEE-8DED-49FF75B6D9CA}" dt="2026-03-30T09:09:46.402" v="33"/>
          <ac:spMkLst>
            <pc:docMk/>
            <pc:sldMk cId="1190714927" sldId="2147472988"/>
            <ac:spMk id="7" creationId="{3C8B6B7F-23AE-561B-0261-84E819043F42}"/>
          </ac:spMkLst>
        </pc:spChg>
      </pc:sldChg>
      <pc:sldChg chg="addSp modSp">
        <pc:chgData name="Safiatou MORO" userId="ddb57cc4-b27a-4e20-a662-fed37f92d3d1" providerId="ADAL" clId="{05BD29F9-DCB6-4BEE-8DED-49FF75B6D9CA}" dt="2026-03-30T09:09:48.425" v="34"/>
        <pc:sldMkLst>
          <pc:docMk/>
          <pc:sldMk cId="3558326075" sldId="2147472989"/>
        </pc:sldMkLst>
        <pc:spChg chg="add mod">
          <ac:chgData name="Safiatou MORO" userId="ddb57cc4-b27a-4e20-a662-fed37f92d3d1" providerId="ADAL" clId="{05BD29F9-DCB6-4BEE-8DED-49FF75B6D9CA}" dt="2026-03-30T09:09:48.425" v="34"/>
          <ac:spMkLst>
            <pc:docMk/>
            <pc:sldMk cId="3558326075" sldId="2147472989"/>
            <ac:spMk id="9" creationId="{0296AEB3-5ABF-BFFD-2AE7-6845C9E3D0FA}"/>
          </ac:spMkLst>
        </pc:spChg>
      </pc:sldChg>
      <pc:sldChg chg="addSp delSp modSp mod">
        <pc:chgData name="Safiatou MORO" userId="ddb57cc4-b27a-4e20-a662-fed37f92d3d1" providerId="ADAL" clId="{05BD29F9-DCB6-4BEE-8DED-49FF75B6D9CA}" dt="2026-03-30T09:05:49.602" v="1"/>
        <pc:sldMkLst>
          <pc:docMk/>
          <pc:sldMk cId="762314960" sldId="2147473112"/>
        </pc:sldMkLst>
        <pc:picChg chg="del">
          <ac:chgData name="Safiatou MORO" userId="ddb57cc4-b27a-4e20-a662-fed37f92d3d1" providerId="ADAL" clId="{05BD29F9-DCB6-4BEE-8DED-49FF75B6D9CA}" dt="2026-03-30T09:05:48.835" v="0" actId="478"/>
          <ac:picMkLst>
            <pc:docMk/>
            <pc:sldMk cId="762314960" sldId="2147473112"/>
            <ac:picMk id="7" creationId="{812C862F-990B-5CD8-D640-DA9074B4BF7F}"/>
          </ac:picMkLst>
        </pc:picChg>
        <pc:picChg chg="add mod">
          <ac:chgData name="Safiatou MORO" userId="ddb57cc4-b27a-4e20-a662-fed37f92d3d1" providerId="ADAL" clId="{05BD29F9-DCB6-4BEE-8DED-49FF75B6D9CA}" dt="2026-03-30T09:05:49.602" v="1"/>
          <ac:picMkLst>
            <pc:docMk/>
            <pc:sldMk cId="762314960" sldId="2147473112"/>
            <ac:picMk id="8" creationId="{26763FE0-2D2C-AE39-0929-E7B45E5DE61A}"/>
          </ac:picMkLst>
        </pc:picChg>
      </pc:sldChg>
      <pc:sldChg chg="addSp delSp modSp mod">
        <pc:chgData name="Safiatou MORO" userId="ddb57cc4-b27a-4e20-a662-fed37f92d3d1" providerId="ADAL" clId="{05BD29F9-DCB6-4BEE-8DED-49FF75B6D9CA}" dt="2026-03-30T09:05:55.413" v="3"/>
        <pc:sldMkLst>
          <pc:docMk/>
          <pc:sldMk cId="3917613289" sldId="2147473113"/>
        </pc:sldMkLst>
        <pc:picChg chg="del">
          <ac:chgData name="Safiatou MORO" userId="ddb57cc4-b27a-4e20-a662-fed37f92d3d1" providerId="ADAL" clId="{05BD29F9-DCB6-4BEE-8DED-49FF75B6D9CA}" dt="2026-03-30T09:05:54.415" v="2" actId="478"/>
          <ac:picMkLst>
            <pc:docMk/>
            <pc:sldMk cId="3917613289" sldId="2147473113"/>
            <ac:picMk id="5" creationId="{01AE7F54-0594-A50F-04BA-65DFB5EA0AF2}"/>
          </ac:picMkLst>
        </pc:picChg>
        <pc:picChg chg="add mod">
          <ac:chgData name="Safiatou MORO" userId="ddb57cc4-b27a-4e20-a662-fed37f92d3d1" providerId="ADAL" clId="{05BD29F9-DCB6-4BEE-8DED-49FF75B6D9CA}" dt="2026-03-30T09:05:55.413" v="3"/>
          <ac:picMkLst>
            <pc:docMk/>
            <pc:sldMk cId="3917613289" sldId="2147473113"/>
            <ac:picMk id="10" creationId="{9EF90920-CFFF-144A-B306-7F37A02BD6A0}"/>
          </ac:picMkLst>
        </pc:picChg>
      </pc:sldChg>
      <pc:sldChg chg="addSp delSp modSp mod">
        <pc:chgData name="Safiatou MORO" userId="ddb57cc4-b27a-4e20-a662-fed37f92d3d1" providerId="ADAL" clId="{05BD29F9-DCB6-4BEE-8DED-49FF75B6D9CA}" dt="2026-03-30T09:05:59.152" v="5"/>
        <pc:sldMkLst>
          <pc:docMk/>
          <pc:sldMk cId="3545799914" sldId="2147473114"/>
        </pc:sldMkLst>
        <pc:picChg chg="del">
          <ac:chgData name="Safiatou MORO" userId="ddb57cc4-b27a-4e20-a662-fed37f92d3d1" providerId="ADAL" clId="{05BD29F9-DCB6-4BEE-8DED-49FF75B6D9CA}" dt="2026-03-30T09:05:58.457" v="4" actId="478"/>
          <ac:picMkLst>
            <pc:docMk/>
            <pc:sldMk cId="3545799914" sldId="2147473114"/>
            <ac:picMk id="5" creationId="{9D474B4C-1751-8185-BB72-300E20374200}"/>
          </ac:picMkLst>
        </pc:picChg>
        <pc:picChg chg="add mod">
          <ac:chgData name="Safiatou MORO" userId="ddb57cc4-b27a-4e20-a662-fed37f92d3d1" providerId="ADAL" clId="{05BD29F9-DCB6-4BEE-8DED-49FF75B6D9CA}" dt="2026-03-30T09:05:59.152" v="5"/>
          <ac:picMkLst>
            <pc:docMk/>
            <pc:sldMk cId="3545799914" sldId="2147473114"/>
            <ac:picMk id="10" creationId="{110CA9A3-D05A-64DF-7E7B-A3E3F41CCF9A}"/>
          </ac:picMkLst>
        </pc:picChg>
      </pc:sldChg>
      <pc:sldChg chg="addSp delSp modSp mod">
        <pc:chgData name="Safiatou MORO" userId="ddb57cc4-b27a-4e20-a662-fed37f92d3d1" providerId="ADAL" clId="{05BD29F9-DCB6-4BEE-8DED-49FF75B6D9CA}" dt="2026-03-30T09:06:02.790" v="7"/>
        <pc:sldMkLst>
          <pc:docMk/>
          <pc:sldMk cId="2386696535" sldId="2147473115"/>
        </pc:sldMkLst>
        <pc:picChg chg="del">
          <ac:chgData name="Safiatou MORO" userId="ddb57cc4-b27a-4e20-a662-fed37f92d3d1" providerId="ADAL" clId="{05BD29F9-DCB6-4BEE-8DED-49FF75B6D9CA}" dt="2026-03-30T09:06:02.281" v="6" actId="478"/>
          <ac:picMkLst>
            <pc:docMk/>
            <pc:sldMk cId="2386696535" sldId="2147473115"/>
            <ac:picMk id="5" creationId="{322237F0-BA54-1632-4B2C-3A04778751F9}"/>
          </ac:picMkLst>
        </pc:picChg>
        <pc:picChg chg="add mod">
          <ac:chgData name="Safiatou MORO" userId="ddb57cc4-b27a-4e20-a662-fed37f92d3d1" providerId="ADAL" clId="{05BD29F9-DCB6-4BEE-8DED-49FF75B6D9CA}" dt="2026-03-30T09:06:02.790" v="7"/>
          <ac:picMkLst>
            <pc:docMk/>
            <pc:sldMk cId="2386696535" sldId="2147473115"/>
            <ac:picMk id="10" creationId="{4B819E27-292F-8ACC-7C03-3DE90F8A709A}"/>
          </ac:picMkLst>
        </pc:pic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>
            <a:extLst>
              <a:ext uri="{FF2B5EF4-FFF2-40B4-BE49-F238E27FC236}">
                <a16:creationId xmlns:a16="http://schemas.microsoft.com/office/drawing/2014/main" id="{58946B81-967D-BC55-4E45-21DE77B46F5C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B4AF8360-F38A-75EF-41D0-5A211B28F3B9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49688" y="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C878338-E163-4C54-9561-D6E9738BEB8B}" type="datetime1">
              <a:rPr lang="fr-FR" smtClean="0"/>
              <a:t>30/03/2026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B5E5333D-52E2-313B-8E3F-0D7E9074B98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42975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0385C2E7-AE88-769D-E43F-3E51D762D413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49688" y="942975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BB4C6E6-3AF1-4B1A-9695-72C8BA9ECB3C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05992713"/>
      </p:ext>
    </p:extLst>
  </p:cSld>
  <p:clrMap bg1="lt1" tx1="dk1" bg2="lt2" tx2="dk2" accent1="accent1" accent2="accent2" accent3="accent3" accent4="accent4" accent5="accent5" accent6="accent6" hlink="hlink" folHlink="folHlink"/>
  <p:hf hdr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5659" cy="49805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50443" y="0"/>
            <a:ext cx="2945659" cy="49805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35F4535-3591-4AAD-9289-106FE70D9FD8}" type="datetime1">
              <a:rPr lang="fr-FR" smtClean="0"/>
              <a:t>30/03/2026</a:t>
            </a:fld>
            <a:endParaRPr lang="fr-F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22275" y="1241425"/>
            <a:ext cx="5953125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79768" y="4777194"/>
            <a:ext cx="5438140" cy="3908614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428584"/>
            <a:ext cx="2945659" cy="49805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50443" y="9428584"/>
            <a:ext cx="2945659" cy="49805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A26D799-9569-4E88-8E24-9E0CA4836DE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96389838"/>
      </p:ext>
    </p:extLst>
  </p:cSld>
  <p:clrMap bg1="lt1" tx1="dk1" bg2="lt2" tx2="dk2" accent1="accent1" accent2="accent2" accent3="accent3" accent4="accent4" accent5="accent5" accent6="accent6" hlink="hlink" folHlink="folHlink"/>
  <p:hf hdr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26D799-9569-4E88-8E24-9E0CA4836DE0}" type="slidenum">
              <a:rPr lang="fr-FR" smtClean="0"/>
              <a:t>1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9BDFF53C-299D-953C-3BE4-3EFBC03C7F33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e la date 5">
            <a:extLst>
              <a:ext uri="{FF2B5EF4-FFF2-40B4-BE49-F238E27FC236}">
                <a16:creationId xmlns:a16="http://schemas.microsoft.com/office/drawing/2014/main" id="{551B562E-7595-5B1E-62A1-D1AF95F5AC71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fld id="{4A36E841-AC53-4358-B08C-CEB57C3A490E}" type="datetime1">
              <a:rPr lang="fr-FR" smtClean="0"/>
              <a:t>30/03/2026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7508708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DFD730-508B-F19F-4E8C-AF8834E23B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F6D7081B-E020-28DF-0B30-62E530931F8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77A3F972-2121-A303-CC87-7DA99DDA55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2DAFCAC9-2503-9634-5F55-6B42742B8A2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26D799-9569-4E88-8E24-9E0CA4836DE0}" type="slidenum">
              <a:rPr lang="fr-FR" smtClean="0"/>
              <a:t>2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9214C805-B1AB-7F78-05A1-0CC84C6A640C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e la date 5">
            <a:extLst>
              <a:ext uri="{FF2B5EF4-FFF2-40B4-BE49-F238E27FC236}">
                <a16:creationId xmlns:a16="http://schemas.microsoft.com/office/drawing/2014/main" id="{BAA4E3E8-C97C-1FAF-363A-817C013DA0EF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fld id="{96644B93-F9AB-49B6-8AE8-03D43A9E344C}" type="datetime1">
              <a:rPr lang="fr-FR" smtClean="0"/>
              <a:t>30/03/2026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6958001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2C262A-FFD3-B51A-857B-C6BE7DEC40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C5B086BB-C07F-8193-C995-B14BDCB524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BDCEDB22-6F13-C043-622F-9A780DBA2C4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00926732-D75D-B0B8-9BB8-709B7BC8BBA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26D799-9569-4E88-8E24-9E0CA4836DE0}" type="slidenum">
              <a:rPr lang="fr-FR" smtClean="0"/>
              <a:t>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48DF9496-76A8-69A5-ED98-77E429935CBB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e la date 5">
            <a:extLst>
              <a:ext uri="{FF2B5EF4-FFF2-40B4-BE49-F238E27FC236}">
                <a16:creationId xmlns:a16="http://schemas.microsoft.com/office/drawing/2014/main" id="{0CA626F2-BABE-8B95-3DCB-CC5EECE03D42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fld id="{96644B93-F9AB-49B6-8AE8-03D43A9E344C}" type="datetime1">
              <a:rPr lang="fr-FR" smtClean="0"/>
              <a:t>30/03/2026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2683256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FA5703-DA6E-48EC-80B0-9103BB73CF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06CE373F-3A6E-A4B4-3783-D495395F55B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D31F414F-9024-FA47-C121-BF82F441DC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4EC9DE65-954A-D618-9881-1EC08BF824D0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fld id="{A35F4535-3591-4AAD-9289-106FE70D9FD8}" type="datetime1">
              <a:rPr lang="fr-FR" smtClean="0"/>
              <a:t>30/03/2026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CE40A538-27E3-5E2F-F114-032D6D578B8B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3982FC68-66C1-DD9D-774D-73B012C568A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26D799-9569-4E88-8E24-9E0CA4836DE0}" type="slidenum">
              <a:rPr lang="fr-FR" smtClean="0"/>
              <a:t>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1995141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577B6E-8137-EF7A-2A09-AA26683E73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ABCA7E9D-A7F6-01EA-31B5-5CA50636260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0BDB8510-8E4D-FB80-4F96-C24C6F49C15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037D130A-A843-F794-CE57-9122EF24009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26D799-9569-4E88-8E24-9E0CA4836DE0}" type="slidenum">
              <a:rPr lang="fr-FR" smtClean="0"/>
              <a:t>13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704BD0B-70DB-0297-6E82-C40FEA372CEC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e la date 5">
            <a:extLst>
              <a:ext uri="{FF2B5EF4-FFF2-40B4-BE49-F238E27FC236}">
                <a16:creationId xmlns:a16="http://schemas.microsoft.com/office/drawing/2014/main" id="{6D16E83D-6868-CCC3-FF3F-91B78F23AF12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fld id="{96644B93-F9AB-49B6-8AE8-03D43A9E344C}" type="datetime1">
              <a:rPr lang="fr-FR" smtClean="0"/>
              <a:t>30/03/2026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1559788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2B6A89-74A0-D3DF-401D-788C9F4CEE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752D8A71-B1C0-43E4-E476-DB264E02545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08369F18-A911-6608-AE05-97D1A724630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85750" indent="-285750">
              <a:buFontTx/>
              <a:buChar char="-"/>
            </a:pPr>
            <a:r>
              <a:rPr lang="en-ZA" sz="1200">
                <a:solidFill>
                  <a:schemeClr val="tx1"/>
                </a:solidFill>
                <a:latin typeface="DS Automobiles Office" pitchFamily="2" charset="0"/>
              </a:rPr>
              <a:t>Decrease of the leads treated (-3%)</a:t>
            </a:r>
          </a:p>
          <a:p>
            <a:pPr marL="285750" indent="-285750">
              <a:buFontTx/>
              <a:buChar char="-"/>
            </a:pPr>
            <a:endParaRPr lang="en-ZA" sz="1200">
              <a:solidFill>
                <a:schemeClr val="tx1"/>
              </a:solidFill>
              <a:latin typeface="DS Automobiles Office" pitchFamily="2" charset="0"/>
            </a:endParaRPr>
          </a:p>
          <a:p>
            <a:pPr marL="285750" indent="-285750">
              <a:buFontTx/>
              <a:buChar char="-"/>
            </a:pPr>
            <a:r>
              <a:rPr lang="en-ZA" sz="1200">
                <a:solidFill>
                  <a:schemeClr val="tx1"/>
                </a:solidFill>
                <a:latin typeface="DS Automobiles Office" pitchFamily="2" charset="0"/>
              </a:rPr>
              <a:t>Increase for the L.T.O.T vs Q2 (+1,9%)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ZA" sz="1200">
                <a:solidFill>
                  <a:schemeClr val="tx1"/>
                </a:solidFill>
                <a:latin typeface="DS Automobiles Office" pitchFamily="2" charset="0"/>
              </a:rPr>
              <a:t>Decrease of the L.W.Q (-5%)</a:t>
            </a:r>
            <a:endParaRPr lang="en-US" sz="1200">
              <a:solidFill>
                <a:schemeClr val="tx1"/>
              </a:solidFill>
              <a:latin typeface="DS Automobiles Office" pitchFamily="2" charset="0"/>
            </a:endParaRPr>
          </a:p>
          <a:p>
            <a:pPr marL="285750" indent="-285750">
              <a:buFontTx/>
              <a:buChar char="-"/>
            </a:pPr>
            <a:endParaRPr lang="en-ZA" sz="1200">
              <a:solidFill>
                <a:schemeClr val="tx1"/>
              </a:solidFill>
              <a:latin typeface="DS Automobiles Office" pitchFamily="2" charset="0"/>
            </a:endParaRPr>
          </a:p>
          <a:p>
            <a:endParaRPr lang="es-ES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A86F7723-5247-4D23-6E3D-4A1AEF0C680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A46B207-691D-4EE2-B9CC-9F376BF0DE64}" type="slidenum">
              <a:rPr kumimoji="0" lang="fr-FR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16</a:t>
            </a:fld>
            <a:endParaRPr kumimoji="0" lang="fr-F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78791826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B62A52-AD8C-09FB-AADD-6EABDBD40A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81BB76CE-38DE-0A05-4981-CBCABE55BBA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EB51AEDF-519E-6976-0EE2-A5F04C615F4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49C2FF86-B391-AC64-C9D8-D4FB8FCE304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26D799-9569-4E88-8E24-9E0CA4836DE0}" type="slidenum">
              <a:rPr lang="fr-FR" smtClean="0"/>
              <a:t>17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694E9FE-05CF-7213-6CB3-E37DDB426E00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e la date 5">
            <a:extLst>
              <a:ext uri="{FF2B5EF4-FFF2-40B4-BE49-F238E27FC236}">
                <a16:creationId xmlns:a16="http://schemas.microsoft.com/office/drawing/2014/main" id="{842F4CCB-AF84-F536-3043-EBA3C14AEA9B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fld id="{96644B93-F9AB-49B6-8AE8-03D43A9E344C}" type="datetime1">
              <a:rPr lang="fr-FR" smtClean="0"/>
              <a:t>30/03/2026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9520381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FFA64E-9D01-7F13-D81C-2C60204E16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EAC914D1-D0DF-FA2F-91D7-CA465DAEAC6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84E9C590-C766-E543-2393-856E68CCAE7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383773C0-8E0E-5BCE-56A6-A80FD6D85DF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26D799-9569-4E88-8E24-9E0CA4836DE0}" type="slidenum">
              <a:rPr lang="fr-FR" smtClean="0"/>
              <a:t>54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DC571EB-9016-8A04-2A5D-BBBE392056A4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e la date 5">
            <a:extLst>
              <a:ext uri="{FF2B5EF4-FFF2-40B4-BE49-F238E27FC236}">
                <a16:creationId xmlns:a16="http://schemas.microsoft.com/office/drawing/2014/main" id="{116E84FA-BD50-3ED7-0913-6135FBC6FB64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fld id="{96644B93-F9AB-49B6-8AE8-03D43A9E344C}" type="datetime1">
              <a:rPr lang="fr-FR" smtClean="0"/>
              <a:t>30/03/2026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5409214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DC1B31-744B-981F-07E1-A19D065747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485A62A3-72C2-786F-37CE-5DBEFB69430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69FD558E-3C5A-3C58-0420-9F049D56D94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/>
              <a:t>Evènements </a:t>
            </a:r>
            <a:r>
              <a:rPr lang="fr-FR" err="1"/>
              <a:t>marquan</a:t>
            </a:r>
            <a:endParaRPr lang="fr-FR"/>
          </a:p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7CBCEE64-8F8E-372E-4B43-291A0764F49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86478F-7F75-40B6-BC56-A2511449177D}" type="slidenum">
              <a:rPr lang="en-US" smtClean="0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907445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7351AE-5733-0460-22FC-D1B9C78D64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2E965960-7A83-5A09-DCBD-DE9438239C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A4E72D4D-9D99-25B5-1B17-2A150C3F898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/>
              <a:t>Evènements </a:t>
            </a:r>
            <a:r>
              <a:rPr lang="fr-FR" err="1"/>
              <a:t>marquan</a:t>
            </a:r>
            <a:endParaRPr lang="fr-FR"/>
          </a:p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589FFAFF-8296-EAFF-542F-9293FA0EA5F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86478F-7F75-40B6-BC56-A2511449177D}" type="slidenum">
              <a:rPr lang="en-US" smtClean="0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360962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BBB7CF-B79B-6E2B-AAC5-E4F585A7C7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CDCC05C8-8FBF-F72B-B141-3F44352E808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C49844C0-5316-1F9E-31A8-B443FCF7C78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73B3E2D2-3247-438A-48B2-473B2981198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26D799-9569-4E88-8E24-9E0CA4836DE0}" type="slidenum">
              <a:rPr lang="fr-FR" smtClean="0"/>
              <a:t>59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2D692554-443E-6392-520F-CAE9F2AB150B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e la date 5">
            <a:extLst>
              <a:ext uri="{FF2B5EF4-FFF2-40B4-BE49-F238E27FC236}">
                <a16:creationId xmlns:a16="http://schemas.microsoft.com/office/drawing/2014/main" id="{724C15FD-0CBC-C2A9-9EFC-B4404B371EE2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fld id="{96644B93-F9AB-49B6-8AE8-03D43A9E344C}" type="datetime1">
              <a:rPr lang="fr-FR" smtClean="0"/>
              <a:t>30/03/2026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191539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74ADEB-E5CD-4BE0-9784-CD1102FB1287}" type="slidenum">
              <a:rPr lang="fr-FR" smtClean="0"/>
              <a:t>60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6923685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58DF91-5C02-D511-91BF-2A889BA413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6F7C4D8E-C37A-2FB1-67C3-9CE33203C8D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2E92573E-0CEF-A3B2-E1A2-008A797D35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1">
                <a:solidFill>
                  <a:srgbClr val="002060"/>
                </a:solidFill>
                <a:cs typeface="Calibri Light"/>
              </a:rPr>
              <a:t>Share the most impactful CTA by brands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>
                <a:solidFill>
                  <a:srgbClr val="002060"/>
                </a:solidFill>
                <a:ea typeface="Calibri" panose="020F0502020204030204"/>
                <a:cs typeface="Calibri Light"/>
              </a:rPr>
              <a:t>Focus Opel, additional CTA in the brand website </a:t>
            </a:r>
          </a:p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422762A0-454D-D924-1D78-69698054F77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74ADEB-E5CD-4BE0-9784-CD1102FB1287}" type="slidenum">
              <a:rPr lang="fr-FR" smtClean="0"/>
              <a:t>61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8423186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3DB7F8-4F54-D2F5-1F9C-87CDEB8689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5912CE45-71B1-BB72-21FB-3B8C24C8BD0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FC0E70AF-AB84-5BE5-02F9-F881FFF8C6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41511F89-2484-A6B6-373B-36F88315163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26D799-9569-4E88-8E24-9E0CA4836DE0}" type="slidenum">
              <a:rPr lang="fr-FR" smtClean="0"/>
              <a:t>63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A027045C-9A93-C5F0-3288-51955F16A758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e la date 5">
            <a:extLst>
              <a:ext uri="{FF2B5EF4-FFF2-40B4-BE49-F238E27FC236}">
                <a16:creationId xmlns:a16="http://schemas.microsoft.com/office/drawing/2014/main" id="{1AD2D449-FC62-15E0-8C89-FF83BB2E4A6A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fld id="{96644B93-F9AB-49B6-8AE8-03D43A9E344C}" type="datetime1">
              <a:rPr lang="fr-FR" smtClean="0"/>
              <a:t>30/03/2026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2729679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png"/><Relationship Id="rId4" Type="http://schemas.openxmlformats.org/officeDocument/2006/relationships/image" Target="../media/image3.sv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3.svg"/><Relationship Id="rId4" Type="http://schemas.openxmlformats.org/officeDocument/2006/relationships/image" Target="../media/image5.pn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5.png"/><Relationship Id="rId4" Type="http://schemas.openxmlformats.org/officeDocument/2006/relationships/image" Target="../media/image3.sv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roupe 19">
            <a:extLst>
              <a:ext uri="{FF2B5EF4-FFF2-40B4-BE49-F238E27FC236}">
                <a16:creationId xmlns:a16="http://schemas.microsoft.com/office/drawing/2014/main" id="{0BDF4289-3C08-8020-4AA1-E9B6A1CAB1CE}"/>
              </a:ext>
            </a:extLst>
          </p:cNvPr>
          <p:cNvGrpSpPr/>
          <p:nvPr userDrawn="1"/>
        </p:nvGrpSpPr>
        <p:grpSpPr>
          <a:xfrm>
            <a:off x="0" y="-51124"/>
            <a:ext cx="12192002" cy="6553778"/>
            <a:chOff x="-21489" y="1181100"/>
            <a:chExt cx="9064238" cy="5156201"/>
          </a:xfrm>
        </p:grpSpPr>
        <p:sp>
          <p:nvSpPr>
            <p:cNvPr id="21" name="Freeform 3">
              <a:extLst>
                <a:ext uri="{FF2B5EF4-FFF2-40B4-BE49-F238E27FC236}">
                  <a16:creationId xmlns:a16="http://schemas.microsoft.com/office/drawing/2014/main" id="{1317EBF6-3F63-E893-4015-98B7A13DE0F1}"/>
                </a:ext>
              </a:extLst>
            </p:cNvPr>
            <p:cNvSpPr/>
            <p:nvPr/>
          </p:nvSpPr>
          <p:spPr>
            <a:xfrm>
              <a:off x="-21489" y="1181100"/>
              <a:ext cx="9064236" cy="5156201"/>
            </a:xfrm>
            <a:custGeom>
              <a:avLst/>
              <a:gdLst/>
              <a:ahLst/>
              <a:cxnLst/>
              <a:rect l="l" t="t" r="r" b="b"/>
              <a:pathLst>
                <a:path w="35097463" h="17034337">
                  <a:moveTo>
                    <a:pt x="0" y="0"/>
                  </a:moveTo>
                  <a:lnTo>
                    <a:pt x="35097463" y="0"/>
                  </a:lnTo>
                  <a:lnTo>
                    <a:pt x="35097463" y="17034337"/>
                  </a:lnTo>
                  <a:lnTo>
                    <a:pt x="0" y="170343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fr-FR"/>
            </a:p>
          </p:txBody>
        </p:sp>
        <p:sp>
          <p:nvSpPr>
            <p:cNvPr id="22" name="Freeform 4">
              <a:extLst>
                <a:ext uri="{FF2B5EF4-FFF2-40B4-BE49-F238E27FC236}">
                  <a16:creationId xmlns:a16="http://schemas.microsoft.com/office/drawing/2014/main" id="{78E671D6-F449-6E1F-1417-28E75E3A613F}"/>
                </a:ext>
              </a:extLst>
            </p:cNvPr>
            <p:cNvSpPr/>
            <p:nvPr/>
          </p:nvSpPr>
          <p:spPr>
            <a:xfrm>
              <a:off x="-21488" y="1181100"/>
              <a:ext cx="9064237" cy="5156200"/>
            </a:xfrm>
            <a:custGeom>
              <a:avLst/>
              <a:gdLst/>
              <a:ahLst/>
              <a:cxnLst/>
              <a:rect l="l" t="t" r="r" b="b"/>
              <a:pathLst>
                <a:path w="32070247" h="11890157">
                  <a:moveTo>
                    <a:pt x="0" y="0"/>
                  </a:moveTo>
                  <a:lnTo>
                    <a:pt x="32070247" y="0"/>
                  </a:lnTo>
                  <a:lnTo>
                    <a:pt x="32070247" y="11890157"/>
                  </a:lnTo>
                  <a:lnTo>
                    <a:pt x="0" y="1189015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 cstate="email">
                <a:alphaModFix amt="90000"/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28" name="Groupe 27">
            <a:extLst>
              <a:ext uri="{FF2B5EF4-FFF2-40B4-BE49-F238E27FC236}">
                <a16:creationId xmlns:a16="http://schemas.microsoft.com/office/drawing/2014/main" id="{4D12656E-CF81-C02E-B29A-F6EAE0957293}"/>
              </a:ext>
            </a:extLst>
          </p:cNvPr>
          <p:cNvGrpSpPr/>
          <p:nvPr userDrawn="1"/>
        </p:nvGrpSpPr>
        <p:grpSpPr>
          <a:xfrm>
            <a:off x="1146755" y="6375033"/>
            <a:ext cx="10538243" cy="218664"/>
            <a:chOff x="1156915" y="6221292"/>
            <a:chExt cx="10538243" cy="218664"/>
          </a:xfrm>
        </p:grpSpPr>
        <p:sp>
          <p:nvSpPr>
            <p:cNvPr id="9" name="Freeform 12">
              <a:extLst>
                <a:ext uri="{FF2B5EF4-FFF2-40B4-BE49-F238E27FC236}">
                  <a16:creationId xmlns:a16="http://schemas.microsoft.com/office/drawing/2014/main" id="{5C066D3B-0C47-92E5-2FA6-40D4F31A85C7}"/>
                </a:ext>
              </a:extLst>
            </p:cNvPr>
            <p:cNvSpPr/>
            <p:nvPr/>
          </p:nvSpPr>
          <p:spPr>
            <a:xfrm rot="10577107">
              <a:off x="11479733" y="6221292"/>
              <a:ext cx="215425" cy="218664"/>
            </a:xfrm>
            <a:custGeom>
              <a:avLst/>
              <a:gdLst/>
              <a:ahLst/>
              <a:cxnLst/>
              <a:rect l="l" t="t" r="r" b="b"/>
              <a:pathLst>
                <a:path w="338917" h="338917">
                  <a:moveTo>
                    <a:pt x="0" y="0"/>
                  </a:moveTo>
                  <a:lnTo>
                    <a:pt x="338918" y="0"/>
                  </a:lnTo>
                  <a:lnTo>
                    <a:pt x="338918" y="338917"/>
                  </a:lnTo>
                  <a:lnTo>
                    <a:pt x="0" y="3389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fr-FR"/>
            </a:p>
          </p:txBody>
        </p:sp>
        <p:sp>
          <p:nvSpPr>
            <p:cNvPr id="8" name="AutoShape 11">
              <a:extLst>
                <a:ext uri="{FF2B5EF4-FFF2-40B4-BE49-F238E27FC236}">
                  <a16:creationId xmlns:a16="http://schemas.microsoft.com/office/drawing/2014/main" id="{065DB7F9-50FB-6054-6D83-FA01DBD59C1C}"/>
                </a:ext>
              </a:extLst>
            </p:cNvPr>
            <p:cNvSpPr/>
            <p:nvPr/>
          </p:nvSpPr>
          <p:spPr>
            <a:xfrm rot="10800000" flipV="1">
              <a:off x="1156915" y="6337969"/>
              <a:ext cx="10332000" cy="0"/>
            </a:xfrm>
            <a:prstGeom prst="line">
              <a:avLst/>
            </a:prstGeom>
            <a:ln w="38100" cap="flat">
              <a:solidFill>
                <a:srgbClr val="FF4E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fr-FR"/>
            </a:p>
          </p:txBody>
        </p:sp>
      </p:grpSp>
      <p:pic>
        <p:nvPicPr>
          <p:cNvPr id="27" name="Image 26" descr="Une image contenant Police, Graphique, logo, graphisme&#10;&#10;Description générée automatiquement">
            <a:extLst>
              <a:ext uri="{FF2B5EF4-FFF2-40B4-BE49-F238E27FC236}">
                <a16:creationId xmlns:a16="http://schemas.microsoft.com/office/drawing/2014/main" id="{BE4A6CD0-80C8-236B-469B-71935A928174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47109" y="520698"/>
            <a:ext cx="2573713" cy="698502"/>
          </a:xfrm>
          <a:prstGeom prst="rect">
            <a:avLst/>
          </a:prstGeom>
        </p:spPr>
      </p:pic>
      <p:sp>
        <p:nvSpPr>
          <p:cNvPr id="5" name="Espace réservé du pied de page 6">
            <a:extLst>
              <a:ext uri="{FF2B5EF4-FFF2-40B4-BE49-F238E27FC236}">
                <a16:creationId xmlns:a16="http://schemas.microsoft.com/office/drawing/2014/main" id="{CB0E70AD-1D25-9DBF-0BE3-EB59B3AC75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02654"/>
            <a:ext cx="4114800" cy="365125"/>
          </a:xfrm>
          <a:prstGeom prst="rect">
            <a:avLst/>
          </a:prstGeom>
        </p:spPr>
        <p:txBody>
          <a:bodyPr/>
          <a:lstStyle>
            <a:lvl1pPr>
              <a:defRPr sz="1050">
                <a:latin typeface="Aptos Light" panose="020F0502020204030204" pitchFamily="34" charset="0"/>
              </a:defRPr>
            </a:lvl1pPr>
          </a:lstStyle>
          <a:p>
            <a:r>
              <a:rPr lang="fr-FR" err="1"/>
              <a:t>Strictly</a:t>
            </a:r>
            <a:r>
              <a:rPr lang="fr-FR"/>
              <a:t> </a:t>
            </a:r>
            <a:r>
              <a:rPr lang="fr-FR" err="1"/>
              <a:t>confidential</a:t>
            </a:r>
            <a:endParaRPr lang="fr-FR"/>
          </a:p>
        </p:txBody>
      </p:sp>
      <p:sp>
        <p:nvSpPr>
          <p:cNvPr id="6" name="Espace réservé de la date 1">
            <a:extLst>
              <a:ext uri="{FF2B5EF4-FFF2-40B4-BE49-F238E27FC236}">
                <a16:creationId xmlns:a16="http://schemas.microsoft.com/office/drawing/2014/main" id="{A4E4CE9E-6673-B109-FBC1-D7887DE1FDC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4968" y="6484366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 sz="1000">
                <a:latin typeface="Aptos Light" panose="020B0004020202020204" pitchFamily="34" charset="0"/>
              </a:defRPr>
            </a:lvl1pPr>
          </a:lstStyle>
          <a:p>
            <a:r>
              <a:rPr lang="fr-FR"/>
              <a:t>March, 1st 2025</a:t>
            </a:r>
          </a:p>
        </p:txBody>
      </p:sp>
    </p:spTree>
    <p:extLst>
      <p:ext uri="{BB962C8B-B14F-4D97-AF65-F5344CB8AC3E}">
        <p14:creationId xmlns:p14="http://schemas.microsoft.com/office/powerpoint/2010/main" val="36179641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Image 11" descr="Une image contenant Graphique, Police, graphisme, capture d’écran&#10;&#10;Description générée automatiquement">
            <a:extLst>
              <a:ext uri="{FF2B5EF4-FFF2-40B4-BE49-F238E27FC236}">
                <a16:creationId xmlns:a16="http://schemas.microsoft.com/office/drawing/2014/main" id="{FBC70DFC-444C-9173-C243-0B6DC496D4F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737573" y="136525"/>
            <a:ext cx="1237465" cy="326072"/>
          </a:xfrm>
          <a:prstGeom prst="rect">
            <a:avLst/>
          </a:prstGeom>
        </p:spPr>
      </p:pic>
      <p:grpSp>
        <p:nvGrpSpPr>
          <p:cNvPr id="21" name="Groupe 20">
            <a:extLst>
              <a:ext uri="{FF2B5EF4-FFF2-40B4-BE49-F238E27FC236}">
                <a16:creationId xmlns:a16="http://schemas.microsoft.com/office/drawing/2014/main" id="{85CDAB10-DE54-57C0-8CEA-A8A8880B92C6}"/>
              </a:ext>
            </a:extLst>
          </p:cNvPr>
          <p:cNvGrpSpPr/>
          <p:nvPr userDrawn="1"/>
        </p:nvGrpSpPr>
        <p:grpSpPr>
          <a:xfrm>
            <a:off x="0" y="1008000"/>
            <a:ext cx="10538243" cy="218664"/>
            <a:chOff x="1156915" y="6221292"/>
            <a:chExt cx="10538243" cy="218664"/>
          </a:xfrm>
        </p:grpSpPr>
        <p:sp>
          <p:nvSpPr>
            <p:cNvPr id="22" name="Freeform 12">
              <a:extLst>
                <a:ext uri="{FF2B5EF4-FFF2-40B4-BE49-F238E27FC236}">
                  <a16:creationId xmlns:a16="http://schemas.microsoft.com/office/drawing/2014/main" id="{49100575-4C5D-8713-0441-B018DC83196F}"/>
                </a:ext>
              </a:extLst>
            </p:cNvPr>
            <p:cNvSpPr/>
            <p:nvPr/>
          </p:nvSpPr>
          <p:spPr>
            <a:xfrm rot="10577107">
              <a:off x="11479733" y="6221292"/>
              <a:ext cx="215425" cy="218664"/>
            </a:xfrm>
            <a:custGeom>
              <a:avLst/>
              <a:gdLst/>
              <a:ahLst/>
              <a:cxnLst/>
              <a:rect l="l" t="t" r="r" b="b"/>
              <a:pathLst>
                <a:path w="338917" h="338917">
                  <a:moveTo>
                    <a:pt x="0" y="0"/>
                  </a:moveTo>
                  <a:lnTo>
                    <a:pt x="338918" y="0"/>
                  </a:lnTo>
                  <a:lnTo>
                    <a:pt x="338918" y="338917"/>
                  </a:lnTo>
                  <a:lnTo>
                    <a:pt x="0" y="3389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fr-FR"/>
            </a:p>
          </p:txBody>
        </p:sp>
        <p:sp>
          <p:nvSpPr>
            <p:cNvPr id="23" name="AutoShape 11">
              <a:extLst>
                <a:ext uri="{FF2B5EF4-FFF2-40B4-BE49-F238E27FC236}">
                  <a16:creationId xmlns:a16="http://schemas.microsoft.com/office/drawing/2014/main" id="{046AEA2D-1D8B-F6D3-D412-47CA02765CA0}"/>
                </a:ext>
              </a:extLst>
            </p:cNvPr>
            <p:cNvSpPr/>
            <p:nvPr/>
          </p:nvSpPr>
          <p:spPr>
            <a:xfrm rot="10800000" flipV="1">
              <a:off x="1156915" y="6337969"/>
              <a:ext cx="10332000" cy="0"/>
            </a:xfrm>
            <a:prstGeom prst="line">
              <a:avLst/>
            </a:prstGeom>
            <a:ln w="38100" cap="flat">
              <a:solidFill>
                <a:srgbClr val="FF4E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27" name="Groupe 26">
            <a:extLst>
              <a:ext uri="{FF2B5EF4-FFF2-40B4-BE49-F238E27FC236}">
                <a16:creationId xmlns:a16="http://schemas.microsoft.com/office/drawing/2014/main" id="{FD0256AD-0036-D7FC-0419-F3F7B2A1E9EC}"/>
              </a:ext>
            </a:extLst>
          </p:cNvPr>
          <p:cNvGrpSpPr/>
          <p:nvPr userDrawn="1"/>
        </p:nvGrpSpPr>
        <p:grpSpPr>
          <a:xfrm>
            <a:off x="8159562" y="6372000"/>
            <a:ext cx="4032438" cy="196279"/>
            <a:chOff x="8159561" y="6245191"/>
            <a:chExt cx="4032438" cy="196279"/>
          </a:xfrm>
        </p:grpSpPr>
        <p:sp>
          <p:nvSpPr>
            <p:cNvPr id="25" name="Freeform 12">
              <a:extLst>
                <a:ext uri="{FF2B5EF4-FFF2-40B4-BE49-F238E27FC236}">
                  <a16:creationId xmlns:a16="http://schemas.microsoft.com/office/drawing/2014/main" id="{9D006C4E-CBC4-1D52-A992-4528E01CE21C}"/>
                </a:ext>
              </a:extLst>
            </p:cNvPr>
            <p:cNvSpPr/>
            <p:nvPr/>
          </p:nvSpPr>
          <p:spPr>
            <a:xfrm rot="21377107">
              <a:off x="8159561" y="6245191"/>
              <a:ext cx="189494" cy="196279"/>
            </a:xfrm>
            <a:custGeom>
              <a:avLst/>
              <a:gdLst/>
              <a:ahLst/>
              <a:cxnLst/>
              <a:rect l="l" t="t" r="r" b="b"/>
              <a:pathLst>
                <a:path w="338917" h="338917">
                  <a:moveTo>
                    <a:pt x="0" y="0"/>
                  </a:moveTo>
                  <a:lnTo>
                    <a:pt x="338918" y="0"/>
                  </a:lnTo>
                  <a:lnTo>
                    <a:pt x="338918" y="338917"/>
                  </a:lnTo>
                  <a:lnTo>
                    <a:pt x="0" y="3389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fr-FR"/>
            </a:p>
          </p:txBody>
        </p:sp>
        <p:sp>
          <p:nvSpPr>
            <p:cNvPr id="26" name="AutoShape 11">
              <a:extLst>
                <a:ext uri="{FF2B5EF4-FFF2-40B4-BE49-F238E27FC236}">
                  <a16:creationId xmlns:a16="http://schemas.microsoft.com/office/drawing/2014/main" id="{533F40BC-0B22-C48A-900D-2413EF15E24B}"/>
                </a:ext>
              </a:extLst>
            </p:cNvPr>
            <p:cNvSpPr/>
            <p:nvPr/>
          </p:nvSpPr>
          <p:spPr>
            <a:xfrm flipV="1">
              <a:off x="8344795" y="6337319"/>
              <a:ext cx="3847204" cy="0"/>
            </a:xfrm>
            <a:prstGeom prst="line">
              <a:avLst/>
            </a:prstGeom>
            <a:ln w="38100" cap="flat">
              <a:solidFill>
                <a:srgbClr val="FF4E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32" name="Titre 31">
            <a:extLst>
              <a:ext uri="{FF2B5EF4-FFF2-40B4-BE49-F238E27FC236}">
                <a16:creationId xmlns:a16="http://schemas.microsoft.com/office/drawing/2014/main" id="{95BC53AE-256D-29D8-6A99-EEB3352E99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8709" y="21927"/>
            <a:ext cx="10515600" cy="594299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3200">
                <a:solidFill>
                  <a:srgbClr val="043882"/>
                </a:solidFill>
                <a:latin typeface="Calibri bold" panose="020F0702030404030204" pitchFamily="34" charset="0"/>
                <a:ea typeface="Calibri bold" panose="020F0702030404030204" pitchFamily="34" charset="0"/>
                <a:cs typeface="Calibri bold" panose="020F0702030404030204" pitchFamily="34" charset="0"/>
              </a:defRPr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6" name="Espace réservé du texte 5">
            <a:extLst>
              <a:ext uri="{FF2B5EF4-FFF2-40B4-BE49-F238E27FC236}">
                <a16:creationId xmlns:a16="http://schemas.microsoft.com/office/drawing/2014/main" id="{2B64D9EF-7296-C990-A382-4897A22CA7D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58763" y="615950"/>
            <a:ext cx="5187950" cy="57308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lang="fr-FR" sz="2400" kern="1200" dirty="0">
                <a:solidFill>
                  <a:schemeClr val="tx1"/>
                </a:solidFill>
                <a:latin typeface="Calibri bold" panose="020F0702030404030204" pitchFamily="34" charset="0"/>
                <a:ea typeface="Calibri bold" panose="020F0702030404030204" pitchFamily="34" charset="0"/>
                <a:cs typeface="Calibri bold" panose="020F0702030404030204" pitchFamily="34" charset="0"/>
              </a:defRPr>
            </a:lvl1pPr>
          </a:lstStyle>
          <a:p>
            <a:pPr lvl="0"/>
            <a:r>
              <a:rPr lang="fr-FR"/>
              <a:t>Sous-titre</a:t>
            </a:r>
          </a:p>
        </p:txBody>
      </p:sp>
      <p:sp>
        <p:nvSpPr>
          <p:cNvPr id="3" name="Espace réservé du pied de page 6">
            <a:extLst>
              <a:ext uri="{FF2B5EF4-FFF2-40B4-BE49-F238E27FC236}">
                <a16:creationId xmlns:a16="http://schemas.microsoft.com/office/drawing/2014/main" id="{B30DC5D4-5A02-C77E-8AE8-EE2BDDC03DA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502654"/>
            <a:ext cx="4114800" cy="365125"/>
          </a:xfrm>
          <a:prstGeom prst="rect">
            <a:avLst/>
          </a:prstGeom>
        </p:spPr>
        <p:txBody>
          <a:bodyPr anchor="ctr" anchorCtr="0"/>
          <a:lstStyle>
            <a:lvl1pPr algn="ctr">
              <a:defRPr sz="1050">
                <a:latin typeface="Aptos Light" panose="020F0502020204030204" pitchFamily="34" charset="0"/>
              </a:defRPr>
            </a:lvl1pPr>
          </a:lstStyle>
          <a:p>
            <a:r>
              <a:rPr lang="fr-FR"/>
              <a:t>Strictly confidential</a:t>
            </a:r>
          </a:p>
        </p:txBody>
      </p:sp>
      <p:sp>
        <p:nvSpPr>
          <p:cNvPr id="4" name="Espace réservé de la date 1">
            <a:extLst>
              <a:ext uri="{FF2B5EF4-FFF2-40B4-BE49-F238E27FC236}">
                <a16:creationId xmlns:a16="http://schemas.microsoft.com/office/drawing/2014/main" id="{9D4856AA-52C8-9318-5B37-5EE5EF2FE8A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24968" y="6484366"/>
            <a:ext cx="2743200" cy="365125"/>
          </a:xfrm>
          <a:prstGeom prst="rect">
            <a:avLst/>
          </a:prstGeom>
        </p:spPr>
        <p:txBody>
          <a:bodyPr anchor="ctr" anchorCtr="0"/>
          <a:lstStyle>
            <a:lvl1pPr>
              <a:defRPr sz="1000">
                <a:latin typeface="Aptos Light" panose="020B0004020202020204" pitchFamily="34" charset="0"/>
              </a:defRPr>
            </a:lvl1pPr>
          </a:lstStyle>
          <a:p>
            <a:r>
              <a:rPr lang="fr-FR"/>
              <a:t>March, 1st 2025</a:t>
            </a:r>
          </a:p>
        </p:txBody>
      </p:sp>
      <p:sp>
        <p:nvSpPr>
          <p:cNvPr id="5" name="Espace réservé du numéro de diapositive 10">
            <a:extLst>
              <a:ext uri="{FF2B5EF4-FFF2-40B4-BE49-F238E27FC236}">
                <a16:creationId xmlns:a16="http://schemas.microsoft.com/office/drawing/2014/main" id="{D47E1841-EAF7-CEC9-0EC8-C52EF8AE32A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67191" y="6469207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 anchorCtr="0"/>
          <a:lstStyle>
            <a:lvl1pPr algn="r">
              <a:defRPr sz="1000">
                <a:solidFill>
                  <a:schemeClr val="tx1">
                    <a:tint val="82000"/>
                  </a:schemeClr>
                </a:solidFill>
                <a:latin typeface="Aptos Light" panose="020B0004020202020204" pitchFamily="34" charset="0"/>
              </a:defRPr>
            </a:lvl1pPr>
          </a:lstStyle>
          <a:p>
            <a:fld id="{16A88250-4A72-4719-B696-DC572B6C1A1F}" type="slidenum">
              <a:rPr lang="fr-FR" smtClean="0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6334223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roupe 17">
            <a:extLst>
              <a:ext uri="{FF2B5EF4-FFF2-40B4-BE49-F238E27FC236}">
                <a16:creationId xmlns:a16="http://schemas.microsoft.com/office/drawing/2014/main" id="{C82D813F-AA8B-DD28-EE9F-4CD164E9773E}"/>
              </a:ext>
            </a:extLst>
          </p:cNvPr>
          <p:cNvGrpSpPr/>
          <p:nvPr userDrawn="1"/>
        </p:nvGrpSpPr>
        <p:grpSpPr>
          <a:xfrm>
            <a:off x="-1" y="1124295"/>
            <a:ext cx="12192001" cy="5378359"/>
            <a:chOff x="-31748" y="1122283"/>
            <a:chExt cx="11980196" cy="5222004"/>
          </a:xfrm>
        </p:grpSpPr>
        <p:sp>
          <p:nvSpPr>
            <p:cNvPr id="17" name="Freeform 3">
              <a:extLst>
                <a:ext uri="{FF2B5EF4-FFF2-40B4-BE49-F238E27FC236}">
                  <a16:creationId xmlns:a16="http://schemas.microsoft.com/office/drawing/2014/main" id="{9F144B5A-6BF6-3C4B-AB1F-D43CBFC72852}"/>
                </a:ext>
              </a:extLst>
            </p:cNvPr>
            <p:cNvSpPr/>
            <p:nvPr userDrawn="1"/>
          </p:nvSpPr>
          <p:spPr>
            <a:xfrm>
              <a:off x="-31747" y="1122285"/>
              <a:ext cx="11980195" cy="5222002"/>
            </a:xfrm>
            <a:custGeom>
              <a:avLst/>
              <a:gdLst/>
              <a:ahLst/>
              <a:cxnLst/>
              <a:rect l="l" t="t" r="r" b="b"/>
              <a:pathLst>
                <a:path w="35097463" h="17034337">
                  <a:moveTo>
                    <a:pt x="0" y="0"/>
                  </a:moveTo>
                  <a:lnTo>
                    <a:pt x="35097463" y="0"/>
                  </a:lnTo>
                  <a:lnTo>
                    <a:pt x="35097463" y="17034337"/>
                  </a:lnTo>
                  <a:lnTo>
                    <a:pt x="0" y="170343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fr-FR"/>
            </a:p>
          </p:txBody>
        </p:sp>
        <p:sp>
          <p:nvSpPr>
            <p:cNvPr id="16" name="Freeform 4">
              <a:extLst>
                <a:ext uri="{FF2B5EF4-FFF2-40B4-BE49-F238E27FC236}">
                  <a16:creationId xmlns:a16="http://schemas.microsoft.com/office/drawing/2014/main" id="{40F6D2D0-A8A9-0931-A401-E3B387558A96}"/>
                </a:ext>
              </a:extLst>
            </p:cNvPr>
            <p:cNvSpPr/>
            <p:nvPr userDrawn="1"/>
          </p:nvSpPr>
          <p:spPr>
            <a:xfrm>
              <a:off x="-31748" y="1122283"/>
              <a:ext cx="11980196" cy="5222002"/>
            </a:xfrm>
            <a:custGeom>
              <a:avLst/>
              <a:gdLst/>
              <a:ahLst/>
              <a:cxnLst/>
              <a:rect l="l" t="t" r="r" b="b"/>
              <a:pathLst>
                <a:path w="32070247" h="11890157">
                  <a:moveTo>
                    <a:pt x="0" y="0"/>
                  </a:moveTo>
                  <a:lnTo>
                    <a:pt x="32070247" y="0"/>
                  </a:lnTo>
                  <a:lnTo>
                    <a:pt x="32070247" y="11890157"/>
                  </a:lnTo>
                  <a:lnTo>
                    <a:pt x="0" y="1189015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 cstate="email">
                <a:alphaModFix amt="90000"/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fr-FR"/>
            </a:p>
          </p:txBody>
        </p:sp>
      </p:grpSp>
      <p:pic>
        <p:nvPicPr>
          <p:cNvPr id="11" name="Image 10" descr="Une image contenant Graphique, Police, graphisme, capture d’écran&#10;&#10;Description générée automatiquement">
            <a:extLst>
              <a:ext uri="{FF2B5EF4-FFF2-40B4-BE49-F238E27FC236}">
                <a16:creationId xmlns:a16="http://schemas.microsoft.com/office/drawing/2014/main" id="{549598F8-3FC9-6D79-0511-E80A10ADC4BB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737573" y="136525"/>
            <a:ext cx="1237465" cy="326072"/>
          </a:xfrm>
          <a:prstGeom prst="rect">
            <a:avLst/>
          </a:prstGeom>
        </p:spPr>
      </p:pic>
      <p:grpSp>
        <p:nvGrpSpPr>
          <p:cNvPr id="20" name="Groupe 19">
            <a:extLst>
              <a:ext uri="{FF2B5EF4-FFF2-40B4-BE49-F238E27FC236}">
                <a16:creationId xmlns:a16="http://schemas.microsoft.com/office/drawing/2014/main" id="{AF410AAD-C7A6-1DF2-5A82-58E0ACDB16DC}"/>
              </a:ext>
            </a:extLst>
          </p:cNvPr>
          <p:cNvGrpSpPr/>
          <p:nvPr userDrawn="1"/>
        </p:nvGrpSpPr>
        <p:grpSpPr>
          <a:xfrm>
            <a:off x="8159561" y="6375600"/>
            <a:ext cx="4032438" cy="196279"/>
            <a:chOff x="8159561" y="6245191"/>
            <a:chExt cx="4032438" cy="196279"/>
          </a:xfrm>
        </p:grpSpPr>
        <p:sp>
          <p:nvSpPr>
            <p:cNvPr id="21" name="Freeform 12">
              <a:extLst>
                <a:ext uri="{FF2B5EF4-FFF2-40B4-BE49-F238E27FC236}">
                  <a16:creationId xmlns:a16="http://schemas.microsoft.com/office/drawing/2014/main" id="{DF82B8A1-72F6-84C7-0D31-4120FAC66B9A}"/>
                </a:ext>
              </a:extLst>
            </p:cNvPr>
            <p:cNvSpPr/>
            <p:nvPr/>
          </p:nvSpPr>
          <p:spPr>
            <a:xfrm rot="21377107">
              <a:off x="8159561" y="6245191"/>
              <a:ext cx="189494" cy="196279"/>
            </a:xfrm>
            <a:custGeom>
              <a:avLst/>
              <a:gdLst/>
              <a:ahLst/>
              <a:cxnLst/>
              <a:rect l="l" t="t" r="r" b="b"/>
              <a:pathLst>
                <a:path w="338917" h="338917">
                  <a:moveTo>
                    <a:pt x="0" y="0"/>
                  </a:moveTo>
                  <a:lnTo>
                    <a:pt x="338918" y="0"/>
                  </a:lnTo>
                  <a:lnTo>
                    <a:pt x="338918" y="338917"/>
                  </a:lnTo>
                  <a:lnTo>
                    <a:pt x="0" y="3389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fr-FR"/>
            </a:p>
          </p:txBody>
        </p:sp>
        <p:sp>
          <p:nvSpPr>
            <p:cNvPr id="22" name="AutoShape 11">
              <a:extLst>
                <a:ext uri="{FF2B5EF4-FFF2-40B4-BE49-F238E27FC236}">
                  <a16:creationId xmlns:a16="http://schemas.microsoft.com/office/drawing/2014/main" id="{88A8DD86-2598-F753-1F08-4D011B02241F}"/>
                </a:ext>
              </a:extLst>
            </p:cNvPr>
            <p:cNvSpPr/>
            <p:nvPr/>
          </p:nvSpPr>
          <p:spPr>
            <a:xfrm flipV="1">
              <a:off x="8344795" y="6337319"/>
              <a:ext cx="3847204" cy="0"/>
            </a:xfrm>
            <a:prstGeom prst="line">
              <a:avLst/>
            </a:prstGeom>
            <a:ln w="38100" cap="flat">
              <a:solidFill>
                <a:srgbClr val="FF4E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3" name="Groupe 2">
            <a:extLst>
              <a:ext uri="{FF2B5EF4-FFF2-40B4-BE49-F238E27FC236}">
                <a16:creationId xmlns:a16="http://schemas.microsoft.com/office/drawing/2014/main" id="{210B3109-1047-F5AA-421A-8C6F9134068B}"/>
              </a:ext>
            </a:extLst>
          </p:cNvPr>
          <p:cNvGrpSpPr/>
          <p:nvPr userDrawn="1"/>
        </p:nvGrpSpPr>
        <p:grpSpPr>
          <a:xfrm>
            <a:off x="0" y="1008000"/>
            <a:ext cx="10538243" cy="218664"/>
            <a:chOff x="1156915" y="6221292"/>
            <a:chExt cx="10538243" cy="218664"/>
          </a:xfrm>
        </p:grpSpPr>
        <p:sp>
          <p:nvSpPr>
            <p:cNvPr id="4" name="Freeform 12">
              <a:extLst>
                <a:ext uri="{FF2B5EF4-FFF2-40B4-BE49-F238E27FC236}">
                  <a16:creationId xmlns:a16="http://schemas.microsoft.com/office/drawing/2014/main" id="{9E188151-9659-F5B6-E015-5C4831E03B09}"/>
                </a:ext>
              </a:extLst>
            </p:cNvPr>
            <p:cNvSpPr/>
            <p:nvPr/>
          </p:nvSpPr>
          <p:spPr>
            <a:xfrm rot="10577107">
              <a:off x="11479733" y="6221292"/>
              <a:ext cx="215425" cy="218664"/>
            </a:xfrm>
            <a:custGeom>
              <a:avLst/>
              <a:gdLst/>
              <a:ahLst/>
              <a:cxnLst/>
              <a:rect l="l" t="t" r="r" b="b"/>
              <a:pathLst>
                <a:path w="338917" h="338917">
                  <a:moveTo>
                    <a:pt x="0" y="0"/>
                  </a:moveTo>
                  <a:lnTo>
                    <a:pt x="338918" y="0"/>
                  </a:lnTo>
                  <a:lnTo>
                    <a:pt x="338918" y="338917"/>
                  </a:lnTo>
                  <a:lnTo>
                    <a:pt x="0" y="3389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fr-FR"/>
            </a:p>
          </p:txBody>
        </p:sp>
        <p:sp>
          <p:nvSpPr>
            <p:cNvPr id="5" name="AutoShape 11">
              <a:extLst>
                <a:ext uri="{FF2B5EF4-FFF2-40B4-BE49-F238E27FC236}">
                  <a16:creationId xmlns:a16="http://schemas.microsoft.com/office/drawing/2014/main" id="{BB048114-A2C8-6A2F-B351-3935C1B97AB8}"/>
                </a:ext>
              </a:extLst>
            </p:cNvPr>
            <p:cNvSpPr/>
            <p:nvPr/>
          </p:nvSpPr>
          <p:spPr>
            <a:xfrm rot="10800000" flipV="1">
              <a:off x="1156915" y="6337969"/>
              <a:ext cx="10332000" cy="0"/>
            </a:xfrm>
            <a:prstGeom prst="line">
              <a:avLst/>
            </a:prstGeom>
            <a:ln w="38100" cap="flat">
              <a:solidFill>
                <a:srgbClr val="FF4E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6" name="Titre 31">
            <a:extLst>
              <a:ext uri="{FF2B5EF4-FFF2-40B4-BE49-F238E27FC236}">
                <a16:creationId xmlns:a16="http://schemas.microsoft.com/office/drawing/2014/main" id="{360397E6-B15E-6879-A8FD-B84111C47A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8709" y="21927"/>
            <a:ext cx="10515600" cy="594299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3200">
                <a:solidFill>
                  <a:srgbClr val="043882"/>
                </a:solidFill>
                <a:latin typeface="Calibri bold" panose="020F0702030404030204" pitchFamily="34" charset="0"/>
                <a:ea typeface="Calibri bold" panose="020F0702030404030204" pitchFamily="34" charset="0"/>
                <a:cs typeface="Calibri bold" panose="020F0702030404030204" pitchFamily="34" charset="0"/>
              </a:defRPr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7" name="Espace réservé du texte 5">
            <a:extLst>
              <a:ext uri="{FF2B5EF4-FFF2-40B4-BE49-F238E27FC236}">
                <a16:creationId xmlns:a16="http://schemas.microsoft.com/office/drawing/2014/main" id="{36959ECE-2B69-B7E0-9F2F-54BFB23F180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58763" y="615950"/>
            <a:ext cx="5187950" cy="57308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lang="fr-FR" sz="2400" kern="1200" dirty="0">
                <a:solidFill>
                  <a:schemeClr val="tx1"/>
                </a:solidFill>
                <a:latin typeface="Calibri bold" panose="020F0702030404030204" pitchFamily="34" charset="0"/>
                <a:ea typeface="Calibri bold" panose="020F0702030404030204" pitchFamily="34" charset="0"/>
                <a:cs typeface="Calibri bold" panose="020F0702030404030204" pitchFamily="34" charset="0"/>
              </a:defRPr>
            </a:lvl1pPr>
          </a:lstStyle>
          <a:p>
            <a:pPr lvl="0"/>
            <a:r>
              <a:rPr lang="fr-FR"/>
              <a:t>Sous-titre</a:t>
            </a:r>
          </a:p>
        </p:txBody>
      </p:sp>
      <p:sp>
        <p:nvSpPr>
          <p:cNvPr id="13" name="Espace réservé du pied de page 6">
            <a:extLst>
              <a:ext uri="{FF2B5EF4-FFF2-40B4-BE49-F238E27FC236}">
                <a16:creationId xmlns:a16="http://schemas.microsoft.com/office/drawing/2014/main" id="{175D9C98-C99F-DD9D-3089-759D45E9B0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502654"/>
            <a:ext cx="4114800" cy="365125"/>
          </a:xfrm>
          <a:prstGeom prst="rect">
            <a:avLst/>
          </a:prstGeom>
        </p:spPr>
        <p:txBody>
          <a:bodyPr anchor="ctr" anchorCtr="0"/>
          <a:lstStyle>
            <a:lvl1pPr algn="ctr">
              <a:defRPr sz="1050">
                <a:latin typeface="Aptos Light" panose="020F0502020204030204" pitchFamily="34" charset="0"/>
              </a:defRPr>
            </a:lvl1pPr>
          </a:lstStyle>
          <a:p>
            <a:r>
              <a:rPr lang="fr-FR"/>
              <a:t>Strictly confidential</a:t>
            </a:r>
          </a:p>
        </p:txBody>
      </p:sp>
      <p:sp>
        <p:nvSpPr>
          <p:cNvPr id="14" name="Espace réservé de la date 1">
            <a:extLst>
              <a:ext uri="{FF2B5EF4-FFF2-40B4-BE49-F238E27FC236}">
                <a16:creationId xmlns:a16="http://schemas.microsoft.com/office/drawing/2014/main" id="{35C01C48-F775-7069-405F-0E60B447186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24968" y="6484366"/>
            <a:ext cx="2743200" cy="365125"/>
          </a:xfrm>
          <a:prstGeom prst="rect">
            <a:avLst/>
          </a:prstGeom>
        </p:spPr>
        <p:txBody>
          <a:bodyPr anchor="ctr" anchorCtr="0"/>
          <a:lstStyle>
            <a:lvl1pPr>
              <a:defRPr sz="1000">
                <a:latin typeface="Aptos Light" panose="020B0004020202020204" pitchFamily="34" charset="0"/>
              </a:defRPr>
            </a:lvl1pPr>
          </a:lstStyle>
          <a:p>
            <a:r>
              <a:rPr lang="fr-FR"/>
              <a:t>March, 1st 2025</a:t>
            </a:r>
          </a:p>
        </p:txBody>
      </p:sp>
      <p:sp>
        <p:nvSpPr>
          <p:cNvPr id="15" name="Espace réservé du numéro de diapositive 10">
            <a:extLst>
              <a:ext uri="{FF2B5EF4-FFF2-40B4-BE49-F238E27FC236}">
                <a16:creationId xmlns:a16="http://schemas.microsoft.com/office/drawing/2014/main" id="{70516084-C55A-0C0E-8871-D043B461F6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67191" y="6469207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 anchorCtr="0"/>
          <a:lstStyle>
            <a:lvl1pPr algn="r">
              <a:defRPr sz="1000">
                <a:solidFill>
                  <a:schemeClr val="tx1">
                    <a:tint val="82000"/>
                  </a:schemeClr>
                </a:solidFill>
                <a:latin typeface="Aptos Light" panose="020B0004020202020204" pitchFamily="34" charset="0"/>
              </a:defRPr>
            </a:lvl1pPr>
          </a:lstStyle>
          <a:p>
            <a:fld id="{16A88250-4A72-4719-B696-DC572B6C1A1F}" type="slidenum">
              <a:rPr lang="fr-FR" smtClean="0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2199253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e 5">
            <a:extLst>
              <a:ext uri="{FF2B5EF4-FFF2-40B4-BE49-F238E27FC236}">
                <a16:creationId xmlns:a16="http://schemas.microsoft.com/office/drawing/2014/main" id="{E01FD5A2-D123-B540-70FF-658436918B01}"/>
              </a:ext>
            </a:extLst>
          </p:cNvPr>
          <p:cNvGrpSpPr/>
          <p:nvPr userDrawn="1"/>
        </p:nvGrpSpPr>
        <p:grpSpPr>
          <a:xfrm>
            <a:off x="-1" y="1124295"/>
            <a:ext cx="12192001" cy="5378359"/>
            <a:chOff x="-31748" y="1122283"/>
            <a:chExt cx="11980196" cy="5222004"/>
          </a:xfrm>
        </p:grpSpPr>
        <p:sp>
          <p:nvSpPr>
            <p:cNvPr id="7" name="Freeform 3">
              <a:extLst>
                <a:ext uri="{FF2B5EF4-FFF2-40B4-BE49-F238E27FC236}">
                  <a16:creationId xmlns:a16="http://schemas.microsoft.com/office/drawing/2014/main" id="{BE34C675-F520-37BE-49EC-F0ABAEFBB03A}"/>
                </a:ext>
              </a:extLst>
            </p:cNvPr>
            <p:cNvSpPr/>
            <p:nvPr userDrawn="1"/>
          </p:nvSpPr>
          <p:spPr>
            <a:xfrm>
              <a:off x="-31747" y="1122285"/>
              <a:ext cx="11980195" cy="5222002"/>
            </a:xfrm>
            <a:custGeom>
              <a:avLst/>
              <a:gdLst/>
              <a:ahLst/>
              <a:cxnLst/>
              <a:rect l="l" t="t" r="r" b="b"/>
              <a:pathLst>
                <a:path w="35097463" h="17034337">
                  <a:moveTo>
                    <a:pt x="0" y="0"/>
                  </a:moveTo>
                  <a:lnTo>
                    <a:pt x="35097463" y="0"/>
                  </a:lnTo>
                  <a:lnTo>
                    <a:pt x="35097463" y="17034337"/>
                  </a:lnTo>
                  <a:lnTo>
                    <a:pt x="0" y="170343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fr-FR"/>
            </a:p>
          </p:txBody>
        </p:sp>
        <p:sp>
          <p:nvSpPr>
            <p:cNvPr id="8" name="Freeform 4">
              <a:extLst>
                <a:ext uri="{FF2B5EF4-FFF2-40B4-BE49-F238E27FC236}">
                  <a16:creationId xmlns:a16="http://schemas.microsoft.com/office/drawing/2014/main" id="{CB603370-4BE0-4C79-DD80-BB5F77712233}"/>
                </a:ext>
              </a:extLst>
            </p:cNvPr>
            <p:cNvSpPr/>
            <p:nvPr userDrawn="1"/>
          </p:nvSpPr>
          <p:spPr>
            <a:xfrm>
              <a:off x="-31748" y="1122283"/>
              <a:ext cx="11980196" cy="5222002"/>
            </a:xfrm>
            <a:custGeom>
              <a:avLst/>
              <a:gdLst/>
              <a:ahLst/>
              <a:cxnLst/>
              <a:rect l="l" t="t" r="r" b="b"/>
              <a:pathLst>
                <a:path w="32070247" h="11890157">
                  <a:moveTo>
                    <a:pt x="0" y="0"/>
                  </a:moveTo>
                  <a:lnTo>
                    <a:pt x="32070247" y="0"/>
                  </a:lnTo>
                  <a:lnTo>
                    <a:pt x="32070247" y="11890157"/>
                  </a:lnTo>
                  <a:lnTo>
                    <a:pt x="0" y="1189015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 cstate="email">
                <a:alphaModFix amt="90000"/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20" name="Groupe 19">
            <a:extLst>
              <a:ext uri="{FF2B5EF4-FFF2-40B4-BE49-F238E27FC236}">
                <a16:creationId xmlns:a16="http://schemas.microsoft.com/office/drawing/2014/main" id="{AF410AAD-C7A6-1DF2-5A82-58E0ACDB16DC}"/>
              </a:ext>
            </a:extLst>
          </p:cNvPr>
          <p:cNvGrpSpPr/>
          <p:nvPr userDrawn="1"/>
        </p:nvGrpSpPr>
        <p:grpSpPr>
          <a:xfrm>
            <a:off x="8159562" y="6386226"/>
            <a:ext cx="4032438" cy="196279"/>
            <a:chOff x="8159561" y="6245191"/>
            <a:chExt cx="4032438" cy="196279"/>
          </a:xfrm>
        </p:grpSpPr>
        <p:sp>
          <p:nvSpPr>
            <p:cNvPr id="21" name="Freeform 12">
              <a:extLst>
                <a:ext uri="{FF2B5EF4-FFF2-40B4-BE49-F238E27FC236}">
                  <a16:creationId xmlns:a16="http://schemas.microsoft.com/office/drawing/2014/main" id="{DF82B8A1-72F6-84C7-0D31-4120FAC66B9A}"/>
                </a:ext>
              </a:extLst>
            </p:cNvPr>
            <p:cNvSpPr/>
            <p:nvPr/>
          </p:nvSpPr>
          <p:spPr>
            <a:xfrm rot="21377107">
              <a:off x="8159561" y="6245191"/>
              <a:ext cx="189494" cy="196279"/>
            </a:xfrm>
            <a:custGeom>
              <a:avLst/>
              <a:gdLst/>
              <a:ahLst/>
              <a:cxnLst/>
              <a:rect l="l" t="t" r="r" b="b"/>
              <a:pathLst>
                <a:path w="338917" h="338917">
                  <a:moveTo>
                    <a:pt x="0" y="0"/>
                  </a:moveTo>
                  <a:lnTo>
                    <a:pt x="338918" y="0"/>
                  </a:lnTo>
                  <a:lnTo>
                    <a:pt x="338918" y="338917"/>
                  </a:lnTo>
                  <a:lnTo>
                    <a:pt x="0" y="3389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fr-FR"/>
            </a:p>
          </p:txBody>
        </p:sp>
        <p:sp>
          <p:nvSpPr>
            <p:cNvPr id="22" name="AutoShape 11">
              <a:extLst>
                <a:ext uri="{FF2B5EF4-FFF2-40B4-BE49-F238E27FC236}">
                  <a16:creationId xmlns:a16="http://schemas.microsoft.com/office/drawing/2014/main" id="{88A8DD86-2598-F753-1F08-4D011B02241F}"/>
                </a:ext>
              </a:extLst>
            </p:cNvPr>
            <p:cNvSpPr/>
            <p:nvPr/>
          </p:nvSpPr>
          <p:spPr>
            <a:xfrm flipV="1">
              <a:off x="8344795" y="6337319"/>
              <a:ext cx="3847204" cy="0"/>
            </a:xfrm>
            <a:prstGeom prst="line">
              <a:avLst/>
            </a:prstGeom>
            <a:ln w="38100" cap="flat">
              <a:solidFill>
                <a:srgbClr val="FF4E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fr-FR"/>
            </a:p>
          </p:txBody>
        </p:sp>
      </p:grpSp>
      <p:pic>
        <p:nvPicPr>
          <p:cNvPr id="9" name="Image 8" descr="Une image contenant Graphique, Police, graphisme, capture d’écran&#10;&#10;Description générée automatiquement">
            <a:extLst>
              <a:ext uri="{FF2B5EF4-FFF2-40B4-BE49-F238E27FC236}">
                <a16:creationId xmlns:a16="http://schemas.microsoft.com/office/drawing/2014/main" id="{412FE011-AFC2-3601-1219-9A2351A90716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737573" y="136525"/>
            <a:ext cx="1237465" cy="326072"/>
          </a:xfrm>
          <a:prstGeom prst="rect">
            <a:avLst/>
          </a:prstGeom>
        </p:spPr>
      </p:pic>
      <p:grpSp>
        <p:nvGrpSpPr>
          <p:cNvPr id="10" name="Groupe 9">
            <a:extLst>
              <a:ext uri="{FF2B5EF4-FFF2-40B4-BE49-F238E27FC236}">
                <a16:creationId xmlns:a16="http://schemas.microsoft.com/office/drawing/2014/main" id="{06179FF9-5A57-B515-B1BE-A653EFCCA531}"/>
              </a:ext>
            </a:extLst>
          </p:cNvPr>
          <p:cNvGrpSpPr/>
          <p:nvPr userDrawn="1"/>
        </p:nvGrpSpPr>
        <p:grpSpPr>
          <a:xfrm>
            <a:off x="0" y="1014964"/>
            <a:ext cx="10538243" cy="218664"/>
            <a:chOff x="1156915" y="6221292"/>
            <a:chExt cx="10538243" cy="218664"/>
          </a:xfrm>
        </p:grpSpPr>
        <p:sp>
          <p:nvSpPr>
            <p:cNvPr id="13" name="Freeform 12">
              <a:extLst>
                <a:ext uri="{FF2B5EF4-FFF2-40B4-BE49-F238E27FC236}">
                  <a16:creationId xmlns:a16="http://schemas.microsoft.com/office/drawing/2014/main" id="{9E2C1D6C-93A6-2D75-4939-1A35EF94135C}"/>
                </a:ext>
              </a:extLst>
            </p:cNvPr>
            <p:cNvSpPr/>
            <p:nvPr/>
          </p:nvSpPr>
          <p:spPr>
            <a:xfrm rot="10577107">
              <a:off x="11479733" y="6221292"/>
              <a:ext cx="215425" cy="218664"/>
            </a:xfrm>
            <a:custGeom>
              <a:avLst/>
              <a:gdLst/>
              <a:ahLst/>
              <a:cxnLst/>
              <a:rect l="l" t="t" r="r" b="b"/>
              <a:pathLst>
                <a:path w="338917" h="338917">
                  <a:moveTo>
                    <a:pt x="0" y="0"/>
                  </a:moveTo>
                  <a:lnTo>
                    <a:pt x="338918" y="0"/>
                  </a:lnTo>
                  <a:lnTo>
                    <a:pt x="338918" y="338917"/>
                  </a:lnTo>
                  <a:lnTo>
                    <a:pt x="0" y="3389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fr-FR"/>
            </a:p>
          </p:txBody>
        </p:sp>
        <p:sp>
          <p:nvSpPr>
            <p:cNvPr id="14" name="AutoShape 11">
              <a:extLst>
                <a:ext uri="{FF2B5EF4-FFF2-40B4-BE49-F238E27FC236}">
                  <a16:creationId xmlns:a16="http://schemas.microsoft.com/office/drawing/2014/main" id="{05C431B5-7058-FA48-0AF4-629B3A7391EF}"/>
                </a:ext>
              </a:extLst>
            </p:cNvPr>
            <p:cNvSpPr/>
            <p:nvPr/>
          </p:nvSpPr>
          <p:spPr>
            <a:xfrm rot="10800000" flipV="1">
              <a:off x="1156915" y="6337969"/>
              <a:ext cx="10332000" cy="0"/>
            </a:xfrm>
            <a:prstGeom prst="line">
              <a:avLst/>
            </a:prstGeom>
            <a:ln w="38100" cap="flat">
              <a:solidFill>
                <a:srgbClr val="FF4E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15" name="Titre 31">
            <a:extLst>
              <a:ext uri="{FF2B5EF4-FFF2-40B4-BE49-F238E27FC236}">
                <a16:creationId xmlns:a16="http://schemas.microsoft.com/office/drawing/2014/main" id="{516FC9E9-1311-6B29-BF90-5FC527D9A1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8709" y="21927"/>
            <a:ext cx="10515600" cy="594299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3200">
                <a:solidFill>
                  <a:srgbClr val="043882"/>
                </a:solidFill>
                <a:latin typeface="Calibri bold" panose="020F0702030404030204" pitchFamily="34" charset="0"/>
                <a:ea typeface="Calibri bold" panose="020F0702030404030204" pitchFamily="34" charset="0"/>
                <a:cs typeface="Calibri bold" panose="020F0702030404030204" pitchFamily="34" charset="0"/>
              </a:defRPr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26" name="Espace réservé du texte 5">
            <a:extLst>
              <a:ext uri="{FF2B5EF4-FFF2-40B4-BE49-F238E27FC236}">
                <a16:creationId xmlns:a16="http://schemas.microsoft.com/office/drawing/2014/main" id="{5E10775F-BCA9-DAF4-FEED-CA43624B477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58763" y="615950"/>
            <a:ext cx="5187950" cy="57308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lang="fr-FR" sz="2400" kern="1200" dirty="0">
                <a:solidFill>
                  <a:schemeClr val="tx1"/>
                </a:solidFill>
                <a:latin typeface="Calibri bold" panose="020F0702030404030204" pitchFamily="34" charset="0"/>
                <a:ea typeface="Calibri bold" panose="020F0702030404030204" pitchFamily="34" charset="0"/>
                <a:cs typeface="Calibri bold" panose="020F0702030404030204" pitchFamily="34" charset="0"/>
              </a:defRPr>
            </a:lvl1pPr>
          </a:lstStyle>
          <a:p>
            <a:pPr lvl="0"/>
            <a:r>
              <a:rPr lang="fr-FR"/>
              <a:t>Sous-titre</a:t>
            </a:r>
          </a:p>
        </p:txBody>
      </p:sp>
      <p:sp>
        <p:nvSpPr>
          <p:cNvPr id="3" name="Espace réservé du pied de page 6">
            <a:extLst>
              <a:ext uri="{FF2B5EF4-FFF2-40B4-BE49-F238E27FC236}">
                <a16:creationId xmlns:a16="http://schemas.microsoft.com/office/drawing/2014/main" id="{2EBB6179-6BE3-839C-9B8B-2A0997FCABE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502654"/>
            <a:ext cx="4114800" cy="365125"/>
          </a:xfrm>
          <a:prstGeom prst="rect">
            <a:avLst/>
          </a:prstGeom>
        </p:spPr>
        <p:txBody>
          <a:bodyPr anchor="ctr" anchorCtr="0"/>
          <a:lstStyle>
            <a:lvl1pPr algn="ctr">
              <a:defRPr sz="1050">
                <a:latin typeface="Aptos Light" panose="020F0502020204030204" pitchFamily="34" charset="0"/>
              </a:defRPr>
            </a:lvl1pPr>
          </a:lstStyle>
          <a:p>
            <a:r>
              <a:rPr lang="fr-FR"/>
              <a:t>Strictly confidential</a:t>
            </a:r>
          </a:p>
        </p:txBody>
      </p:sp>
      <p:sp>
        <p:nvSpPr>
          <p:cNvPr id="4" name="Espace réservé de la date 1">
            <a:extLst>
              <a:ext uri="{FF2B5EF4-FFF2-40B4-BE49-F238E27FC236}">
                <a16:creationId xmlns:a16="http://schemas.microsoft.com/office/drawing/2014/main" id="{0165C567-AC23-CA0F-3DF7-FFCB8166E80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24968" y="6484366"/>
            <a:ext cx="2743200" cy="365125"/>
          </a:xfrm>
          <a:prstGeom prst="rect">
            <a:avLst/>
          </a:prstGeom>
        </p:spPr>
        <p:txBody>
          <a:bodyPr anchor="ctr" anchorCtr="0"/>
          <a:lstStyle>
            <a:lvl1pPr>
              <a:defRPr sz="1000">
                <a:latin typeface="Aptos Light" panose="020B0004020202020204" pitchFamily="34" charset="0"/>
              </a:defRPr>
            </a:lvl1pPr>
          </a:lstStyle>
          <a:p>
            <a:r>
              <a:rPr lang="fr-FR"/>
              <a:t>March, 1st 2025</a:t>
            </a:r>
          </a:p>
        </p:txBody>
      </p:sp>
      <p:sp>
        <p:nvSpPr>
          <p:cNvPr id="5" name="Espace réservé du numéro de diapositive 10">
            <a:extLst>
              <a:ext uri="{FF2B5EF4-FFF2-40B4-BE49-F238E27FC236}">
                <a16:creationId xmlns:a16="http://schemas.microsoft.com/office/drawing/2014/main" id="{05EA4260-169A-CB13-F8F1-7AC992536C4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67191" y="6469207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 anchorCtr="0"/>
          <a:lstStyle>
            <a:lvl1pPr algn="r">
              <a:defRPr sz="1000">
                <a:solidFill>
                  <a:schemeClr val="tx1">
                    <a:tint val="82000"/>
                  </a:schemeClr>
                </a:solidFill>
                <a:latin typeface="Aptos Light" panose="020B0004020202020204" pitchFamily="34" charset="0"/>
              </a:defRPr>
            </a:lvl1pPr>
          </a:lstStyle>
          <a:p>
            <a:fld id="{16A88250-4A72-4719-B696-DC572B6C1A1F}" type="slidenum">
              <a:rPr lang="fr-FR" smtClean="0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2199253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Image 11" descr="Une image contenant Graphique, Police, graphisme, capture d’écran&#10;&#10;Description générée automatiquement">
            <a:extLst>
              <a:ext uri="{FF2B5EF4-FFF2-40B4-BE49-F238E27FC236}">
                <a16:creationId xmlns:a16="http://schemas.microsoft.com/office/drawing/2014/main" id="{FBC70DFC-444C-9173-C243-0B6DC496D4F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737573" y="136525"/>
            <a:ext cx="1237465" cy="326072"/>
          </a:xfrm>
          <a:prstGeom prst="rect">
            <a:avLst/>
          </a:prstGeom>
        </p:spPr>
      </p:pic>
      <p:grpSp>
        <p:nvGrpSpPr>
          <p:cNvPr id="27" name="Groupe 26">
            <a:extLst>
              <a:ext uri="{FF2B5EF4-FFF2-40B4-BE49-F238E27FC236}">
                <a16:creationId xmlns:a16="http://schemas.microsoft.com/office/drawing/2014/main" id="{FD0256AD-0036-D7FC-0419-F3F7B2A1E9EC}"/>
              </a:ext>
            </a:extLst>
          </p:cNvPr>
          <p:cNvGrpSpPr/>
          <p:nvPr userDrawn="1"/>
        </p:nvGrpSpPr>
        <p:grpSpPr>
          <a:xfrm>
            <a:off x="8159561" y="6375600"/>
            <a:ext cx="4032438" cy="196279"/>
            <a:chOff x="8159561" y="6245191"/>
            <a:chExt cx="4032438" cy="196279"/>
          </a:xfrm>
        </p:grpSpPr>
        <p:sp>
          <p:nvSpPr>
            <p:cNvPr id="25" name="Freeform 12">
              <a:extLst>
                <a:ext uri="{FF2B5EF4-FFF2-40B4-BE49-F238E27FC236}">
                  <a16:creationId xmlns:a16="http://schemas.microsoft.com/office/drawing/2014/main" id="{9D006C4E-CBC4-1D52-A992-4528E01CE21C}"/>
                </a:ext>
              </a:extLst>
            </p:cNvPr>
            <p:cNvSpPr/>
            <p:nvPr/>
          </p:nvSpPr>
          <p:spPr>
            <a:xfrm rot="21377107">
              <a:off x="8159561" y="6245191"/>
              <a:ext cx="189494" cy="196279"/>
            </a:xfrm>
            <a:custGeom>
              <a:avLst/>
              <a:gdLst/>
              <a:ahLst/>
              <a:cxnLst/>
              <a:rect l="l" t="t" r="r" b="b"/>
              <a:pathLst>
                <a:path w="338917" h="338917">
                  <a:moveTo>
                    <a:pt x="0" y="0"/>
                  </a:moveTo>
                  <a:lnTo>
                    <a:pt x="338918" y="0"/>
                  </a:lnTo>
                  <a:lnTo>
                    <a:pt x="338918" y="338917"/>
                  </a:lnTo>
                  <a:lnTo>
                    <a:pt x="0" y="3389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fr-FR"/>
            </a:p>
          </p:txBody>
        </p:sp>
        <p:sp>
          <p:nvSpPr>
            <p:cNvPr id="26" name="AutoShape 11">
              <a:extLst>
                <a:ext uri="{FF2B5EF4-FFF2-40B4-BE49-F238E27FC236}">
                  <a16:creationId xmlns:a16="http://schemas.microsoft.com/office/drawing/2014/main" id="{533F40BC-0B22-C48A-900D-2413EF15E24B}"/>
                </a:ext>
              </a:extLst>
            </p:cNvPr>
            <p:cNvSpPr/>
            <p:nvPr/>
          </p:nvSpPr>
          <p:spPr>
            <a:xfrm flipV="1">
              <a:off x="8344795" y="6337319"/>
              <a:ext cx="3847204" cy="0"/>
            </a:xfrm>
            <a:prstGeom prst="line">
              <a:avLst/>
            </a:prstGeom>
            <a:ln w="38100" cap="flat">
              <a:solidFill>
                <a:srgbClr val="FF4E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3" name="Groupe 2">
            <a:extLst>
              <a:ext uri="{FF2B5EF4-FFF2-40B4-BE49-F238E27FC236}">
                <a16:creationId xmlns:a16="http://schemas.microsoft.com/office/drawing/2014/main" id="{6C192C62-D276-A0A5-56A2-FA049BAEA3A6}"/>
              </a:ext>
            </a:extLst>
          </p:cNvPr>
          <p:cNvGrpSpPr/>
          <p:nvPr userDrawn="1"/>
        </p:nvGrpSpPr>
        <p:grpSpPr>
          <a:xfrm>
            <a:off x="0" y="1036318"/>
            <a:ext cx="10538243" cy="218664"/>
            <a:chOff x="1156915" y="6221292"/>
            <a:chExt cx="10538243" cy="218664"/>
          </a:xfrm>
        </p:grpSpPr>
        <p:sp>
          <p:nvSpPr>
            <p:cNvPr id="4" name="Freeform 12">
              <a:extLst>
                <a:ext uri="{FF2B5EF4-FFF2-40B4-BE49-F238E27FC236}">
                  <a16:creationId xmlns:a16="http://schemas.microsoft.com/office/drawing/2014/main" id="{D3A46C71-0A42-4E8C-A7C0-2903930D5C6B}"/>
                </a:ext>
              </a:extLst>
            </p:cNvPr>
            <p:cNvSpPr/>
            <p:nvPr/>
          </p:nvSpPr>
          <p:spPr>
            <a:xfrm rot="10577107">
              <a:off x="11479733" y="6221292"/>
              <a:ext cx="215425" cy="218664"/>
            </a:xfrm>
            <a:custGeom>
              <a:avLst/>
              <a:gdLst/>
              <a:ahLst/>
              <a:cxnLst/>
              <a:rect l="l" t="t" r="r" b="b"/>
              <a:pathLst>
                <a:path w="338917" h="338917">
                  <a:moveTo>
                    <a:pt x="0" y="0"/>
                  </a:moveTo>
                  <a:lnTo>
                    <a:pt x="338918" y="0"/>
                  </a:lnTo>
                  <a:lnTo>
                    <a:pt x="338918" y="338917"/>
                  </a:lnTo>
                  <a:lnTo>
                    <a:pt x="0" y="3389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fr-FR"/>
            </a:p>
          </p:txBody>
        </p:sp>
        <p:sp>
          <p:nvSpPr>
            <p:cNvPr id="5" name="AutoShape 11">
              <a:extLst>
                <a:ext uri="{FF2B5EF4-FFF2-40B4-BE49-F238E27FC236}">
                  <a16:creationId xmlns:a16="http://schemas.microsoft.com/office/drawing/2014/main" id="{D4FE5ED0-7CE5-A68F-9954-BBB95774C2A5}"/>
                </a:ext>
              </a:extLst>
            </p:cNvPr>
            <p:cNvSpPr/>
            <p:nvPr/>
          </p:nvSpPr>
          <p:spPr>
            <a:xfrm rot="10800000" flipV="1">
              <a:off x="1156915" y="6337969"/>
              <a:ext cx="10332000" cy="0"/>
            </a:xfrm>
            <a:prstGeom prst="line">
              <a:avLst/>
            </a:prstGeom>
            <a:ln w="38100" cap="flat">
              <a:solidFill>
                <a:srgbClr val="FF4E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6" name="Titre 31">
            <a:extLst>
              <a:ext uri="{FF2B5EF4-FFF2-40B4-BE49-F238E27FC236}">
                <a16:creationId xmlns:a16="http://schemas.microsoft.com/office/drawing/2014/main" id="{E6D42432-CFFD-9781-5BD8-EA90988504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8709" y="21927"/>
            <a:ext cx="10515600" cy="594299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3200">
                <a:solidFill>
                  <a:srgbClr val="043882"/>
                </a:solidFill>
                <a:latin typeface="Calibri bold" panose="020F0702030404030204" pitchFamily="34" charset="0"/>
                <a:ea typeface="Calibri bold" panose="020F0702030404030204" pitchFamily="34" charset="0"/>
                <a:cs typeface="Calibri bold" panose="020F0702030404030204" pitchFamily="34" charset="0"/>
              </a:defRPr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8" name="Espace réservé du texte 5">
            <a:extLst>
              <a:ext uri="{FF2B5EF4-FFF2-40B4-BE49-F238E27FC236}">
                <a16:creationId xmlns:a16="http://schemas.microsoft.com/office/drawing/2014/main" id="{80C083AB-EE69-13DB-D60A-DD867753B45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58763" y="615950"/>
            <a:ext cx="5187950" cy="57308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lang="fr-FR" sz="2400" kern="1200" dirty="0">
                <a:solidFill>
                  <a:schemeClr val="tx1"/>
                </a:solidFill>
                <a:latin typeface="Calibri bold" panose="020F0702030404030204" pitchFamily="34" charset="0"/>
                <a:ea typeface="Calibri bold" panose="020F0702030404030204" pitchFamily="34" charset="0"/>
                <a:cs typeface="Calibri bold" panose="020F0702030404030204" pitchFamily="34" charset="0"/>
              </a:defRPr>
            </a:lvl1pPr>
          </a:lstStyle>
          <a:p>
            <a:pPr lvl="0"/>
            <a:r>
              <a:rPr lang="fr-FR"/>
              <a:t>Sous-titre</a:t>
            </a:r>
          </a:p>
        </p:txBody>
      </p:sp>
      <p:sp>
        <p:nvSpPr>
          <p:cNvPr id="9" name="Espace réservé du pied de page 6">
            <a:extLst>
              <a:ext uri="{FF2B5EF4-FFF2-40B4-BE49-F238E27FC236}">
                <a16:creationId xmlns:a16="http://schemas.microsoft.com/office/drawing/2014/main" id="{B82AE3FD-F2E0-F2F7-95CA-6779B352233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502654"/>
            <a:ext cx="4114800" cy="365125"/>
          </a:xfrm>
          <a:prstGeom prst="rect">
            <a:avLst/>
          </a:prstGeom>
        </p:spPr>
        <p:txBody>
          <a:bodyPr anchor="ctr" anchorCtr="0"/>
          <a:lstStyle>
            <a:lvl1pPr algn="ctr">
              <a:defRPr sz="1050">
                <a:latin typeface="Aptos Light" panose="020F0502020204030204" pitchFamily="34" charset="0"/>
              </a:defRPr>
            </a:lvl1pPr>
          </a:lstStyle>
          <a:p>
            <a:r>
              <a:rPr lang="fr-FR"/>
              <a:t>Strictly confidential</a:t>
            </a:r>
          </a:p>
        </p:txBody>
      </p:sp>
      <p:sp>
        <p:nvSpPr>
          <p:cNvPr id="10" name="Espace réservé de la date 1">
            <a:extLst>
              <a:ext uri="{FF2B5EF4-FFF2-40B4-BE49-F238E27FC236}">
                <a16:creationId xmlns:a16="http://schemas.microsoft.com/office/drawing/2014/main" id="{011523E8-A232-4CAC-1BF4-793DBBE983B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24968" y="6484366"/>
            <a:ext cx="2743200" cy="365125"/>
          </a:xfrm>
          <a:prstGeom prst="rect">
            <a:avLst/>
          </a:prstGeom>
        </p:spPr>
        <p:txBody>
          <a:bodyPr anchor="ctr" anchorCtr="0"/>
          <a:lstStyle>
            <a:lvl1pPr>
              <a:defRPr sz="1000">
                <a:latin typeface="Aptos Light" panose="020B0004020202020204" pitchFamily="34" charset="0"/>
              </a:defRPr>
            </a:lvl1pPr>
          </a:lstStyle>
          <a:p>
            <a:r>
              <a:rPr lang="fr-FR"/>
              <a:t>March, 1st 2025</a:t>
            </a:r>
          </a:p>
        </p:txBody>
      </p:sp>
      <p:sp>
        <p:nvSpPr>
          <p:cNvPr id="11" name="Espace réservé du numéro de diapositive 10">
            <a:extLst>
              <a:ext uri="{FF2B5EF4-FFF2-40B4-BE49-F238E27FC236}">
                <a16:creationId xmlns:a16="http://schemas.microsoft.com/office/drawing/2014/main" id="{323F1379-8ABF-B82A-4871-0B0C135BFB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67191" y="6469207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 anchorCtr="0"/>
          <a:lstStyle>
            <a:lvl1pPr algn="r">
              <a:defRPr sz="1000">
                <a:solidFill>
                  <a:schemeClr val="tx1">
                    <a:tint val="82000"/>
                  </a:schemeClr>
                </a:solidFill>
                <a:latin typeface="Aptos Light" panose="020B0004020202020204" pitchFamily="34" charset="0"/>
              </a:defRPr>
            </a:lvl1pPr>
          </a:lstStyle>
          <a:p>
            <a:fld id="{16A88250-4A72-4719-B696-DC572B6C1A1F}" type="slidenum">
              <a:rPr lang="fr-FR" smtClean="0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6334223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Image 10" descr="Une image contenant Graphique, Police, graphisme, capture d’écran&#10;&#10;Description générée automatiquement">
            <a:extLst>
              <a:ext uri="{FF2B5EF4-FFF2-40B4-BE49-F238E27FC236}">
                <a16:creationId xmlns:a16="http://schemas.microsoft.com/office/drawing/2014/main" id="{549598F8-3FC9-6D79-0511-E80A10ADC4B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737573" y="136525"/>
            <a:ext cx="1237465" cy="326072"/>
          </a:xfrm>
          <a:prstGeom prst="rect">
            <a:avLst/>
          </a:prstGeom>
        </p:spPr>
      </p:pic>
      <p:grpSp>
        <p:nvGrpSpPr>
          <p:cNvPr id="20" name="Groupe 19">
            <a:extLst>
              <a:ext uri="{FF2B5EF4-FFF2-40B4-BE49-F238E27FC236}">
                <a16:creationId xmlns:a16="http://schemas.microsoft.com/office/drawing/2014/main" id="{AF410AAD-C7A6-1DF2-5A82-58E0ACDB16DC}"/>
              </a:ext>
            </a:extLst>
          </p:cNvPr>
          <p:cNvGrpSpPr/>
          <p:nvPr userDrawn="1"/>
        </p:nvGrpSpPr>
        <p:grpSpPr>
          <a:xfrm>
            <a:off x="8159561" y="6375600"/>
            <a:ext cx="4032438" cy="196279"/>
            <a:chOff x="8159561" y="6245191"/>
            <a:chExt cx="4032438" cy="196279"/>
          </a:xfrm>
        </p:grpSpPr>
        <p:sp>
          <p:nvSpPr>
            <p:cNvPr id="21" name="Freeform 12">
              <a:extLst>
                <a:ext uri="{FF2B5EF4-FFF2-40B4-BE49-F238E27FC236}">
                  <a16:creationId xmlns:a16="http://schemas.microsoft.com/office/drawing/2014/main" id="{DF82B8A1-72F6-84C7-0D31-4120FAC66B9A}"/>
                </a:ext>
              </a:extLst>
            </p:cNvPr>
            <p:cNvSpPr/>
            <p:nvPr/>
          </p:nvSpPr>
          <p:spPr>
            <a:xfrm rot="21377107">
              <a:off x="8159561" y="6245191"/>
              <a:ext cx="189494" cy="196279"/>
            </a:xfrm>
            <a:custGeom>
              <a:avLst/>
              <a:gdLst/>
              <a:ahLst/>
              <a:cxnLst/>
              <a:rect l="l" t="t" r="r" b="b"/>
              <a:pathLst>
                <a:path w="338917" h="338917">
                  <a:moveTo>
                    <a:pt x="0" y="0"/>
                  </a:moveTo>
                  <a:lnTo>
                    <a:pt x="338918" y="0"/>
                  </a:lnTo>
                  <a:lnTo>
                    <a:pt x="338918" y="338917"/>
                  </a:lnTo>
                  <a:lnTo>
                    <a:pt x="0" y="3389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fr-FR"/>
            </a:p>
          </p:txBody>
        </p:sp>
        <p:sp>
          <p:nvSpPr>
            <p:cNvPr id="22" name="AutoShape 11">
              <a:extLst>
                <a:ext uri="{FF2B5EF4-FFF2-40B4-BE49-F238E27FC236}">
                  <a16:creationId xmlns:a16="http://schemas.microsoft.com/office/drawing/2014/main" id="{88A8DD86-2598-F753-1F08-4D011B02241F}"/>
                </a:ext>
              </a:extLst>
            </p:cNvPr>
            <p:cNvSpPr/>
            <p:nvPr/>
          </p:nvSpPr>
          <p:spPr>
            <a:xfrm flipV="1">
              <a:off x="8344795" y="6337319"/>
              <a:ext cx="3847204" cy="0"/>
            </a:xfrm>
            <a:prstGeom prst="line">
              <a:avLst/>
            </a:prstGeom>
            <a:ln w="38100" cap="flat">
              <a:solidFill>
                <a:srgbClr val="FF4E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4" name="Groupe 3">
            <a:extLst>
              <a:ext uri="{FF2B5EF4-FFF2-40B4-BE49-F238E27FC236}">
                <a16:creationId xmlns:a16="http://schemas.microsoft.com/office/drawing/2014/main" id="{BD75D990-A44F-AEF6-8812-D20508DF8175}"/>
              </a:ext>
            </a:extLst>
          </p:cNvPr>
          <p:cNvGrpSpPr/>
          <p:nvPr userDrawn="1"/>
        </p:nvGrpSpPr>
        <p:grpSpPr>
          <a:xfrm>
            <a:off x="0" y="1036318"/>
            <a:ext cx="10538243" cy="218664"/>
            <a:chOff x="1156915" y="6221292"/>
            <a:chExt cx="10538243" cy="218664"/>
          </a:xfrm>
        </p:grpSpPr>
        <p:sp>
          <p:nvSpPr>
            <p:cNvPr id="5" name="Freeform 12">
              <a:extLst>
                <a:ext uri="{FF2B5EF4-FFF2-40B4-BE49-F238E27FC236}">
                  <a16:creationId xmlns:a16="http://schemas.microsoft.com/office/drawing/2014/main" id="{7CC6643C-656E-96D6-80E4-EEB225C9B444}"/>
                </a:ext>
              </a:extLst>
            </p:cNvPr>
            <p:cNvSpPr/>
            <p:nvPr/>
          </p:nvSpPr>
          <p:spPr>
            <a:xfrm rot="10577107">
              <a:off x="11479733" y="6221292"/>
              <a:ext cx="215425" cy="218664"/>
            </a:xfrm>
            <a:custGeom>
              <a:avLst/>
              <a:gdLst/>
              <a:ahLst/>
              <a:cxnLst/>
              <a:rect l="l" t="t" r="r" b="b"/>
              <a:pathLst>
                <a:path w="338917" h="338917">
                  <a:moveTo>
                    <a:pt x="0" y="0"/>
                  </a:moveTo>
                  <a:lnTo>
                    <a:pt x="338918" y="0"/>
                  </a:lnTo>
                  <a:lnTo>
                    <a:pt x="338918" y="338917"/>
                  </a:lnTo>
                  <a:lnTo>
                    <a:pt x="0" y="3389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fr-FR"/>
            </a:p>
          </p:txBody>
        </p:sp>
        <p:sp>
          <p:nvSpPr>
            <p:cNvPr id="6" name="AutoShape 11">
              <a:extLst>
                <a:ext uri="{FF2B5EF4-FFF2-40B4-BE49-F238E27FC236}">
                  <a16:creationId xmlns:a16="http://schemas.microsoft.com/office/drawing/2014/main" id="{BC347815-F15D-9D14-600F-87FEB03E1111}"/>
                </a:ext>
              </a:extLst>
            </p:cNvPr>
            <p:cNvSpPr/>
            <p:nvPr/>
          </p:nvSpPr>
          <p:spPr>
            <a:xfrm rot="10800000" flipV="1">
              <a:off x="1156915" y="6337969"/>
              <a:ext cx="10332000" cy="0"/>
            </a:xfrm>
            <a:prstGeom prst="line">
              <a:avLst/>
            </a:prstGeom>
            <a:ln w="38100" cap="flat">
              <a:solidFill>
                <a:srgbClr val="FF4E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7" name="Titre 31">
            <a:extLst>
              <a:ext uri="{FF2B5EF4-FFF2-40B4-BE49-F238E27FC236}">
                <a16:creationId xmlns:a16="http://schemas.microsoft.com/office/drawing/2014/main" id="{A445D125-DFD5-092A-CC04-A87ADDBD4D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8709" y="21927"/>
            <a:ext cx="10515600" cy="594299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3200">
                <a:solidFill>
                  <a:srgbClr val="043882"/>
                </a:solidFill>
                <a:latin typeface="Calibri bold" panose="020F0702030404030204" pitchFamily="34" charset="0"/>
                <a:ea typeface="Calibri bold" panose="020F0702030404030204" pitchFamily="34" charset="0"/>
                <a:cs typeface="Calibri bold" panose="020F0702030404030204" pitchFamily="34" charset="0"/>
              </a:defRPr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8" name="Espace réservé du texte 5">
            <a:extLst>
              <a:ext uri="{FF2B5EF4-FFF2-40B4-BE49-F238E27FC236}">
                <a16:creationId xmlns:a16="http://schemas.microsoft.com/office/drawing/2014/main" id="{A44FCD35-E9EE-27D8-ECAB-ED52E5E692A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58763" y="615950"/>
            <a:ext cx="5187950" cy="57308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lang="fr-FR" sz="2400" kern="1200" dirty="0">
                <a:solidFill>
                  <a:schemeClr val="tx1"/>
                </a:solidFill>
                <a:latin typeface="Calibri bold" panose="020F0702030404030204" pitchFamily="34" charset="0"/>
                <a:ea typeface="Calibri bold" panose="020F0702030404030204" pitchFamily="34" charset="0"/>
                <a:cs typeface="Calibri bold" panose="020F0702030404030204" pitchFamily="34" charset="0"/>
              </a:defRPr>
            </a:lvl1pPr>
          </a:lstStyle>
          <a:p>
            <a:pPr lvl="0"/>
            <a:r>
              <a:rPr lang="fr-FR"/>
              <a:t>Sous-titre</a:t>
            </a:r>
          </a:p>
        </p:txBody>
      </p:sp>
      <p:sp>
        <p:nvSpPr>
          <p:cNvPr id="2" name="Espace réservé du pied de page 6">
            <a:extLst>
              <a:ext uri="{FF2B5EF4-FFF2-40B4-BE49-F238E27FC236}">
                <a16:creationId xmlns:a16="http://schemas.microsoft.com/office/drawing/2014/main" id="{A714CD33-9C3E-45A4-5ECE-AA7DF9A9BA0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502654"/>
            <a:ext cx="4114800" cy="365125"/>
          </a:xfrm>
          <a:prstGeom prst="rect">
            <a:avLst/>
          </a:prstGeom>
        </p:spPr>
        <p:txBody>
          <a:bodyPr anchor="ctr" anchorCtr="0"/>
          <a:lstStyle>
            <a:lvl1pPr algn="ctr">
              <a:defRPr sz="1050">
                <a:latin typeface="Aptos Light" panose="020F0502020204030204" pitchFamily="34" charset="0"/>
              </a:defRPr>
            </a:lvl1pPr>
          </a:lstStyle>
          <a:p>
            <a:r>
              <a:rPr lang="fr-FR"/>
              <a:t>Strictly confidential</a:t>
            </a:r>
          </a:p>
        </p:txBody>
      </p:sp>
      <p:sp>
        <p:nvSpPr>
          <p:cNvPr id="9" name="Espace réservé de la date 1">
            <a:extLst>
              <a:ext uri="{FF2B5EF4-FFF2-40B4-BE49-F238E27FC236}">
                <a16:creationId xmlns:a16="http://schemas.microsoft.com/office/drawing/2014/main" id="{A5B78577-BEE4-DD29-7E3C-31BBFD521F1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24968" y="6484366"/>
            <a:ext cx="2743200" cy="365125"/>
          </a:xfrm>
          <a:prstGeom prst="rect">
            <a:avLst/>
          </a:prstGeom>
        </p:spPr>
        <p:txBody>
          <a:bodyPr anchor="ctr" anchorCtr="0"/>
          <a:lstStyle>
            <a:lvl1pPr>
              <a:defRPr sz="1000">
                <a:latin typeface="Aptos Light" panose="020B0004020202020204" pitchFamily="34" charset="0"/>
              </a:defRPr>
            </a:lvl1pPr>
          </a:lstStyle>
          <a:p>
            <a:r>
              <a:rPr lang="fr-FR"/>
              <a:t>March, 1st 2025</a:t>
            </a:r>
          </a:p>
        </p:txBody>
      </p:sp>
      <p:sp>
        <p:nvSpPr>
          <p:cNvPr id="10" name="Espace réservé du numéro de diapositive 10">
            <a:extLst>
              <a:ext uri="{FF2B5EF4-FFF2-40B4-BE49-F238E27FC236}">
                <a16:creationId xmlns:a16="http://schemas.microsoft.com/office/drawing/2014/main" id="{2AA3EE05-24BC-7EAD-D18E-151E1F49C6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67191" y="6469207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 anchorCtr="0"/>
          <a:lstStyle>
            <a:lvl1pPr algn="r">
              <a:defRPr sz="1000">
                <a:solidFill>
                  <a:schemeClr val="tx1">
                    <a:tint val="82000"/>
                  </a:schemeClr>
                </a:solidFill>
                <a:latin typeface="Aptos Light" panose="020B0004020202020204" pitchFamily="34" charset="0"/>
              </a:defRPr>
            </a:lvl1pPr>
          </a:lstStyle>
          <a:p>
            <a:fld id="{16A88250-4A72-4719-B696-DC572B6C1A1F}" type="slidenum">
              <a:rPr lang="fr-FR" smtClean="0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9711766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ous-titre gri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Espace réservé du numéro de diapositive 4">
            <a:extLst>
              <a:ext uri="{FF2B5EF4-FFF2-40B4-BE49-F238E27FC236}">
                <a16:creationId xmlns:a16="http://schemas.microsoft.com/office/drawing/2014/main" id="{DF520AA5-45AE-4A61-85F9-5BD2150812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59951" y="6655424"/>
            <a:ext cx="2743200" cy="220977"/>
          </a:xfrm>
        </p:spPr>
        <p:txBody>
          <a:bodyPr/>
          <a:lstStyle/>
          <a:p>
            <a:fld id="{4968A340-A6CB-DB4C-9998-7796241648B6}" type="slidenum">
              <a:rPr lang="fr-FR" smtClean="0"/>
              <a:pPr/>
              <a:t>‹N°›</a:t>
            </a:fld>
            <a:endParaRPr lang="fr-FR"/>
          </a:p>
        </p:txBody>
      </p:sp>
      <p:sp>
        <p:nvSpPr>
          <p:cNvPr id="12" name="Date Placeholder 3">
            <a:extLst>
              <a:ext uri="{FF2B5EF4-FFF2-40B4-BE49-F238E27FC236}">
                <a16:creationId xmlns:a16="http://schemas.microsoft.com/office/drawing/2014/main" id="{D4DB9056-37F8-4E0B-837F-27D6E999334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0" y="6642000"/>
            <a:ext cx="2743200" cy="2160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="0">
                <a:solidFill>
                  <a:schemeClr val="bg1"/>
                </a:solidFill>
              </a:defRPr>
            </a:lvl1pPr>
          </a:lstStyle>
          <a:p>
            <a:r>
              <a:rPr lang="fr-FR"/>
              <a:t>JAN 2025</a:t>
            </a:r>
            <a:endParaRPr lang="en-US"/>
          </a:p>
        </p:txBody>
      </p:sp>
      <p:grpSp>
        <p:nvGrpSpPr>
          <p:cNvPr id="2" name="Group 9">
            <a:extLst>
              <a:ext uri="{FF2B5EF4-FFF2-40B4-BE49-F238E27FC236}">
                <a16:creationId xmlns:a16="http://schemas.microsoft.com/office/drawing/2014/main" id="{98D3E5AC-0E28-5507-00B6-BAB0A2057E17}"/>
              </a:ext>
            </a:extLst>
          </p:cNvPr>
          <p:cNvGrpSpPr/>
          <p:nvPr userDrawn="1"/>
        </p:nvGrpSpPr>
        <p:grpSpPr>
          <a:xfrm>
            <a:off x="-5080" y="435253"/>
            <a:ext cx="874890" cy="338554"/>
            <a:chOff x="-1" y="421201"/>
            <a:chExt cx="874890" cy="338554"/>
          </a:xfrm>
        </p:grpSpPr>
        <p:sp>
          <p:nvSpPr>
            <p:cNvPr id="3" name="Arrow: Pentagon 10">
              <a:extLst>
                <a:ext uri="{FF2B5EF4-FFF2-40B4-BE49-F238E27FC236}">
                  <a16:creationId xmlns:a16="http://schemas.microsoft.com/office/drawing/2014/main" id="{ABAC3F2A-7A36-6130-91CA-13FD9EB49693}"/>
                </a:ext>
              </a:extLst>
            </p:cNvPr>
            <p:cNvSpPr/>
            <p:nvPr/>
          </p:nvSpPr>
          <p:spPr>
            <a:xfrm>
              <a:off x="0" y="470340"/>
              <a:ext cx="874889" cy="240276"/>
            </a:xfrm>
            <a:prstGeom prst="homePlate">
              <a:avLst/>
            </a:prstGeom>
            <a:solidFill>
              <a:srgbClr val="FF4B00"/>
            </a:solidFill>
            <a:ln>
              <a:solidFill>
                <a:srgbClr val="FF4B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>
                <a:solidFill>
                  <a:schemeClr val="tx1"/>
                </a:solidFill>
              </a:endParaRPr>
            </a:p>
          </p:txBody>
        </p:sp>
        <p:sp>
          <p:nvSpPr>
            <p:cNvPr id="4" name="TextBox 11">
              <a:extLst>
                <a:ext uri="{FF2B5EF4-FFF2-40B4-BE49-F238E27FC236}">
                  <a16:creationId xmlns:a16="http://schemas.microsoft.com/office/drawing/2014/main" id="{F6CB841A-1F7F-73C4-ED6E-98875D79B3FD}"/>
                </a:ext>
              </a:extLst>
            </p:cNvPr>
            <p:cNvSpPr txBox="1"/>
            <p:nvPr/>
          </p:nvSpPr>
          <p:spPr>
            <a:xfrm>
              <a:off x="-1" y="421201"/>
              <a:ext cx="765313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endParaRPr lang="fr-FR" sz="1600" b="1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91416627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B0CA33-173E-4D1C-B49B-667185D1884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4340EFE-0C6A-4A41-9E36-24096D9CC64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26E74C-6028-43BC-9FA9-5934B2E578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05EEF5-7CDC-4AF6-91B5-A0EE1B07E0C7}" type="slidenum">
              <a:rPr lang="fr-FR" smtClean="0"/>
              <a:t>‹N°›</a:t>
            </a:fld>
            <a:endParaRPr lang="fr-FR"/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5C1E8248-429A-4A05-9F91-6260D14EDDB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1151" y="6655425"/>
            <a:ext cx="2743200" cy="2160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="0">
                <a:solidFill>
                  <a:schemeClr val="bg1"/>
                </a:solidFill>
              </a:defRPr>
            </a:lvl1pPr>
          </a:lstStyle>
          <a:p>
            <a:r>
              <a:rPr lang="fr-FR"/>
              <a:t>JAN 2025</a:t>
            </a:r>
            <a:endParaRPr lang="en-US"/>
          </a:p>
        </p:txBody>
      </p:sp>
      <p:grpSp>
        <p:nvGrpSpPr>
          <p:cNvPr id="12" name="Group 9">
            <a:extLst>
              <a:ext uri="{FF2B5EF4-FFF2-40B4-BE49-F238E27FC236}">
                <a16:creationId xmlns:a16="http://schemas.microsoft.com/office/drawing/2014/main" id="{E0E23C41-8510-460D-B8B1-9302E34336B5}"/>
              </a:ext>
            </a:extLst>
          </p:cNvPr>
          <p:cNvGrpSpPr/>
          <p:nvPr userDrawn="1"/>
        </p:nvGrpSpPr>
        <p:grpSpPr>
          <a:xfrm>
            <a:off x="-5080" y="435253"/>
            <a:ext cx="874890" cy="338554"/>
            <a:chOff x="-1" y="421201"/>
            <a:chExt cx="874890" cy="338554"/>
          </a:xfrm>
        </p:grpSpPr>
        <p:sp>
          <p:nvSpPr>
            <p:cNvPr id="13" name="Arrow: Pentagon 10">
              <a:extLst>
                <a:ext uri="{FF2B5EF4-FFF2-40B4-BE49-F238E27FC236}">
                  <a16:creationId xmlns:a16="http://schemas.microsoft.com/office/drawing/2014/main" id="{1E591082-B6DE-4BBA-B85B-8676A55E040B}"/>
                </a:ext>
              </a:extLst>
            </p:cNvPr>
            <p:cNvSpPr/>
            <p:nvPr/>
          </p:nvSpPr>
          <p:spPr>
            <a:xfrm>
              <a:off x="0" y="470340"/>
              <a:ext cx="874889" cy="240276"/>
            </a:xfrm>
            <a:prstGeom prst="homePlate">
              <a:avLst/>
            </a:prstGeom>
            <a:solidFill>
              <a:srgbClr val="FF4B00"/>
            </a:solidFill>
            <a:ln>
              <a:solidFill>
                <a:srgbClr val="FF4B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>
                <a:solidFill>
                  <a:schemeClr val="tx1"/>
                </a:solidFill>
              </a:endParaRPr>
            </a:p>
          </p:txBody>
        </p:sp>
        <p:sp>
          <p:nvSpPr>
            <p:cNvPr id="14" name="TextBox 11">
              <a:extLst>
                <a:ext uri="{FF2B5EF4-FFF2-40B4-BE49-F238E27FC236}">
                  <a16:creationId xmlns:a16="http://schemas.microsoft.com/office/drawing/2014/main" id="{E5F1F098-587F-4AC0-AEDC-B53D7B393AE7}"/>
                </a:ext>
              </a:extLst>
            </p:cNvPr>
            <p:cNvSpPr txBox="1"/>
            <p:nvPr/>
          </p:nvSpPr>
          <p:spPr>
            <a:xfrm>
              <a:off x="-1" y="421201"/>
              <a:ext cx="765313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endParaRPr lang="fr-FR" sz="1600" b="1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6733094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F58AA16B-B670-4E89-8214-80BDE141C97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459951" y="6655424"/>
            <a:ext cx="2743200" cy="22097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0">
                <a:solidFill>
                  <a:schemeClr val="bg1"/>
                </a:solidFill>
              </a:defRPr>
            </a:lvl1pPr>
          </a:lstStyle>
          <a:p>
            <a:fld id="{4305EEF5-7CDC-4AF6-91B5-A0EE1B07E0C7}" type="slidenum">
              <a:rPr lang="fr-FR" smtClean="0"/>
              <a:pPr/>
              <a:t>‹N°›</a:t>
            </a:fld>
            <a:endParaRPr lang="fr-FR"/>
          </a:p>
        </p:txBody>
      </p:sp>
      <p:sp>
        <p:nvSpPr>
          <p:cNvPr id="6" name="Date Placeholder 3">
            <a:extLst>
              <a:ext uri="{FF2B5EF4-FFF2-40B4-BE49-F238E27FC236}">
                <a16:creationId xmlns:a16="http://schemas.microsoft.com/office/drawing/2014/main" id="{03BFAA61-5083-435D-992E-236CBA3519F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1151" y="6655425"/>
            <a:ext cx="2743200" cy="2160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="0">
                <a:solidFill>
                  <a:schemeClr val="bg1"/>
                </a:solidFill>
              </a:defRPr>
            </a:lvl1pPr>
          </a:lstStyle>
          <a:p>
            <a:r>
              <a:rPr lang="fr-FR"/>
              <a:t>JAN 2025</a:t>
            </a:r>
            <a:endParaRPr 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361985E8-7695-424F-8DD1-A5D68D5A7356}"/>
              </a:ext>
            </a:extLst>
          </p:cNvPr>
          <p:cNvGrpSpPr/>
          <p:nvPr userDrawn="1"/>
        </p:nvGrpSpPr>
        <p:grpSpPr>
          <a:xfrm>
            <a:off x="-5080" y="435253"/>
            <a:ext cx="874890" cy="338554"/>
            <a:chOff x="-1" y="421201"/>
            <a:chExt cx="874890" cy="338554"/>
          </a:xfrm>
        </p:grpSpPr>
        <p:sp>
          <p:nvSpPr>
            <p:cNvPr id="12" name="Arrow: Pentagon 10">
              <a:extLst>
                <a:ext uri="{FF2B5EF4-FFF2-40B4-BE49-F238E27FC236}">
                  <a16:creationId xmlns:a16="http://schemas.microsoft.com/office/drawing/2014/main" id="{7FD96C4D-2E16-4D2D-95E4-567503AC4E76}"/>
                </a:ext>
              </a:extLst>
            </p:cNvPr>
            <p:cNvSpPr/>
            <p:nvPr/>
          </p:nvSpPr>
          <p:spPr>
            <a:xfrm>
              <a:off x="0" y="470340"/>
              <a:ext cx="874889" cy="240276"/>
            </a:xfrm>
            <a:prstGeom prst="homePlate">
              <a:avLst/>
            </a:prstGeom>
            <a:solidFill>
              <a:srgbClr val="FF4B00"/>
            </a:solidFill>
            <a:ln>
              <a:solidFill>
                <a:srgbClr val="FF4B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>
                <a:solidFill>
                  <a:schemeClr val="tx1"/>
                </a:solidFill>
              </a:endParaRPr>
            </a:p>
          </p:txBody>
        </p:sp>
        <p:sp>
          <p:nvSpPr>
            <p:cNvPr id="13" name="TextBox 11">
              <a:extLst>
                <a:ext uri="{FF2B5EF4-FFF2-40B4-BE49-F238E27FC236}">
                  <a16:creationId xmlns:a16="http://schemas.microsoft.com/office/drawing/2014/main" id="{DB675314-5BAB-4151-9D89-BABAC61E8828}"/>
                </a:ext>
              </a:extLst>
            </p:cNvPr>
            <p:cNvSpPr txBox="1"/>
            <p:nvPr/>
          </p:nvSpPr>
          <p:spPr>
            <a:xfrm>
              <a:off x="-1" y="421201"/>
              <a:ext cx="765313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endParaRPr lang="fr-FR" sz="1600" b="1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07129028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92CEC036-26D5-4675-8A8A-6BDA11C441B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747539" y="257609"/>
            <a:ext cx="1149589" cy="302916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C45D416D-85A2-4EF7-98A2-736569B786CA}"/>
              </a:ext>
            </a:extLst>
          </p:cNvPr>
          <p:cNvGrpSpPr/>
          <p:nvPr userDrawn="1"/>
        </p:nvGrpSpPr>
        <p:grpSpPr>
          <a:xfrm>
            <a:off x="-5080" y="435253"/>
            <a:ext cx="874890" cy="338554"/>
            <a:chOff x="-1" y="421201"/>
            <a:chExt cx="874890" cy="338554"/>
          </a:xfrm>
        </p:grpSpPr>
        <p:sp>
          <p:nvSpPr>
            <p:cNvPr id="11" name="Arrow: Pentagon 10">
              <a:extLst>
                <a:ext uri="{FF2B5EF4-FFF2-40B4-BE49-F238E27FC236}">
                  <a16:creationId xmlns:a16="http://schemas.microsoft.com/office/drawing/2014/main" id="{8A46D827-74D1-4171-957A-E2A22EAFB942}"/>
                </a:ext>
              </a:extLst>
            </p:cNvPr>
            <p:cNvSpPr/>
            <p:nvPr/>
          </p:nvSpPr>
          <p:spPr>
            <a:xfrm>
              <a:off x="0" y="470340"/>
              <a:ext cx="874889" cy="240276"/>
            </a:xfrm>
            <a:prstGeom prst="homePlate">
              <a:avLst/>
            </a:prstGeom>
            <a:solidFill>
              <a:srgbClr val="FF4B00"/>
            </a:solidFill>
            <a:ln>
              <a:solidFill>
                <a:srgbClr val="FF4B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>
                <a:solidFill>
                  <a:schemeClr val="tx1"/>
                </a:solidFill>
              </a:endParaRP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C95137F1-7F8E-4EF5-8A39-C79EE8FB2C9D}"/>
                </a:ext>
              </a:extLst>
            </p:cNvPr>
            <p:cNvSpPr txBox="1"/>
            <p:nvPr/>
          </p:nvSpPr>
          <p:spPr>
            <a:xfrm>
              <a:off x="-1" y="421201"/>
              <a:ext cx="765313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endParaRPr lang="fr-FR" sz="1600" b="1">
                <a:solidFill>
                  <a:schemeClr val="bg1"/>
                </a:solidFill>
              </a:endParaRPr>
            </a:p>
          </p:txBody>
        </p:sp>
      </p:grp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B7C7894-3B6F-4849-8E0B-FA84C9573DD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82509" y="920004"/>
            <a:ext cx="10935813" cy="341632"/>
          </a:xfrm>
        </p:spPr>
        <p:txBody>
          <a:bodyPr wrap="square">
            <a:spAutoFit/>
          </a:bodyPr>
          <a:lstStyle>
            <a:lvl1pPr marL="0" indent="0">
              <a:buNone/>
              <a:defRPr lang="en-US" sz="1800" b="1" smtClean="0">
                <a:cs typeface="Calibri Light" panose="020F0302020204030204" pitchFamily="34" charset="0"/>
              </a:defRPr>
            </a:lvl1pPr>
            <a:lvl2pPr>
              <a:defRPr lang="en-US" sz="1800" smtClean="0"/>
            </a:lvl2pPr>
            <a:lvl3pPr>
              <a:defRPr lang="en-US" sz="1800" smtClean="0"/>
            </a:lvl3pPr>
            <a:lvl4pPr>
              <a:defRPr lang="en-US" smtClean="0"/>
            </a:lvl4pPr>
            <a:lvl5pPr>
              <a:defRPr lang="fr-FR"/>
            </a:lvl5pPr>
          </a:lstStyle>
          <a:p>
            <a:pPr marL="0" lvl="0" defTabSz="359627">
              <a:spcBef>
                <a:spcPts val="472"/>
              </a:spcBef>
              <a:spcAft>
                <a:spcPts val="158"/>
              </a:spcAft>
            </a:pPr>
            <a:r>
              <a:rPr lang="en-US"/>
              <a:t>Click to edit Master text styles</a:t>
            </a:r>
          </a:p>
        </p:txBody>
      </p:sp>
      <p:sp>
        <p:nvSpPr>
          <p:cNvPr id="16" name="Text Placeholder 14">
            <a:extLst>
              <a:ext uri="{FF2B5EF4-FFF2-40B4-BE49-F238E27FC236}">
                <a16:creationId xmlns:a16="http://schemas.microsoft.com/office/drawing/2014/main" id="{1CDADF72-FABE-447E-BAF8-CBF9800E265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1019827" y="375035"/>
            <a:ext cx="9254473" cy="397032"/>
          </a:xfrm>
          <a:noFill/>
        </p:spPr>
        <p:txBody>
          <a:bodyPr wrap="square" rtlCol="0">
            <a:spAutoFit/>
          </a:bodyPr>
          <a:lstStyle>
            <a:lvl1pPr marL="0" indent="0">
              <a:buNone/>
              <a:defRPr lang="en-US" sz="2200" b="1" smtClean="0">
                <a:solidFill>
                  <a:srgbClr val="043882"/>
                </a:solidFill>
              </a:defRPr>
            </a:lvl1pPr>
            <a:lvl2pPr>
              <a:defRPr lang="en-US" sz="1800" smtClean="0"/>
            </a:lvl2pPr>
            <a:lvl3pPr>
              <a:defRPr lang="en-US" sz="1800" smtClean="0"/>
            </a:lvl3pPr>
            <a:lvl4pPr>
              <a:defRPr lang="en-US" smtClean="0"/>
            </a:lvl4pPr>
            <a:lvl5pPr>
              <a:defRPr lang="fr-FR"/>
            </a:lvl5pPr>
          </a:lstStyle>
          <a:p>
            <a:pPr marL="0" lvl="0"/>
            <a:r>
              <a:rPr lang="en-US"/>
              <a:t>Click to edit Master text styles</a:t>
            </a:r>
          </a:p>
        </p:txBody>
      </p:sp>
      <p:sp>
        <p:nvSpPr>
          <p:cNvPr id="15" name="Slide Number Placeholder 4">
            <a:extLst>
              <a:ext uri="{FF2B5EF4-FFF2-40B4-BE49-F238E27FC236}">
                <a16:creationId xmlns:a16="http://schemas.microsoft.com/office/drawing/2014/main" id="{AE9DD586-F116-4CD1-B6EC-E6A0B71C9B4E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>
          <a:xfrm>
            <a:off x="9459951" y="6655424"/>
            <a:ext cx="2743200" cy="220977"/>
          </a:xfrm>
        </p:spPr>
        <p:txBody>
          <a:bodyPr/>
          <a:lstStyle/>
          <a:p>
            <a:fld id="{4305EEF5-7CDC-4AF6-91B5-A0EE1B07E0C7}" type="slidenum">
              <a:rPr lang="fr-FR" smtClean="0"/>
              <a:t>‹N°›</a:t>
            </a:fld>
            <a:endParaRPr lang="fr-FR"/>
          </a:p>
        </p:txBody>
      </p:sp>
      <p:sp>
        <p:nvSpPr>
          <p:cNvPr id="9" name="Date Placeholder 3">
            <a:extLst>
              <a:ext uri="{FF2B5EF4-FFF2-40B4-BE49-F238E27FC236}">
                <a16:creationId xmlns:a16="http://schemas.microsoft.com/office/drawing/2014/main" id="{132CF812-1D80-4AD3-9AF2-6724CE68FEC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1151" y="6655425"/>
            <a:ext cx="2743200" cy="2160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="0">
                <a:solidFill>
                  <a:schemeClr val="bg1"/>
                </a:solidFill>
              </a:defRPr>
            </a:lvl1pPr>
          </a:lstStyle>
          <a:p>
            <a:r>
              <a:rPr lang="fr-FR"/>
              <a:t>JAN 2025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07813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Image 11" descr="Une image contenant Graphique, Police, graphisme, capture d’écran&#10;&#10;Description générée automatiquement">
            <a:extLst>
              <a:ext uri="{FF2B5EF4-FFF2-40B4-BE49-F238E27FC236}">
                <a16:creationId xmlns:a16="http://schemas.microsoft.com/office/drawing/2014/main" id="{FBC70DFC-444C-9173-C243-0B6DC496D4F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737573" y="136525"/>
            <a:ext cx="1237465" cy="326072"/>
          </a:xfrm>
          <a:prstGeom prst="rect">
            <a:avLst/>
          </a:prstGeom>
        </p:spPr>
      </p:pic>
      <p:grpSp>
        <p:nvGrpSpPr>
          <p:cNvPr id="21" name="Groupe 20">
            <a:extLst>
              <a:ext uri="{FF2B5EF4-FFF2-40B4-BE49-F238E27FC236}">
                <a16:creationId xmlns:a16="http://schemas.microsoft.com/office/drawing/2014/main" id="{85CDAB10-DE54-57C0-8CEA-A8A8880B92C6}"/>
              </a:ext>
            </a:extLst>
          </p:cNvPr>
          <p:cNvGrpSpPr/>
          <p:nvPr userDrawn="1"/>
        </p:nvGrpSpPr>
        <p:grpSpPr>
          <a:xfrm>
            <a:off x="0" y="609648"/>
            <a:ext cx="10538243" cy="218664"/>
            <a:chOff x="1156915" y="6221292"/>
            <a:chExt cx="10538243" cy="218664"/>
          </a:xfrm>
        </p:grpSpPr>
        <p:sp>
          <p:nvSpPr>
            <p:cNvPr id="22" name="Freeform 12">
              <a:extLst>
                <a:ext uri="{FF2B5EF4-FFF2-40B4-BE49-F238E27FC236}">
                  <a16:creationId xmlns:a16="http://schemas.microsoft.com/office/drawing/2014/main" id="{49100575-4C5D-8713-0441-B018DC83196F}"/>
                </a:ext>
              </a:extLst>
            </p:cNvPr>
            <p:cNvSpPr/>
            <p:nvPr/>
          </p:nvSpPr>
          <p:spPr>
            <a:xfrm rot="10577107">
              <a:off x="11479733" y="6221292"/>
              <a:ext cx="215425" cy="218664"/>
            </a:xfrm>
            <a:custGeom>
              <a:avLst/>
              <a:gdLst/>
              <a:ahLst/>
              <a:cxnLst/>
              <a:rect l="l" t="t" r="r" b="b"/>
              <a:pathLst>
                <a:path w="338917" h="338917">
                  <a:moveTo>
                    <a:pt x="0" y="0"/>
                  </a:moveTo>
                  <a:lnTo>
                    <a:pt x="338918" y="0"/>
                  </a:lnTo>
                  <a:lnTo>
                    <a:pt x="338918" y="338917"/>
                  </a:lnTo>
                  <a:lnTo>
                    <a:pt x="0" y="3389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fr-FR"/>
            </a:p>
          </p:txBody>
        </p:sp>
        <p:sp>
          <p:nvSpPr>
            <p:cNvPr id="23" name="AutoShape 11">
              <a:extLst>
                <a:ext uri="{FF2B5EF4-FFF2-40B4-BE49-F238E27FC236}">
                  <a16:creationId xmlns:a16="http://schemas.microsoft.com/office/drawing/2014/main" id="{046AEA2D-1D8B-F6D3-D412-47CA02765CA0}"/>
                </a:ext>
              </a:extLst>
            </p:cNvPr>
            <p:cNvSpPr/>
            <p:nvPr/>
          </p:nvSpPr>
          <p:spPr>
            <a:xfrm rot="10800000" flipV="1">
              <a:off x="1156915" y="6337969"/>
              <a:ext cx="10332000" cy="0"/>
            </a:xfrm>
            <a:prstGeom prst="line">
              <a:avLst/>
            </a:prstGeom>
            <a:ln w="38100" cap="flat">
              <a:solidFill>
                <a:srgbClr val="FF4E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27" name="Groupe 26">
            <a:extLst>
              <a:ext uri="{FF2B5EF4-FFF2-40B4-BE49-F238E27FC236}">
                <a16:creationId xmlns:a16="http://schemas.microsoft.com/office/drawing/2014/main" id="{FD0256AD-0036-D7FC-0419-F3F7B2A1E9EC}"/>
              </a:ext>
            </a:extLst>
          </p:cNvPr>
          <p:cNvGrpSpPr/>
          <p:nvPr userDrawn="1"/>
        </p:nvGrpSpPr>
        <p:grpSpPr>
          <a:xfrm>
            <a:off x="8159562" y="6408096"/>
            <a:ext cx="4032438" cy="196279"/>
            <a:chOff x="8159561" y="6245191"/>
            <a:chExt cx="4032438" cy="196279"/>
          </a:xfrm>
        </p:grpSpPr>
        <p:sp>
          <p:nvSpPr>
            <p:cNvPr id="25" name="Freeform 12">
              <a:extLst>
                <a:ext uri="{FF2B5EF4-FFF2-40B4-BE49-F238E27FC236}">
                  <a16:creationId xmlns:a16="http://schemas.microsoft.com/office/drawing/2014/main" id="{9D006C4E-CBC4-1D52-A992-4528E01CE21C}"/>
                </a:ext>
              </a:extLst>
            </p:cNvPr>
            <p:cNvSpPr/>
            <p:nvPr/>
          </p:nvSpPr>
          <p:spPr>
            <a:xfrm rot="21377107">
              <a:off x="8159561" y="6245191"/>
              <a:ext cx="189494" cy="196279"/>
            </a:xfrm>
            <a:custGeom>
              <a:avLst/>
              <a:gdLst/>
              <a:ahLst/>
              <a:cxnLst/>
              <a:rect l="l" t="t" r="r" b="b"/>
              <a:pathLst>
                <a:path w="338917" h="338917">
                  <a:moveTo>
                    <a:pt x="0" y="0"/>
                  </a:moveTo>
                  <a:lnTo>
                    <a:pt x="338918" y="0"/>
                  </a:lnTo>
                  <a:lnTo>
                    <a:pt x="338918" y="338917"/>
                  </a:lnTo>
                  <a:lnTo>
                    <a:pt x="0" y="3389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fr-FR"/>
            </a:p>
          </p:txBody>
        </p:sp>
        <p:sp>
          <p:nvSpPr>
            <p:cNvPr id="26" name="AutoShape 11">
              <a:extLst>
                <a:ext uri="{FF2B5EF4-FFF2-40B4-BE49-F238E27FC236}">
                  <a16:creationId xmlns:a16="http://schemas.microsoft.com/office/drawing/2014/main" id="{533F40BC-0B22-C48A-900D-2413EF15E24B}"/>
                </a:ext>
              </a:extLst>
            </p:cNvPr>
            <p:cNvSpPr/>
            <p:nvPr/>
          </p:nvSpPr>
          <p:spPr>
            <a:xfrm flipV="1">
              <a:off x="8344795" y="6337319"/>
              <a:ext cx="3847204" cy="0"/>
            </a:xfrm>
            <a:prstGeom prst="line">
              <a:avLst/>
            </a:prstGeom>
            <a:ln w="38100" cap="flat">
              <a:solidFill>
                <a:srgbClr val="FF4E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32" name="Titre 31">
            <a:extLst>
              <a:ext uri="{FF2B5EF4-FFF2-40B4-BE49-F238E27FC236}">
                <a16:creationId xmlns:a16="http://schemas.microsoft.com/office/drawing/2014/main" id="{95BC53AE-256D-29D8-6A99-EEB3352E99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8709" y="118181"/>
            <a:ext cx="10515600" cy="594299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3200">
                <a:solidFill>
                  <a:srgbClr val="043882"/>
                </a:solidFill>
                <a:latin typeface="Calibri bold" panose="020F0702030404030204" pitchFamily="34" charset="0"/>
                <a:ea typeface="Calibri bold" panose="020F0702030404030204" pitchFamily="34" charset="0"/>
                <a:cs typeface="Calibri bold" panose="020F0702030404030204" pitchFamily="34" charset="0"/>
              </a:defRPr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pied de page 6">
            <a:extLst>
              <a:ext uri="{FF2B5EF4-FFF2-40B4-BE49-F238E27FC236}">
                <a16:creationId xmlns:a16="http://schemas.microsoft.com/office/drawing/2014/main" id="{B30DC5D4-5A02-C77E-8AE8-EE2BDDC03DA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502654"/>
            <a:ext cx="4114800" cy="365125"/>
          </a:xfrm>
          <a:prstGeom prst="rect">
            <a:avLst/>
          </a:prstGeom>
        </p:spPr>
        <p:txBody>
          <a:bodyPr anchor="ctr" anchorCtr="0"/>
          <a:lstStyle>
            <a:lvl1pPr algn="ctr">
              <a:defRPr sz="1050">
                <a:latin typeface="Aptos Light" panose="020F0502020204030204" pitchFamily="34" charset="0"/>
              </a:defRPr>
            </a:lvl1pPr>
          </a:lstStyle>
          <a:p>
            <a:r>
              <a:rPr lang="fr-FR"/>
              <a:t>Strictly confidential</a:t>
            </a:r>
          </a:p>
        </p:txBody>
      </p:sp>
      <p:sp>
        <p:nvSpPr>
          <p:cNvPr id="4" name="Espace réservé de la date 1">
            <a:extLst>
              <a:ext uri="{FF2B5EF4-FFF2-40B4-BE49-F238E27FC236}">
                <a16:creationId xmlns:a16="http://schemas.microsoft.com/office/drawing/2014/main" id="{9D4856AA-52C8-9318-5B37-5EE5EF2FE8A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24968" y="6484366"/>
            <a:ext cx="2743200" cy="365125"/>
          </a:xfrm>
          <a:prstGeom prst="rect">
            <a:avLst/>
          </a:prstGeom>
        </p:spPr>
        <p:txBody>
          <a:bodyPr anchor="ctr" anchorCtr="0"/>
          <a:lstStyle>
            <a:lvl1pPr>
              <a:defRPr sz="1000">
                <a:latin typeface="Aptos Light" panose="020B0004020202020204" pitchFamily="34" charset="0"/>
              </a:defRPr>
            </a:lvl1pPr>
          </a:lstStyle>
          <a:p>
            <a:r>
              <a:rPr lang="fr-FR"/>
              <a:t>March, 1st 2025</a:t>
            </a:r>
          </a:p>
        </p:txBody>
      </p:sp>
      <p:sp>
        <p:nvSpPr>
          <p:cNvPr id="5" name="Espace réservé du numéro de diapositive 10">
            <a:extLst>
              <a:ext uri="{FF2B5EF4-FFF2-40B4-BE49-F238E27FC236}">
                <a16:creationId xmlns:a16="http://schemas.microsoft.com/office/drawing/2014/main" id="{D47E1841-EAF7-CEC9-0EC8-C52EF8AE32A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67191" y="6469207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 anchorCtr="0"/>
          <a:lstStyle>
            <a:lvl1pPr algn="r">
              <a:defRPr sz="1000">
                <a:solidFill>
                  <a:schemeClr val="tx1">
                    <a:tint val="82000"/>
                  </a:schemeClr>
                </a:solidFill>
                <a:latin typeface="Aptos Light" panose="020B0004020202020204" pitchFamily="34" charset="0"/>
              </a:defRPr>
            </a:lvl1pPr>
          </a:lstStyle>
          <a:p>
            <a:fld id="{16A88250-4A72-4719-B696-DC572B6C1A1F}" type="slidenum">
              <a:rPr lang="fr-FR" smtClean="0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2679075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Title and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Image 11" descr="Une image contenant Graphique, Police, graphisme, capture d’écran&#10;&#10;Description générée automatiquement">
            <a:extLst>
              <a:ext uri="{FF2B5EF4-FFF2-40B4-BE49-F238E27FC236}">
                <a16:creationId xmlns:a16="http://schemas.microsoft.com/office/drawing/2014/main" id="{FBC70DFC-444C-9173-C243-0B6DC496D4F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755861" y="446836"/>
            <a:ext cx="1237465" cy="326072"/>
          </a:xfrm>
          <a:prstGeom prst="rect">
            <a:avLst/>
          </a:prstGeom>
        </p:spPr>
      </p:pic>
      <p:grpSp>
        <p:nvGrpSpPr>
          <p:cNvPr id="21" name="Groupe 20">
            <a:extLst>
              <a:ext uri="{FF2B5EF4-FFF2-40B4-BE49-F238E27FC236}">
                <a16:creationId xmlns:a16="http://schemas.microsoft.com/office/drawing/2014/main" id="{85CDAB10-DE54-57C0-8CEA-A8A8880B92C6}"/>
              </a:ext>
            </a:extLst>
          </p:cNvPr>
          <p:cNvGrpSpPr/>
          <p:nvPr userDrawn="1"/>
        </p:nvGrpSpPr>
        <p:grpSpPr>
          <a:xfrm>
            <a:off x="548" y="778426"/>
            <a:ext cx="10538243" cy="218664"/>
            <a:chOff x="1156915" y="6221292"/>
            <a:chExt cx="10538243" cy="218664"/>
          </a:xfrm>
        </p:grpSpPr>
        <p:sp>
          <p:nvSpPr>
            <p:cNvPr id="22" name="Freeform 12">
              <a:extLst>
                <a:ext uri="{FF2B5EF4-FFF2-40B4-BE49-F238E27FC236}">
                  <a16:creationId xmlns:a16="http://schemas.microsoft.com/office/drawing/2014/main" id="{49100575-4C5D-8713-0441-B018DC83196F}"/>
                </a:ext>
              </a:extLst>
            </p:cNvPr>
            <p:cNvSpPr/>
            <p:nvPr/>
          </p:nvSpPr>
          <p:spPr>
            <a:xfrm rot="10577107">
              <a:off x="11479733" y="6221292"/>
              <a:ext cx="215425" cy="218664"/>
            </a:xfrm>
            <a:custGeom>
              <a:avLst/>
              <a:gdLst/>
              <a:ahLst/>
              <a:cxnLst/>
              <a:rect l="l" t="t" r="r" b="b"/>
              <a:pathLst>
                <a:path w="338917" h="338917">
                  <a:moveTo>
                    <a:pt x="0" y="0"/>
                  </a:moveTo>
                  <a:lnTo>
                    <a:pt x="338918" y="0"/>
                  </a:lnTo>
                  <a:lnTo>
                    <a:pt x="338918" y="338917"/>
                  </a:lnTo>
                  <a:lnTo>
                    <a:pt x="0" y="3389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fr-FR"/>
            </a:p>
          </p:txBody>
        </p:sp>
        <p:sp>
          <p:nvSpPr>
            <p:cNvPr id="23" name="AutoShape 11">
              <a:extLst>
                <a:ext uri="{FF2B5EF4-FFF2-40B4-BE49-F238E27FC236}">
                  <a16:creationId xmlns:a16="http://schemas.microsoft.com/office/drawing/2014/main" id="{046AEA2D-1D8B-F6D3-D412-47CA02765CA0}"/>
                </a:ext>
              </a:extLst>
            </p:cNvPr>
            <p:cNvSpPr/>
            <p:nvPr/>
          </p:nvSpPr>
          <p:spPr>
            <a:xfrm rot="10800000" flipV="1">
              <a:off x="1156915" y="6337969"/>
              <a:ext cx="10332000" cy="0"/>
            </a:xfrm>
            <a:prstGeom prst="line">
              <a:avLst/>
            </a:prstGeom>
            <a:ln w="38100" cap="flat">
              <a:solidFill>
                <a:srgbClr val="FF4E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27" name="Groupe 26">
            <a:extLst>
              <a:ext uri="{FF2B5EF4-FFF2-40B4-BE49-F238E27FC236}">
                <a16:creationId xmlns:a16="http://schemas.microsoft.com/office/drawing/2014/main" id="{FD0256AD-0036-D7FC-0419-F3F7B2A1E9EC}"/>
              </a:ext>
            </a:extLst>
          </p:cNvPr>
          <p:cNvGrpSpPr/>
          <p:nvPr userDrawn="1"/>
        </p:nvGrpSpPr>
        <p:grpSpPr>
          <a:xfrm>
            <a:off x="8962844" y="6411100"/>
            <a:ext cx="3229155" cy="157179"/>
            <a:chOff x="8159561" y="6245191"/>
            <a:chExt cx="4032438" cy="196279"/>
          </a:xfrm>
        </p:grpSpPr>
        <p:sp>
          <p:nvSpPr>
            <p:cNvPr id="25" name="Freeform 12">
              <a:extLst>
                <a:ext uri="{FF2B5EF4-FFF2-40B4-BE49-F238E27FC236}">
                  <a16:creationId xmlns:a16="http://schemas.microsoft.com/office/drawing/2014/main" id="{9D006C4E-CBC4-1D52-A992-4528E01CE21C}"/>
                </a:ext>
              </a:extLst>
            </p:cNvPr>
            <p:cNvSpPr/>
            <p:nvPr/>
          </p:nvSpPr>
          <p:spPr>
            <a:xfrm rot="21377107">
              <a:off x="8159561" y="6245191"/>
              <a:ext cx="189494" cy="196279"/>
            </a:xfrm>
            <a:custGeom>
              <a:avLst/>
              <a:gdLst/>
              <a:ahLst/>
              <a:cxnLst/>
              <a:rect l="l" t="t" r="r" b="b"/>
              <a:pathLst>
                <a:path w="338917" h="338917">
                  <a:moveTo>
                    <a:pt x="0" y="0"/>
                  </a:moveTo>
                  <a:lnTo>
                    <a:pt x="338918" y="0"/>
                  </a:lnTo>
                  <a:lnTo>
                    <a:pt x="338918" y="338917"/>
                  </a:lnTo>
                  <a:lnTo>
                    <a:pt x="0" y="3389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fr-FR"/>
            </a:p>
          </p:txBody>
        </p:sp>
        <p:sp>
          <p:nvSpPr>
            <p:cNvPr id="26" name="AutoShape 11">
              <a:extLst>
                <a:ext uri="{FF2B5EF4-FFF2-40B4-BE49-F238E27FC236}">
                  <a16:creationId xmlns:a16="http://schemas.microsoft.com/office/drawing/2014/main" id="{533F40BC-0B22-C48A-900D-2413EF15E24B}"/>
                </a:ext>
              </a:extLst>
            </p:cNvPr>
            <p:cNvSpPr/>
            <p:nvPr/>
          </p:nvSpPr>
          <p:spPr>
            <a:xfrm flipV="1">
              <a:off x="8344795" y="6337319"/>
              <a:ext cx="3847204" cy="0"/>
            </a:xfrm>
            <a:prstGeom prst="line">
              <a:avLst/>
            </a:prstGeom>
            <a:ln w="38100" cap="flat">
              <a:solidFill>
                <a:srgbClr val="FF4E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32" name="Titre 31">
            <a:extLst>
              <a:ext uri="{FF2B5EF4-FFF2-40B4-BE49-F238E27FC236}">
                <a16:creationId xmlns:a16="http://schemas.microsoft.com/office/drawing/2014/main" id="{95BC53AE-256D-29D8-6A99-EEB3352E99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25400" y="75973"/>
            <a:ext cx="10515600" cy="594299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3200">
                <a:solidFill>
                  <a:srgbClr val="043882"/>
                </a:solidFill>
                <a:latin typeface="Calibri bold" panose="020F0702030404030204" pitchFamily="34" charset="0"/>
                <a:ea typeface="Calibri bold" panose="020F0702030404030204" pitchFamily="34" charset="0"/>
                <a:cs typeface="Calibri bold" panose="020F0702030404030204" pitchFamily="34" charset="0"/>
              </a:defRPr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pied de page 6">
            <a:extLst>
              <a:ext uri="{FF2B5EF4-FFF2-40B4-BE49-F238E27FC236}">
                <a16:creationId xmlns:a16="http://schemas.microsoft.com/office/drawing/2014/main" id="{B30DC5D4-5A02-C77E-8AE8-EE2BDDC03DA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502654"/>
            <a:ext cx="4114800" cy="365125"/>
          </a:xfrm>
          <a:prstGeom prst="rect">
            <a:avLst/>
          </a:prstGeom>
        </p:spPr>
        <p:txBody>
          <a:bodyPr anchor="ctr" anchorCtr="0"/>
          <a:lstStyle>
            <a:lvl1pPr algn="ctr">
              <a:defRPr sz="1050">
                <a:latin typeface="Aptos Light" panose="020F0502020204030204" pitchFamily="34" charset="0"/>
              </a:defRPr>
            </a:lvl1pPr>
          </a:lstStyle>
          <a:p>
            <a:r>
              <a:rPr lang="fr-FR"/>
              <a:t>Strictly confidential</a:t>
            </a:r>
          </a:p>
        </p:txBody>
      </p:sp>
      <p:sp>
        <p:nvSpPr>
          <p:cNvPr id="4" name="Espace réservé de la date 1">
            <a:extLst>
              <a:ext uri="{FF2B5EF4-FFF2-40B4-BE49-F238E27FC236}">
                <a16:creationId xmlns:a16="http://schemas.microsoft.com/office/drawing/2014/main" id="{9D4856AA-52C8-9318-5B37-5EE5EF2FE8A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24968" y="6484366"/>
            <a:ext cx="2743200" cy="365125"/>
          </a:xfrm>
          <a:prstGeom prst="rect">
            <a:avLst/>
          </a:prstGeom>
        </p:spPr>
        <p:txBody>
          <a:bodyPr anchor="ctr" anchorCtr="0"/>
          <a:lstStyle>
            <a:lvl1pPr>
              <a:defRPr sz="1000">
                <a:latin typeface="Aptos Light" panose="020B0004020202020204" pitchFamily="34" charset="0"/>
              </a:defRPr>
            </a:lvl1pPr>
          </a:lstStyle>
          <a:p>
            <a:r>
              <a:rPr lang="fr-FR"/>
              <a:t>Sep 2025</a:t>
            </a:r>
          </a:p>
        </p:txBody>
      </p:sp>
      <p:sp>
        <p:nvSpPr>
          <p:cNvPr id="5" name="Espace réservé du numéro de diapositive 10">
            <a:extLst>
              <a:ext uri="{FF2B5EF4-FFF2-40B4-BE49-F238E27FC236}">
                <a16:creationId xmlns:a16="http://schemas.microsoft.com/office/drawing/2014/main" id="{D47E1841-EAF7-CEC9-0EC8-C52EF8AE32A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67191" y="6469207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 anchorCtr="0"/>
          <a:lstStyle>
            <a:lvl1pPr algn="r">
              <a:defRPr sz="1000">
                <a:solidFill>
                  <a:schemeClr val="tx1">
                    <a:tint val="82000"/>
                  </a:schemeClr>
                </a:solidFill>
                <a:latin typeface="Aptos Light" panose="020B0004020202020204" pitchFamily="34" charset="0"/>
              </a:defRPr>
            </a:lvl1pPr>
          </a:lstStyle>
          <a:p>
            <a:fld id="{16A88250-4A72-4719-B696-DC572B6C1A1F}" type="slidenum">
              <a:rPr lang="fr-FR" smtClean="0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2620224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Espace réservé du pied de page 6">
            <a:extLst>
              <a:ext uri="{FF2B5EF4-FFF2-40B4-BE49-F238E27FC236}">
                <a16:creationId xmlns:a16="http://schemas.microsoft.com/office/drawing/2014/main" id="{133710F4-6B1C-9D7B-4CFB-DFCA5B503F4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502654"/>
            <a:ext cx="4114800" cy="365125"/>
          </a:xfrm>
          <a:prstGeom prst="rect">
            <a:avLst/>
          </a:prstGeom>
        </p:spPr>
        <p:txBody>
          <a:bodyPr anchor="ctr" anchorCtr="0"/>
          <a:lstStyle>
            <a:lvl1pPr algn="ctr">
              <a:defRPr sz="1050">
                <a:latin typeface="Aptos Light" panose="020F0502020204030204" pitchFamily="34" charset="0"/>
              </a:defRPr>
            </a:lvl1pPr>
          </a:lstStyle>
          <a:p>
            <a:r>
              <a:rPr lang="fr-FR"/>
              <a:t>Strictly confidential</a:t>
            </a:r>
          </a:p>
        </p:txBody>
      </p:sp>
      <p:sp>
        <p:nvSpPr>
          <p:cNvPr id="7" name="Espace réservé de la date 1">
            <a:extLst>
              <a:ext uri="{FF2B5EF4-FFF2-40B4-BE49-F238E27FC236}">
                <a16:creationId xmlns:a16="http://schemas.microsoft.com/office/drawing/2014/main" id="{23E7A949-04D6-4A42-8C28-C3C4F989C4A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24968" y="6484366"/>
            <a:ext cx="2743200" cy="365125"/>
          </a:xfrm>
          <a:prstGeom prst="rect">
            <a:avLst/>
          </a:prstGeom>
        </p:spPr>
        <p:txBody>
          <a:bodyPr anchor="ctr" anchorCtr="0"/>
          <a:lstStyle>
            <a:lvl1pPr>
              <a:defRPr sz="1000">
                <a:latin typeface="Aptos Light" panose="020B0004020202020204" pitchFamily="34" charset="0"/>
              </a:defRPr>
            </a:lvl1pPr>
          </a:lstStyle>
          <a:p>
            <a:r>
              <a:rPr lang="fr-FR"/>
              <a:t>March, 1st 2025</a:t>
            </a:r>
          </a:p>
        </p:txBody>
      </p:sp>
      <p:sp>
        <p:nvSpPr>
          <p:cNvPr id="8" name="Espace réservé du numéro de diapositive 10">
            <a:extLst>
              <a:ext uri="{FF2B5EF4-FFF2-40B4-BE49-F238E27FC236}">
                <a16:creationId xmlns:a16="http://schemas.microsoft.com/office/drawing/2014/main" id="{76A1F55E-FB4E-B393-2CD1-6A01B169F21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67191" y="6469207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 anchorCtr="0"/>
          <a:lstStyle>
            <a:lvl1pPr algn="r">
              <a:defRPr sz="1000">
                <a:solidFill>
                  <a:schemeClr val="tx1">
                    <a:tint val="82000"/>
                  </a:schemeClr>
                </a:solidFill>
                <a:latin typeface="Aptos Light" panose="020B0004020202020204" pitchFamily="34" charset="0"/>
              </a:defRPr>
            </a:lvl1pPr>
          </a:lstStyle>
          <a:p>
            <a:fld id="{16A88250-4A72-4719-B696-DC572B6C1A1F}" type="slidenum">
              <a:rPr lang="fr-FR" smtClean="0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545986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1" r:id="rId1"/>
    <p:sldLayoutId id="2147483702" r:id="rId2"/>
    <p:sldLayoutId id="2147483704" r:id="rId3"/>
    <p:sldLayoutId id="2147483700" r:id="rId4"/>
    <p:sldLayoutId id="2147483650" r:id="rId5"/>
    <p:sldLayoutId id="2147483685" r:id="rId6"/>
    <p:sldLayoutId id="2147483706" r:id="rId7"/>
    <p:sldLayoutId id="2147483707" r:id="rId8"/>
    <p:sldLayoutId id="2147483708" r:id="rId9"/>
    <p:sldLayoutId id="2147483709" r:id="rId10"/>
    <p:sldLayoutId id="2147483717" r:id="rId11"/>
    <p:sldLayoutId id="2147483718" r:id="rId12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kern="1200">
          <a:solidFill>
            <a:srgbClr val="043882"/>
          </a:solidFill>
          <a:latin typeface="Calibri bold" panose="020F0702030404030204" pitchFamily="34" charset="0"/>
          <a:ea typeface="Calibri bold" panose="020F0702030404030204" pitchFamily="34" charset="0"/>
          <a:cs typeface="Calibri bold" panose="020F070203040403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5.emf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.emf"/><Relationship Id="rId4" Type="http://schemas.openxmlformats.org/officeDocument/2006/relationships/image" Target="../media/image16.emf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27.png"/><Relationship Id="rId4" Type="http://schemas.openxmlformats.org/officeDocument/2006/relationships/image" Target="../media/image25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28.png"/><Relationship Id="rId4" Type="http://schemas.openxmlformats.org/officeDocument/2006/relationships/image" Target="../media/image25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29.png"/><Relationship Id="rId4" Type="http://schemas.openxmlformats.org/officeDocument/2006/relationships/image" Target="../media/image25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30.png"/><Relationship Id="rId4" Type="http://schemas.openxmlformats.org/officeDocument/2006/relationships/image" Target="../media/image25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31.png"/><Relationship Id="rId4" Type="http://schemas.openxmlformats.org/officeDocument/2006/relationships/image" Target="../media/image25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32.png"/><Relationship Id="rId4" Type="http://schemas.openxmlformats.org/officeDocument/2006/relationships/image" Target="../media/image25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3.png"/><Relationship Id="rId5" Type="http://schemas.openxmlformats.org/officeDocument/2006/relationships/image" Target="../media/image10.png"/><Relationship Id="rId4" Type="http://schemas.openxmlformats.org/officeDocument/2006/relationships/image" Target="../media/image25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3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3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3.pn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1.xml"/><Relationship Id="rId2" Type="http://schemas.openxmlformats.org/officeDocument/2006/relationships/tags" Target="../tags/tag2.xml"/><Relationship Id="rId1" Type="http://schemas.openxmlformats.org/officeDocument/2006/relationships/tags" Target="../tags/tag1.xml"/><Relationship Id="rId4" Type="http://schemas.openxmlformats.org/officeDocument/2006/relationships/notesSlide" Target="../notesSlides/notesSlide12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1.xml"/><Relationship Id="rId2" Type="http://schemas.openxmlformats.org/officeDocument/2006/relationships/tags" Target="../tags/tag4.xml"/><Relationship Id="rId1" Type="http://schemas.openxmlformats.org/officeDocument/2006/relationships/tags" Target="../tags/tag3.xml"/><Relationship Id="rId4" Type="http://schemas.openxmlformats.org/officeDocument/2006/relationships/notesSlide" Target="../notesSlides/notesSlide13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1.xml"/><Relationship Id="rId1" Type="http://schemas.openxmlformats.org/officeDocument/2006/relationships/tags" Target="../tags/tag5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 : avec coins rognés en diagonale 2">
            <a:extLst>
              <a:ext uri="{FF2B5EF4-FFF2-40B4-BE49-F238E27FC236}">
                <a16:creationId xmlns:a16="http://schemas.microsoft.com/office/drawing/2014/main" id="{274629D8-1349-83B2-0CD6-0122B34EB4A6}"/>
              </a:ext>
            </a:extLst>
          </p:cNvPr>
          <p:cNvSpPr/>
          <p:nvPr/>
        </p:nvSpPr>
        <p:spPr>
          <a:xfrm>
            <a:off x="6208295" y="2163899"/>
            <a:ext cx="5804609" cy="2136486"/>
          </a:xfrm>
          <a:prstGeom prst="snip2DiagRect">
            <a:avLst>
              <a:gd name="adj1" fmla="val 13680"/>
              <a:gd name="adj2" fmla="val 33347"/>
            </a:avLst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15" name="Espace réservé du texte 2">
            <a:extLst>
              <a:ext uri="{FF2B5EF4-FFF2-40B4-BE49-F238E27FC236}">
                <a16:creationId xmlns:a16="http://schemas.microsoft.com/office/drawing/2014/main" id="{2A58217E-2A5A-45AE-A065-50D2A769A63F}"/>
              </a:ext>
            </a:extLst>
          </p:cNvPr>
          <p:cNvSpPr>
            <a:spLocks noGrp="1"/>
          </p:cNvSpPr>
          <p:nvPr/>
        </p:nvSpPr>
        <p:spPr>
          <a:xfrm>
            <a:off x="1885950" y="2800198"/>
            <a:ext cx="8420100" cy="150018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marL="0" indent="0" algn="l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457200" rtl="0" eaLnBrk="1" latinLnBrk="0" hangingPunct="1">
              <a:spcBef>
                <a:spcPct val="20000"/>
              </a:spcBef>
              <a:buFont typeface="Arial"/>
              <a:buNone/>
              <a:defRPr sz="1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457200" rtl="0" eaLnBrk="1" latinLnBrk="0" hangingPunct="1">
              <a:spcBef>
                <a:spcPct val="20000"/>
              </a:spcBef>
              <a:buFont typeface="Arial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457200" rtl="0" eaLnBrk="1" latinLnBrk="0" hangingPunct="1">
              <a:spcBef>
                <a:spcPct val="20000"/>
              </a:spcBef>
              <a:buFont typeface="Arial"/>
              <a:buNone/>
              <a:defRPr sz="1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457200" rtl="0" eaLnBrk="1" latinLnBrk="0" hangingPunct="1">
              <a:spcBef>
                <a:spcPct val="20000"/>
              </a:spcBef>
              <a:buFont typeface="Arial"/>
              <a:buNone/>
              <a:defRPr sz="1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457200" rtl="0" eaLnBrk="1" latinLnBrk="0" hangingPunct="1">
              <a:spcBef>
                <a:spcPct val="20000"/>
              </a:spcBef>
              <a:buFont typeface="Arial"/>
              <a:buNone/>
              <a:defRPr sz="1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457200" rtl="0" eaLnBrk="1" latinLnBrk="0" hangingPunct="1">
              <a:spcBef>
                <a:spcPct val="20000"/>
              </a:spcBef>
              <a:buFont typeface="Arial"/>
              <a:buNone/>
              <a:defRPr sz="1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457200" rtl="0" eaLnBrk="1" latinLnBrk="0" hangingPunct="1">
              <a:spcBef>
                <a:spcPct val="20000"/>
              </a:spcBef>
              <a:buFont typeface="Arial"/>
              <a:buNone/>
              <a:defRPr sz="1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457200" rtl="0" eaLnBrk="1" latinLnBrk="0" hangingPunct="1">
              <a:spcBef>
                <a:spcPct val="20000"/>
              </a:spcBef>
              <a:buFont typeface="Arial"/>
              <a:buNone/>
              <a:defRPr sz="1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spcBef>
                <a:spcPct val="0"/>
              </a:spcBef>
            </a:pPr>
            <a:endParaRPr lang="en-US" sz="3200" b="1" cap="all" noProof="0">
              <a:solidFill>
                <a:srgbClr val="2B3C5F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16" name="Titre 1">
            <a:extLst>
              <a:ext uri="{FF2B5EF4-FFF2-40B4-BE49-F238E27FC236}">
                <a16:creationId xmlns:a16="http://schemas.microsoft.com/office/drawing/2014/main" id="{3E781EC7-9BC4-48C2-A2F2-F900DB85999A}"/>
              </a:ext>
            </a:extLst>
          </p:cNvPr>
          <p:cNvSpPr>
            <a:spLocks noGrp="1"/>
          </p:cNvSpPr>
          <p:nvPr/>
        </p:nvSpPr>
        <p:spPr>
          <a:xfrm>
            <a:off x="568565" y="2707175"/>
            <a:ext cx="9382479" cy="721824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3200" b="1" kern="1200" cap="all">
                <a:solidFill>
                  <a:srgbClr val="2B3C5F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50000"/>
              </a:lnSpc>
            </a:pPr>
            <a:r>
              <a:rPr lang="en-US" sz="4000" cap="none" noProof="0">
                <a:solidFill>
                  <a:schemeClr val="bg1"/>
                </a:solidFill>
                <a:latin typeface="Calibri bold" panose="020F0702030404030204" pitchFamily="34" charset="0"/>
                <a:ea typeface="Calibri bold" panose="020F0702030404030204" pitchFamily="34" charset="0"/>
                <a:cs typeface="Calibri bold" panose="020F0702030404030204" pitchFamily="34" charset="0"/>
              </a:rPr>
              <a:t>STELLANTIS </a:t>
            </a:r>
            <a:r>
              <a:rPr lang="en-US" sz="4000" cap="none">
                <a:solidFill>
                  <a:schemeClr val="bg1"/>
                </a:solidFill>
                <a:latin typeface="Calibri bold" panose="020F0702030404030204" pitchFamily="34" charset="0"/>
                <a:ea typeface="Calibri bold" panose="020F0702030404030204" pitchFamily="34" charset="0"/>
                <a:cs typeface="Calibri bold" panose="020F0702030404030204" pitchFamily="34" charset="0"/>
              </a:rPr>
              <a:t>SPAIN</a:t>
            </a:r>
            <a:endParaRPr lang="en-US" sz="4000" cap="none" noProof="0">
              <a:solidFill>
                <a:schemeClr val="bg1"/>
              </a:solidFill>
              <a:latin typeface="Calibri bold" panose="020F0702030404030204" pitchFamily="34" charset="0"/>
              <a:ea typeface="Calibri bold" panose="020F0702030404030204" pitchFamily="34" charset="0"/>
              <a:cs typeface="Calibri bold" panose="020F0702030404030204" pitchFamily="34" charset="0"/>
            </a:endParaRPr>
          </a:p>
          <a:p>
            <a:pPr>
              <a:lnSpc>
                <a:spcPct val="150000"/>
              </a:lnSpc>
            </a:pPr>
            <a:endParaRPr lang="en-US" sz="4000" b="0" cap="none">
              <a:solidFill>
                <a:schemeClr val="bg1"/>
              </a:solidFill>
              <a:latin typeface="Calibri bold" panose="020F0702030404030204" pitchFamily="34" charset="0"/>
              <a:ea typeface="Calibri bold" panose="020F0702030404030204" pitchFamily="34" charset="0"/>
              <a:cs typeface="Calibri bold" panose="020F0702030404030204" pitchFamily="34" charset="0"/>
            </a:endParaRPr>
          </a:p>
          <a:p>
            <a:pPr>
              <a:lnSpc>
                <a:spcPct val="150000"/>
              </a:lnSpc>
            </a:pPr>
            <a:r>
              <a:rPr lang="en-US" sz="2400" b="1">
                <a:solidFill>
                  <a:schemeClr val="bg1"/>
                </a:solidFill>
                <a:cs typeface="Calibri Light" panose="020F0302020204030204" pitchFamily="34" charset="0"/>
              </a:rPr>
              <a:t>Trade-in websites performance review December 2025– </a:t>
            </a:r>
            <a:r>
              <a:rPr lang="en-US" sz="2400" b="1" err="1">
                <a:solidFill>
                  <a:schemeClr val="bg1"/>
                </a:solidFill>
                <a:cs typeface="Calibri Light" panose="020F0302020204030204" pitchFamily="34" charset="0"/>
              </a:rPr>
              <a:t>spain</a:t>
            </a:r>
            <a:r>
              <a:rPr lang="en-US" sz="2400" b="1">
                <a:solidFill>
                  <a:schemeClr val="bg1"/>
                </a:solidFill>
                <a:cs typeface="Calibri Light" panose="020F0302020204030204" pitchFamily="34" charset="0"/>
              </a:rPr>
              <a:t> </a:t>
            </a:r>
            <a:endParaRPr lang="fr-FR" sz="2400" b="1">
              <a:solidFill>
                <a:schemeClr val="bg1"/>
              </a:solidFill>
              <a:cs typeface="Calibri Light" panose="020F0302020204030204" pitchFamily="34" charset="0"/>
            </a:endParaRPr>
          </a:p>
        </p:txBody>
      </p:sp>
      <p:sp>
        <p:nvSpPr>
          <p:cNvPr id="6" name="Espace réservé de la date 1">
            <a:extLst>
              <a:ext uri="{FF2B5EF4-FFF2-40B4-BE49-F238E27FC236}">
                <a16:creationId xmlns:a16="http://schemas.microsoft.com/office/drawing/2014/main" id="{AFA16ABF-655A-9831-63F4-4E143067A33C}"/>
              </a:ext>
            </a:extLst>
          </p:cNvPr>
          <p:cNvSpPr txBox="1">
            <a:spLocks/>
          </p:cNvSpPr>
          <p:nvPr/>
        </p:nvSpPr>
        <p:spPr>
          <a:xfrm>
            <a:off x="124968" y="6484366"/>
            <a:ext cx="2743200" cy="365125"/>
          </a:xfrm>
          <a:prstGeom prst="rect">
            <a:avLst/>
          </a:prstGeom>
        </p:spPr>
        <p:txBody>
          <a:bodyPr anchor="ctr" anchorCtr="0"/>
          <a:lstStyle>
            <a:defPPr>
              <a:defRPr lang="fr-FR"/>
            </a:defPPr>
            <a:lvl1pPr marL="0" algn="l" defTabSz="914400" rtl="0" eaLnBrk="1" latinLnBrk="0" hangingPunct="1">
              <a:defRPr sz="1000" kern="1200">
                <a:solidFill>
                  <a:schemeClr val="tx1"/>
                </a:solidFill>
                <a:latin typeface="Aptos Light" panose="020B0004020202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noProof="0"/>
              <a:t>December 2025</a:t>
            </a:r>
          </a:p>
        </p:txBody>
      </p:sp>
      <p:pic>
        <p:nvPicPr>
          <p:cNvPr id="10" name="Image 9">
            <a:extLst>
              <a:ext uri="{FF2B5EF4-FFF2-40B4-BE49-F238E27FC236}">
                <a16:creationId xmlns:a16="http://schemas.microsoft.com/office/drawing/2014/main" id="{21B7F72C-B8F1-F3E4-D93B-08DD8DDF04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1815" y="2231072"/>
            <a:ext cx="3584956" cy="1045230"/>
          </a:xfrm>
          <a:prstGeom prst="rect">
            <a:avLst/>
          </a:prstGeom>
        </p:spPr>
      </p:pic>
      <p:pic>
        <p:nvPicPr>
          <p:cNvPr id="2" name="Picture 2" descr="Drapeau de l'Espagne — Wikipédia">
            <a:extLst>
              <a:ext uri="{FF2B5EF4-FFF2-40B4-BE49-F238E27FC236}">
                <a16:creationId xmlns:a16="http://schemas.microsoft.com/office/drawing/2014/main" id="{1D6B072F-AE5F-5BC8-544D-C19AEE56499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62450" y="3272036"/>
            <a:ext cx="1441107" cy="960737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67965126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4E1DB2-A8B8-F1C4-6500-20E8BB4FB5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86F813DB-51F0-62BC-0D1D-A033EC46C35C}"/>
              </a:ext>
            </a:extLst>
          </p:cNvPr>
          <p:cNvSpPr/>
          <p:nvPr/>
        </p:nvSpPr>
        <p:spPr>
          <a:xfrm>
            <a:off x="877110" y="3567898"/>
            <a:ext cx="10052551" cy="360000"/>
          </a:xfrm>
          <a:prstGeom prst="roundRect">
            <a:avLst/>
          </a:prstGeom>
          <a:solidFill>
            <a:srgbClr val="F3F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dirty="0">
                <a:solidFill>
                  <a:schemeClr val="tx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LEADS FOCUS</a:t>
            </a: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5844DE83-A2B7-06CD-B423-7C885BC737BE}"/>
              </a:ext>
            </a:extLst>
          </p:cNvPr>
          <p:cNvSpPr/>
          <p:nvPr/>
        </p:nvSpPr>
        <p:spPr>
          <a:xfrm>
            <a:off x="877110" y="4034739"/>
            <a:ext cx="10052551" cy="360000"/>
          </a:xfrm>
          <a:prstGeom prst="roundRect">
            <a:avLst/>
          </a:prstGeom>
          <a:solidFill>
            <a:srgbClr val="F3F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dirty="0">
                <a:solidFill>
                  <a:schemeClr val="tx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DEEP DIVE ANALYSIS</a:t>
            </a:r>
          </a:p>
        </p:txBody>
      </p:sp>
      <p:sp>
        <p:nvSpPr>
          <p:cNvPr id="5" name="Titre 4">
            <a:extLst>
              <a:ext uri="{FF2B5EF4-FFF2-40B4-BE49-F238E27FC236}">
                <a16:creationId xmlns:a16="http://schemas.microsoft.com/office/drawing/2014/main" id="{3967E21F-5B5E-0DCB-1DBA-A5B2036D23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4968" y="209431"/>
            <a:ext cx="10515600" cy="594299"/>
          </a:xfrm>
        </p:spPr>
        <p:txBody>
          <a:bodyPr/>
          <a:lstStyle/>
          <a:p>
            <a:r>
              <a:rPr lang="en-US" noProof="0"/>
              <a:t>Agenda</a:t>
            </a:r>
          </a:p>
        </p:txBody>
      </p:sp>
      <p:sp>
        <p:nvSpPr>
          <p:cNvPr id="10" name="Espace réservé du numéro de diapositive 10">
            <a:extLst>
              <a:ext uri="{FF2B5EF4-FFF2-40B4-BE49-F238E27FC236}">
                <a16:creationId xmlns:a16="http://schemas.microsoft.com/office/drawing/2014/main" id="{86CDB722-E4C1-0379-AA07-E40CF0B1287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67191" y="6469207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 anchorCtr="0"/>
          <a:lstStyle>
            <a:lvl1pPr algn="r">
              <a:defRPr sz="1000">
                <a:solidFill>
                  <a:schemeClr val="tx1">
                    <a:tint val="82000"/>
                  </a:schemeClr>
                </a:solidFill>
                <a:latin typeface="Aptos Light" panose="020B0004020202020204" pitchFamily="34" charset="0"/>
              </a:defRPr>
            </a:lvl1pPr>
          </a:lstStyle>
          <a:p>
            <a:fld id="{16A88250-4A72-4719-B696-DC572B6C1A1F}" type="slidenum">
              <a:rPr lang="en-US" noProof="0" smtClean="0"/>
              <a:pPr/>
              <a:t>2</a:t>
            </a:fld>
            <a:endParaRPr lang="en-US" noProof="0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2D0A3C3E-E8F0-9C1D-4A2A-C1EB9712FC7F}"/>
              </a:ext>
            </a:extLst>
          </p:cNvPr>
          <p:cNvSpPr/>
          <p:nvPr/>
        </p:nvSpPr>
        <p:spPr>
          <a:xfrm>
            <a:off x="877109" y="4517716"/>
            <a:ext cx="10052551" cy="360000"/>
          </a:xfrm>
          <a:prstGeom prst="roundRect">
            <a:avLst/>
          </a:prstGeom>
          <a:solidFill>
            <a:srgbClr val="F3F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>
                <a:solidFill>
                  <a:schemeClr val="tx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OPEN POINTS</a:t>
            </a:r>
          </a:p>
        </p:txBody>
      </p:sp>
      <p:pic>
        <p:nvPicPr>
          <p:cNvPr id="7" name="Picture 2" descr="Drapeau de l'Espagne — Wikipédia">
            <a:extLst>
              <a:ext uri="{FF2B5EF4-FFF2-40B4-BE49-F238E27FC236}">
                <a16:creationId xmlns:a16="http://schemas.microsoft.com/office/drawing/2014/main" id="{9AEE5109-AF02-51C2-24D7-DB8F26A9B2B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17756" y="250095"/>
            <a:ext cx="1007014" cy="67134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4" name="Espace réservé de la date 1">
            <a:extLst>
              <a:ext uri="{FF2B5EF4-FFF2-40B4-BE49-F238E27FC236}">
                <a16:creationId xmlns:a16="http://schemas.microsoft.com/office/drawing/2014/main" id="{00680B95-11EA-F334-5295-8C75B300FE1E}"/>
              </a:ext>
            </a:extLst>
          </p:cNvPr>
          <p:cNvSpPr txBox="1">
            <a:spLocks/>
          </p:cNvSpPr>
          <p:nvPr/>
        </p:nvSpPr>
        <p:spPr>
          <a:xfrm>
            <a:off x="109538" y="6551038"/>
            <a:ext cx="2743200" cy="365125"/>
          </a:xfrm>
          <a:prstGeom prst="rect">
            <a:avLst/>
          </a:prstGeom>
        </p:spPr>
        <p:txBody>
          <a:bodyPr anchor="ctr" anchorCtr="0"/>
          <a:lstStyle>
            <a:defPPr>
              <a:defRPr lang="fr-FR"/>
            </a:defPPr>
            <a:lvl1pPr marL="0" algn="l" defTabSz="914400" rtl="0" eaLnBrk="1" latinLnBrk="0" hangingPunct="1">
              <a:defRPr sz="1000" kern="1200">
                <a:solidFill>
                  <a:schemeClr val="tx1"/>
                </a:solidFill>
                <a:latin typeface="Aptos Light" panose="020B0004020202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December 2025</a:t>
            </a:r>
            <a:endParaRPr lang="en-US" noProof="0"/>
          </a:p>
        </p:txBody>
      </p:sp>
      <p:sp>
        <p:nvSpPr>
          <p:cNvPr id="6" name="Rectangle: Rounded Corners 25">
            <a:extLst>
              <a:ext uri="{FF2B5EF4-FFF2-40B4-BE49-F238E27FC236}">
                <a16:creationId xmlns:a16="http://schemas.microsoft.com/office/drawing/2014/main" id="{83A5B5A5-B127-CF79-82C4-10A68CD8B606}"/>
              </a:ext>
            </a:extLst>
          </p:cNvPr>
          <p:cNvSpPr/>
          <p:nvPr/>
        </p:nvSpPr>
        <p:spPr>
          <a:xfrm>
            <a:off x="877110" y="3088588"/>
            <a:ext cx="10052551" cy="360000"/>
          </a:xfrm>
          <a:prstGeom prst="roundRect">
            <a:avLst/>
          </a:prstGeom>
          <a:solidFill>
            <a:srgbClr val="F3F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dirty="0">
                <a:solidFill>
                  <a:schemeClr val="tx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SALES PERFORMANCE</a:t>
            </a:r>
          </a:p>
        </p:txBody>
      </p:sp>
      <p:sp>
        <p:nvSpPr>
          <p:cNvPr id="8" name="Rectangle: Rounded Corners 28">
            <a:extLst>
              <a:ext uri="{FF2B5EF4-FFF2-40B4-BE49-F238E27FC236}">
                <a16:creationId xmlns:a16="http://schemas.microsoft.com/office/drawing/2014/main" id="{10CA4514-BE54-735D-1963-FF0093D3FA6D}"/>
              </a:ext>
            </a:extLst>
          </p:cNvPr>
          <p:cNvSpPr/>
          <p:nvPr/>
        </p:nvSpPr>
        <p:spPr>
          <a:xfrm>
            <a:off x="877115" y="2052858"/>
            <a:ext cx="10052551" cy="360000"/>
          </a:xfrm>
          <a:prstGeom prst="roundRect">
            <a:avLst/>
          </a:prstGeom>
          <a:solidFill>
            <a:srgbClr val="0438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EXECUTIVE SUMMARY</a:t>
            </a:r>
            <a:endParaRPr lang="en-US" sz="1600" b="1" dirty="0">
              <a:solidFill>
                <a:schemeClr val="bg1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3" name="Rectangle: Rounded Corners 1">
            <a:extLst>
              <a:ext uri="{FF2B5EF4-FFF2-40B4-BE49-F238E27FC236}">
                <a16:creationId xmlns:a16="http://schemas.microsoft.com/office/drawing/2014/main" id="{5675D78F-4CB7-F6CF-DDB2-CDC7AEE715CA}"/>
              </a:ext>
            </a:extLst>
          </p:cNvPr>
          <p:cNvSpPr/>
          <p:nvPr/>
        </p:nvSpPr>
        <p:spPr>
          <a:xfrm>
            <a:off x="877108" y="4990600"/>
            <a:ext cx="10052551" cy="360000"/>
          </a:xfrm>
          <a:prstGeom prst="roundRect">
            <a:avLst/>
          </a:prstGeom>
          <a:solidFill>
            <a:srgbClr val="F3F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dirty="0">
                <a:solidFill>
                  <a:schemeClr val="tx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APPENDIX</a:t>
            </a:r>
          </a:p>
        </p:txBody>
      </p:sp>
      <p:sp>
        <p:nvSpPr>
          <p:cNvPr id="9" name="Rectangle: Rounded Corners 25">
            <a:extLst>
              <a:ext uri="{FF2B5EF4-FFF2-40B4-BE49-F238E27FC236}">
                <a16:creationId xmlns:a16="http://schemas.microsoft.com/office/drawing/2014/main" id="{D5506E7F-663E-1F9A-9BC6-0314865AC459}"/>
              </a:ext>
            </a:extLst>
          </p:cNvPr>
          <p:cNvSpPr/>
          <p:nvPr/>
        </p:nvSpPr>
        <p:spPr>
          <a:xfrm>
            <a:off x="877111" y="2601704"/>
            <a:ext cx="10052551" cy="360000"/>
          </a:xfrm>
          <a:prstGeom prst="roundRect">
            <a:avLst/>
          </a:prstGeom>
          <a:solidFill>
            <a:srgbClr val="F3F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dirty="0">
                <a:solidFill>
                  <a:schemeClr val="tx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PERFORMANCE OVERVIEW</a:t>
            </a:r>
          </a:p>
        </p:txBody>
      </p:sp>
    </p:spTree>
    <p:extLst>
      <p:ext uri="{BB962C8B-B14F-4D97-AF65-F5344CB8AC3E}">
        <p14:creationId xmlns:p14="http://schemas.microsoft.com/office/powerpoint/2010/main" val="28375642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C22D5A3-D7E5-0B2E-5FAE-7B970702A1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8763" y="119899"/>
            <a:ext cx="10515600" cy="594299"/>
          </a:xfrm>
        </p:spPr>
        <p:txBody>
          <a:bodyPr/>
          <a:lstStyle/>
          <a:p>
            <a:r>
              <a:rPr lang="en-US" b="1"/>
              <a:t>EXECUTIVE SUMMARY</a:t>
            </a:r>
            <a:endParaRPr lang="fr-FR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CCB08E29-6297-E879-F622-785DFCF3052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fr-FR" dirty="0"/>
              <a:t>Sum-up of trade-in performance</a:t>
            </a: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0B12948E-8532-3D3A-83DA-0665BA0802C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fr-FR"/>
              <a:t>Strictly confidential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AE8BF130-B97F-6735-D36E-574575EB4D92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r>
              <a:rPr lang="fr-FR"/>
              <a:t>Date 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3823AF8F-DD01-CB69-AE6A-074EC59F8B6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8250-4A72-4719-B696-DC572B6C1A1F}" type="slidenum">
              <a:rPr lang="fr-FR" smtClean="0"/>
              <a:pPr/>
              <a:t>3</a:t>
            </a:fld>
            <a:endParaRPr lang="fr-FR"/>
          </a:p>
        </p:txBody>
      </p:sp>
      <p:sp>
        <p:nvSpPr>
          <p:cNvPr id="7" name="Espace réservé de la date 4">
            <a:extLst>
              <a:ext uri="{FF2B5EF4-FFF2-40B4-BE49-F238E27FC236}">
                <a16:creationId xmlns:a16="http://schemas.microsoft.com/office/drawing/2014/main" id="{7C06DF0A-651C-6613-81E2-891BBFBA865D}"/>
              </a:ext>
            </a:extLst>
          </p:cNvPr>
          <p:cNvSpPr txBox="1">
            <a:spLocks/>
          </p:cNvSpPr>
          <p:nvPr/>
        </p:nvSpPr>
        <p:spPr>
          <a:xfrm>
            <a:off x="1138759" y="6484366"/>
            <a:ext cx="2743200" cy="365125"/>
          </a:xfrm>
          <a:prstGeom prst="rect">
            <a:avLst/>
          </a:prstGeom>
        </p:spPr>
        <p:txBody>
          <a:bodyPr anchor="ctr" anchorCtr="0"/>
          <a:lstStyle>
            <a:defPPr>
              <a:defRPr lang="fr-FR"/>
            </a:defPPr>
            <a:lvl1pPr marL="0" algn="l" defTabSz="914400" rtl="0" eaLnBrk="1" latinLnBrk="0" hangingPunct="1">
              <a:defRPr sz="1000" kern="1200">
                <a:solidFill>
                  <a:schemeClr val="tx1"/>
                </a:solidFill>
                <a:latin typeface="Aptos Light" panose="020B0004020202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/>
              <a:t>Source: autobiz</a:t>
            </a:r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0A4B8D2F-8F71-CDE6-3133-39391ADDF333}"/>
              </a:ext>
            </a:extLst>
          </p:cNvPr>
          <p:cNvSpPr txBox="1"/>
          <p:nvPr/>
        </p:nvSpPr>
        <p:spPr>
          <a:xfrm>
            <a:off x="402771" y="1524000"/>
            <a:ext cx="9906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/>
              <a:t>Main </a:t>
            </a:r>
            <a:r>
              <a:rPr lang="fr-FR" err="1"/>
              <a:t>takeways</a:t>
            </a:r>
            <a:r>
              <a:rPr lang="fr-FR"/>
              <a:t> ….</a:t>
            </a:r>
          </a:p>
        </p:txBody>
      </p:sp>
    </p:spTree>
    <p:extLst>
      <p:ext uri="{BB962C8B-B14F-4D97-AF65-F5344CB8AC3E}">
        <p14:creationId xmlns:p14="http://schemas.microsoft.com/office/powerpoint/2010/main" val="320754782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A22A77-1E79-9BB1-055C-D7B9FA2F66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D282887-0D77-744E-EFB8-7207EB63E3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8763" y="122294"/>
            <a:ext cx="10515600" cy="594299"/>
          </a:xfrm>
        </p:spPr>
        <p:txBody>
          <a:bodyPr>
            <a:normAutofit/>
          </a:bodyPr>
          <a:lstStyle/>
          <a:p>
            <a:pPr>
              <a:spcBef>
                <a:spcPts val="1000"/>
              </a:spcBef>
            </a:pPr>
            <a:r>
              <a:rPr lang="en-US" b="1">
                <a:ea typeface="+mn-ea"/>
              </a:rPr>
              <a:t>EXECUTIVE SUMMARY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750E3FA9-BF9D-D0ED-6954-CAEACE4E2E4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6A88250-4A72-4719-B696-DC572B6C1A1F}" type="slidenum">
              <a:rPr kumimoji="0" lang="en-US" sz="10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 Light" panose="020B0004020202020204" pitchFamily="34" charset="0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82000"/>
                </a:prstClr>
              </a:solidFill>
              <a:effectLst/>
              <a:uLnTx/>
              <a:uFillTx/>
              <a:latin typeface="Aptos Light" panose="020B0004020202020204" pitchFamily="34" charset="0"/>
              <a:ea typeface="+mn-ea"/>
              <a:cs typeface="+mn-cs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40DB2AE-AEE8-99D2-91ED-83FBD8B432F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>
            <a:normAutofit/>
          </a:bodyPr>
          <a:lstStyle/>
          <a:p>
            <a:r>
              <a:rPr lang="en-US" b="1" dirty="0">
                <a:ea typeface="+mn-ea"/>
              </a:rPr>
              <a:t>Global view</a:t>
            </a:r>
          </a:p>
          <a:p>
            <a:endParaRPr lang="fr-FR" sz="2400" b="1" dirty="0">
              <a:solidFill>
                <a:srgbClr val="043882"/>
              </a:solidFill>
              <a:latin typeface="Calibri bold" panose="020F0702030404030204" pitchFamily="34" charset="0"/>
              <a:ea typeface="+mn-ea"/>
              <a:cs typeface="Calibri bold" panose="020F0702030404030204" pitchFamily="34" charset="0"/>
            </a:endParaRPr>
          </a:p>
        </p:txBody>
      </p:sp>
      <p:pic>
        <p:nvPicPr>
          <p:cNvPr id="4" name="Picture 2" descr="Drapeau de l'Espagne — Wikipédia">
            <a:extLst>
              <a:ext uri="{FF2B5EF4-FFF2-40B4-BE49-F238E27FC236}">
                <a16:creationId xmlns:a16="http://schemas.microsoft.com/office/drawing/2014/main" id="{463A6014-42B0-F679-8FE5-B4107E26E45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17756" y="250095"/>
            <a:ext cx="1007014" cy="67134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8248D60A-4BAC-7060-C6E3-55DBEB093718}"/>
              </a:ext>
            </a:extLst>
          </p:cNvPr>
          <p:cNvSpPr/>
          <p:nvPr/>
        </p:nvSpPr>
        <p:spPr>
          <a:xfrm>
            <a:off x="10150867" y="1314450"/>
            <a:ext cx="1931595" cy="4895850"/>
          </a:xfrm>
          <a:prstGeom prst="rect">
            <a:avLst/>
          </a:prstGeom>
          <a:solidFill>
            <a:srgbClr val="F3F8FF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3736" indent="-173736" algn="l" rtl="0" eaLnBrk="1" latinLnBrk="0" hangingPunct="1">
              <a:spcAft>
                <a:spcPts val="1200"/>
              </a:spcAft>
              <a:buFont typeface="Arial" panose="020B0604020202020204" pitchFamily="34" charset="0"/>
              <a:buChar char="•"/>
            </a:pPr>
            <a:endParaRPr lang="en-US" sz="1200">
              <a:solidFill>
                <a:srgbClr val="000000"/>
              </a:solidFill>
              <a:effectLst/>
              <a:latin typeface="Calibri" panose="020F0502020204030204" pitchFamily="34" charset="0"/>
            </a:endParaRPr>
          </a:p>
        </p:txBody>
      </p:sp>
      <p:pic>
        <p:nvPicPr>
          <p:cNvPr id="3" name="Image 3">
            <a:extLst>
              <a:ext uri="{FF2B5EF4-FFF2-40B4-BE49-F238E27FC236}">
                <a16:creationId xmlns:a16="http://schemas.microsoft.com/office/drawing/2014/main" id="{23DD9409-78CD-3571-60E3-AF0B60C8D9C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8272"/>
          <a:stretch/>
        </p:blipFill>
        <p:spPr>
          <a:xfrm>
            <a:off x="10505236" y="5543550"/>
            <a:ext cx="1222856" cy="423496"/>
          </a:xfrm>
          <a:prstGeom prst="rect">
            <a:avLst/>
          </a:prstGeom>
        </p:spPr>
      </p:pic>
      <p:sp>
        <p:nvSpPr>
          <p:cNvPr id="12" name="Espace réservé de la date 4">
            <a:extLst>
              <a:ext uri="{FF2B5EF4-FFF2-40B4-BE49-F238E27FC236}">
                <a16:creationId xmlns:a16="http://schemas.microsoft.com/office/drawing/2014/main" id="{2258B85F-ABAB-DED8-E43D-FF93BC8341D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24968" y="6484366"/>
            <a:ext cx="539061" cy="365125"/>
          </a:xfrm>
        </p:spPr>
        <p:txBody>
          <a:bodyPr/>
          <a:lstStyle/>
          <a:p>
            <a:r>
              <a:rPr lang="fr-FR"/>
              <a:t>Date </a:t>
            </a:r>
          </a:p>
        </p:txBody>
      </p:sp>
      <p:sp>
        <p:nvSpPr>
          <p:cNvPr id="14" name="Espace réservé de la date 4">
            <a:extLst>
              <a:ext uri="{FF2B5EF4-FFF2-40B4-BE49-F238E27FC236}">
                <a16:creationId xmlns:a16="http://schemas.microsoft.com/office/drawing/2014/main" id="{B0064D1C-E752-B65B-73E0-D97C445BB97E}"/>
              </a:ext>
            </a:extLst>
          </p:cNvPr>
          <p:cNvSpPr txBox="1">
            <a:spLocks/>
          </p:cNvSpPr>
          <p:nvPr/>
        </p:nvSpPr>
        <p:spPr>
          <a:xfrm>
            <a:off x="1138759" y="6484366"/>
            <a:ext cx="2743200" cy="365125"/>
          </a:xfrm>
          <a:prstGeom prst="rect">
            <a:avLst/>
          </a:prstGeom>
        </p:spPr>
        <p:txBody>
          <a:bodyPr anchor="ctr" anchorCtr="0"/>
          <a:lstStyle>
            <a:defPPr>
              <a:defRPr lang="fr-FR"/>
            </a:defPPr>
            <a:lvl1pPr marL="0" algn="l" defTabSz="914400" rtl="0" eaLnBrk="1" latinLnBrk="0" hangingPunct="1">
              <a:defRPr sz="1000" kern="1200">
                <a:solidFill>
                  <a:schemeClr val="tx1"/>
                </a:solidFill>
                <a:latin typeface="Aptos Light" panose="020B0004020202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/>
              <a:t>Source: autobiz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E397E6B-7DB9-F952-687D-B634C428661D}"/>
              </a:ext>
            </a:extLst>
          </p:cNvPr>
          <p:cNvSpPr/>
          <p:nvPr/>
        </p:nvSpPr>
        <p:spPr>
          <a:xfrm>
            <a:off x="0" y="1164881"/>
            <a:ext cx="10023321" cy="506410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PH_TBL</a:t>
            </a:r>
          </a:p>
        </p:txBody>
      </p:sp>
    </p:spTree>
    <p:extLst>
      <p:ext uri="{BB962C8B-B14F-4D97-AF65-F5344CB8AC3E}">
        <p14:creationId xmlns:p14="http://schemas.microsoft.com/office/powerpoint/2010/main" val="195451253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E2B106-7A7E-D322-9557-625EB9DEB6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68EC1C0D-D444-7712-B16E-04570DB3C26C}"/>
              </a:ext>
            </a:extLst>
          </p:cNvPr>
          <p:cNvSpPr/>
          <p:nvPr/>
        </p:nvSpPr>
        <p:spPr>
          <a:xfrm>
            <a:off x="877110" y="3567898"/>
            <a:ext cx="10052551" cy="360000"/>
          </a:xfrm>
          <a:prstGeom prst="roundRect">
            <a:avLst/>
          </a:prstGeom>
          <a:solidFill>
            <a:srgbClr val="F3F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dirty="0">
                <a:solidFill>
                  <a:schemeClr val="tx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LEADS FOCUS</a:t>
            </a: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1B7C21B3-A167-256E-EE29-171ED8AFF5F6}"/>
              </a:ext>
            </a:extLst>
          </p:cNvPr>
          <p:cNvSpPr/>
          <p:nvPr/>
        </p:nvSpPr>
        <p:spPr>
          <a:xfrm>
            <a:off x="877110" y="4034739"/>
            <a:ext cx="10052551" cy="360000"/>
          </a:xfrm>
          <a:prstGeom prst="roundRect">
            <a:avLst/>
          </a:prstGeom>
          <a:solidFill>
            <a:srgbClr val="F3F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dirty="0">
                <a:solidFill>
                  <a:schemeClr val="tx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DEEP DIVE ANALYSIS</a:t>
            </a:r>
          </a:p>
        </p:txBody>
      </p:sp>
      <p:sp>
        <p:nvSpPr>
          <p:cNvPr id="5" name="Titre 4">
            <a:extLst>
              <a:ext uri="{FF2B5EF4-FFF2-40B4-BE49-F238E27FC236}">
                <a16:creationId xmlns:a16="http://schemas.microsoft.com/office/drawing/2014/main" id="{308616FA-63DF-B7F0-4771-548A70EED6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4968" y="209431"/>
            <a:ext cx="10515600" cy="594299"/>
          </a:xfrm>
        </p:spPr>
        <p:txBody>
          <a:bodyPr/>
          <a:lstStyle/>
          <a:p>
            <a:r>
              <a:rPr lang="en-US" noProof="0"/>
              <a:t>Agenda</a:t>
            </a:r>
          </a:p>
        </p:txBody>
      </p:sp>
      <p:sp>
        <p:nvSpPr>
          <p:cNvPr id="10" name="Espace réservé du numéro de diapositive 10">
            <a:extLst>
              <a:ext uri="{FF2B5EF4-FFF2-40B4-BE49-F238E27FC236}">
                <a16:creationId xmlns:a16="http://schemas.microsoft.com/office/drawing/2014/main" id="{6BB97416-3F30-71ED-4D55-E58CEAB42E2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67191" y="6469207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 anchorCtr="0"/>
          <a:lstStyle>
            <a:lvl1pPr algn="r">
              <a:defRPr sz="1000">
                <a:solidFill>
                  <a:schemeClr val="tx1">
                    <a:tint val="82000"/>
                  </a:schemeClr>
                </a:solidFill>
                <a:latin typeface="Aptos Light" panose="020B0004020202020204" pitchFamily="34" charset="0"/>
              </a:defRPr>
            </a:lvl1pPr>
          </a:lstStyle>
          <a:p>
            <a:fld id="{16A88250-4A72-4719-B696-DC572B6C1A1F}" type="slidenum">
              <a:rPr lang="en-US" noProof="0" smtClean="0"/>
              <a:pPr/>
              <a:t>5</a:t>
            </a:fld>
            <a:endParaRPr lang="en-US" noProof="0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4CA691E9-356E-AB54-79B7-393ED0070120}"/>
              </a:ext>
            </a:extLst>
          </p:cNvPr>
          <p:cNvSpPr/>
          <p:nvPr/>
        </p:nvSpPr>
        <p:spPr>
          <a:xfrm>
            <a:off x="877109" y="4517716"/>
            <a:ext cx="10052551" cy="360000"/>
          </a:xfrm>
          <a:prstGeom prst="roundRect">
            <a:avLst/>
          </a:prstGeom>
          <a:solidFill>
            <a:srgbClr val="F3F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>
                <a:solidFill>
                  <a:schemeClr val="tx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OPEN POINTS</a:t>
            </a:r>
          </a:p>
        </p:txBody>
      </p:sp>
      <p:pic>
        <p:nvPicPr>
          <p:cNvPr id="7" name="Picture 2" descr="Drapeau de l'Espagne — Wikipédia">
            <a:extLst>
              <a:ext uri="{FF2B5EF4-FFF2-40B4-BE49-F238E27FC236}">
                <a16:creationId xmlns:a16="http://schemas.microsoft.com/office/drawing/2014/main" id="{EDFF605E-4026-0345-4750-FACDF55129D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17756" y="250095"/>
            <a:ext cx="1007014" cy="67134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4" name="Espace réservé de la date 1">
            <a:extLst>
              <a:ext uri="{FF2B5EF4-FFF2-40B4-BE49-F238E27FC236}">
                <a16:creationId xmlns:a16="http://schemas.microsoft.com/office/drawing/2014/main" id="{7C938613-74D8-AFC0-ED2C-FBA9AFE07C8D}"/>
              </a:ext>
            </a:extLst>
          </p:cNvPr>
          <p:cNvSpPr txBox="1">
            <a:spLocks/>
          </p:cNvSpPr>
          <p:nvPr/>
        </p:nvSpPr>
        <p:spPr>
          <a:xfrm>
            <a:off x="109538" y="6551038"/>
            <a:ext cx="2743200" cy="365125"/>
          </a:xfrm>
          <a:prstGeom prst="rect">
            <a:avLst/>
          </a:prstGeom>
        </p:spPr>
        <p:txBody>
          <a:bodyPr anchor="ctr" anchorCtr="0"/>
          <a:lstStyle>
            <a:defPPr>
              <a:defRPr lang="fr-FR"/>
            </a:defPPr>
            <a:lvl1pPr marL="0" algn="l" defTabSz="914400" rtl="0" eaLnBrk="1" latinLnBrk="0" hangingPunct="1">
              <a:defRPr sz="1000" kern="1200">
                <a:solidFill>
                  <a:schemeClr val="tx1"/>
                </a:solidFill>
                <a:latin typeface="Aptos Light" panose="020B0004020202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December 2025</a:t>
            </a:r>
            <a:endParaRPr lang="en-US" noProof="0"/>
          </a:p>
        </p:txBody>
      </p:sp>
      <p:sp>
        <p:nvSpPr>
          <p:cNvPr id="6" name="Rectangle: Rounded Corners 25">
            <a:extLst>
              <a:ext uri="{FF2B5EF4-FFF2-40B4-BE49-F238E27FC236}">
                <a16:creationId xmlns:a16="http://schemas.microsoft.com/office/drawing/2014/main" id="{90987CDF-6CF0-F775-459D-716D5861CC13}"/>
              </a:ext>
            </a:extLst>
          </p:cNvPr>
          <p:cNvSpPr/>
          <p:nvPr/>
        </p:nvSpPr>
        <p:spPr>
          <a:xfrm>
            <a:off x="877110" y="3088588"/>
            <a:ext cx="10052551" cy="360000"/>
          </a:xfrm>
          <a:prstGeom prst="roundRect">
            <a:avLst/>
          </a:prstGeom>
          <a:solidFill>
            <a:srgbClr val="F3F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dirty="0">
                <a:solidFill>
                  <a:schemeClr val="tx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SALES PERFORMANCE</a:t>
            </a:r>
          </a:p>
        </p:txBody>
      </p:sp>
      <p:sp>
        <p:nvSpPr>
          <p:cNvPr id="8" name="Rectangle: Rounded Corners 28">
            <a:extLst>
              <a:ext uri="{FF2B5EF4-FFF2-40B4-BE49-F238E27FC236}">
                <a16:creationId xmlns:a16="http://schemas.microsoft.com/office/drawing/2014/main" id="{6E23B27B-B771-FEFF-20AB-3A8BC9A18E2D}"/>
              </a:ext>
            </a:extLst>
          </p:cNvPr>
          <p:cNvSpPr/>
          <p:nvPr/>
        </p:nvSpPr>
        <p:spPr>
          <a:xfrm>
            <a:off x="877115" y="2052858"/>
            <a:ext cx="10052551" cy="360000"/>
          </a:xfrm>
          <a:prstGeom prst="roundRect">
            <a:avLst/>
          </a:prstGeom>
          <a:solidFill>
            <a:srgbClr val="F3F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dirty="0">
                <a:solidFill>
                  <a:schemeClr val="tx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EXECUTIVE SUMMARY</a:t>
            </a:r>
          </a:p>
        </p:txBody>
      </p:sp>
      <p:sp>
        <p:nvSpPr>
          <p:cNvPr id="3" name="Rectangle: Rounded Corners 1">
            <a:extLst>
              <a:ext uri="{FF2B5EF4-FFF2-40B4-BE49-F238E27FC236}">
                <a16:creationId xmlns:a16="http://schemas.microsoft.com/office/drawing/2014/main" id="{4FF8EAC0-DC81-63A5-57BC-182B82F6DD3F}"/>
              </a:ext>
            </a:extLst>
          </p:cNvPr>
          <p:cNvSpPr/>
          <p:nvPr/>
        </p:nvSpPr>
        <p:spPr>
          <a:xfrm>
            <a:off x="877108" y="4990600"/>
            <a:ext cx="10052551" cy="360000"/>
          </a:xfrm>
          <a:prstGeom prst="roundRect">
            <a:avLst/>
          </a:prstGeom>
          <a:solidFill>
            <a:srgbClr val="F3F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dirty="0">
                <a:solidFill>
                  <a:schemeClr val="tx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APPENDIX</a:t>
            </a:r>
          </a:p>
        </p:txBody>
      </p:sp>
      <p:sp>
        <p:nvSpPr>
          <p:cNvPr id="9" name="Rectangle: Rounded Corners 25">
            <a:extLst>
              <a:ext uri="{FF2B5EF4-FFF2-40B4-BE49-F238E27FC236}">
                <a16:creationId xmlns:a16="http://schemas.microsoft.com/office/drawing/2014/main" id="{4A44B4F8-DA00-DC35-F37F-14D84C5AD707}"/>
              </a:ext>
            </a:extLst>
          </p:cNvPr>
          <p:cNvSpPr/>
          <p:nvPr/>
        </p:nvSpPr>
        <p:spPr>
          <a:xfrm>
            <a:off x="877111" y="2601704"/>
            <a:ext cx="10052551" cy="360000"/>
          </a:xfrm>
          <a:prstGeom prst="roundRect">
            <a:avLst/>
          </a:prstGeom>
          <a:solidFill>
            <a:srgbClr val="0438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PERFORMANCE OVERVIEW</a:t>
            </a:r>
          </a:p>
        </p:txBody>
      </p:sp>
    </p:spTree>
    <p:extLst>
      <p:ext uri="{BB962C8B-B14F-4D97-AF65-F5344CB8AC3E}">
        <p14:creationId xmlns:p14="http://schemas.microsoft.com/office/powerpoint/2010/main" val="387479225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9FFAD0-0A24-7916-ECD4-7BC4FC77FA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C69542-90AB-D026-290E-4BEB1CA3A1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8763" y="134239"/>
            <a:ext cx="10515600" cy="594299"/>
          </a:xfrm>
        </p:spPr>
        <p:txBody>
          <a:bodyPr>
            <a:normAutofit/>
          </a:bodyPr>
          <a:lstStyle/>
          <a:p>
            <a:r>
              <a:rPr lang="en-US" b="1">
                <a:ea typeface="+mn-ea"/>
              </a:rPr>
              <a:t>EXECUTIVE SUMMARY</a:t>
            </a:r>
            <a:endParaRPr lang="fr-F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8CB9F00-B962-BEBF-3EE1-0A44FE8C891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fr-FR"/>
              <a:t>Leads evolution by month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2E3CD3C-E2C7-DCFE-5D52-EAD802FEAA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8250-4A72-4719-B696-DC572B6C1A1F}" type="slidenum">
              <a:rPr lang="fr-FR" smtClean="0"/>
              <a:pPr/>
              <a:t>6</a:t>
            </a:fld>
            <a:endParaRPr lang="fr-FR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F0A5C92-3439-26A6-F6CA-5832F262DD5D}"/>
              </a:ext>
            </a:extLst>
          </p:cNvPr>
          <p:cNvSpPr/>
          <p:nvPr/>
        </p:nvSpPr>
        <p:spPr>
          <a:xfrm>
            <a:off x="10026073" y="1432414"/>
            <a:ext cx="2045118" cy="4794774"/>
          </a:xfrm>
          <a:prstGeom prst="rect">
            <a:avLst/>
          </a:prstGeom>
          <a:solidFill>
            <a:srgbClr val="F3F8FF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 algn="l" rtl="0" eaLnBrk="1" latinLnBrk="0" hangingPunct="1">
              <a:buFont typeface="Arial" panose="020B0604020202020204" pitchFamily="34" charset="0"/>
              <a:buChar char="•"/>
            </a:pPr>
            <a:endParaRPr lang="en-US" sz="1200">
              <a:solidFill>
                <a:srgbClr val="000000"/>
              </a:solidFill>
              <a:effectLst/>
              <a:latin typeface="Calibri" panose="020F0502020204030204" pitchFamily="34" charset="0"/>
            </a:endParaRPr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D9DFD8F9-794B-9700-5709-98DDF5D9038D}"/>
              </a:ext>
            </a:extLst>
          </p:cNvPr>
          <p:cNvSpPr txBox="1"/>
          <p:nvPr/>
        </p:nvSpPr>
        <p:spPr>
          <a:xfrm>
            <a:off x="0" y="1962150"/>
            <a:ext cx="68912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u="sng"/>
              <a:t>All leads</a:t>
            </a: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D376AE22-4A1A-326E-D222-4CAE747CC3C9}"/>
              </a:ext>
            </a:extLst>
          </p:cNvPr>
          <p:cNvSpPr txBox="1"/>
          <p:nvPr/>
        </p:nvSpPr>
        <p:spPr>
          <a:xfrm>
            <a:off x="7730" y="4485264"/>
            <a:ext cx="68912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u="sng"/>
              <a:t>NC leads</a:t>
            </a:r>
          </a:p>
        </p:txBody>
      </p:sp>
      <p:pic>
        <p:nvPicPr>
          <p:cNvPr id="12" name="Picture 2" descr="Drapeau de l'Espagne — Wikipédia">
            <a:extLst>
              <a:ext uri="{FF2B5EF4-FFF2-40B4-BE49-F238E27FC236}">
                <a16:creationId xmlns:a16="http://schemas.microsoft.com/office/drawing/2014/main" id="{0B892065-37A9-1EE6-FAC1-7B59665EF5F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17756" y="250095"/>
            <a:ext cx="1007014" cy="67134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3" name="Espace réservé de la date 4">
            <a:extLst>
              <a:ext uri="{FF2B5EF4-FFF2-40B4-BE49-F238E27FC236}">
                <a16:creationId xmlns:a16="http://schemas.microsoft.com/office/drawing/2014/main" id="{052CB0C8-3C2D-9CA3-E0E9-0E72FA29754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24968" y="6484366"/>
            <a:ext cx="2743200" cy="365125"/>
          </a:xfrm>
        </p:spPr>
        <p:txBody>
          <a:bodyPr/>
          <a:lstStyle/>
          <a:p>
            <a:r>
              <a:rPr lang="fr-FR"/>
              <a:t>Date </a:t>
            </a:r>
          </a:p>
        </p:txBody>
      </p:sp>
      <p:sp>
        <p:nvSpPr>
          <p:cNvPr id="17" name="Espace réservé de la date 4">
            <a:extLst>
              <a:ext uri="{FF2B5EF4-FFF2-40B4-BE49-F238E27FC236}">
                <a16:creationId xmlns:a16="http://schemas.microsoft.com/office/drawing/2014/main" id="{C2C71078-B410-B469-9AD2-542AED86433F}"/>
              </a:ext>
            </a:extLst>
          </p:cNvPr>
          <p:cNvSpPr txBox="1">
            <a:spLocks/>
          </p:cNvSpPr>
          <p:nvPr/>
        </p:nvSpPr>
        <p:spPr>
          <a:xfrm>
            <a:off x="1138759" y="6484366"/>
            <a:ext cx="2743200" cy="365125"/>
          </a:xfrm>
          <a:prstGeom prst="rect">
            <a:avLst/>
          </a:prstGeom>
        </p:spPr>
        <p:txBody>
          <a:bodyPr anchor="ctr" anchorCtr="0"/>
          <a:lstStyle>
            <a:defPPr>
              <a:defRPr lang="fr-FR"/>
            </a:defPPr>
            <a:lvl1pPr marL="0" algn="l" defTabSz="914400" rtl="0" eaLnBrk="1" latinLnBrk="0" hangingPunct="1">
              <a:defRPr sz="1000" kern="1200">
                <a:solidFill>
                  <a:schemeClr val="tx1"/>
                </a:solidFill>
                <a:latin typeface="Aptos Light" panose="020B0004020202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/>
              <a:t>Source: autobiz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34C7757-C969-BDFF-5E21-C65089C022FD}"/>
              </a:ext>
            </a:extLst>
          </p:cNvPr>
          <p:cNvSpPr/>
          <p:nvPr/>
        </p:nvSpPr>
        <p:spPr>
          <a:xfrm>
            <a:off x="1138759" y="1403148"/>
            <a:ext cx="8487206" cy="484134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PH_TBL</a:t>
            </a:r>
          </a:p>
        </p:txBody>
      </p:sp>
    </p:spTree>
    <p:extLst>
      <p:ext uri="{BB962C8B-B14F-4D97-AF65-F5344CB8AC3E}">
        <p14:creationId xmlns:p14="http://schemas.microsoft.com/office/powerpoint/2010/main" val="256106421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A6491E-EB14-3DD7-8E23-6EDB595CE6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D64300-BE02-F15D-35E2-5B644C7F48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8763" y="140363"/>
            <a:ext cx="10515600" cy="594299"/>
          </a:xfrm>
        </p:spPr>
        <p:txBody>
          <a:bodyPr/>
          <a:lstStyle/>
          <a:p>
            <a:r>
              <a:rPr lang="en-US" b="1"/>
              <a:t>EXECUTIVE SUMMARY</a:t>
            </a:r>
            <a:endParaRPr lang="fr-F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54DC1C9-B848-4A46-D231-F5BB0B437F9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fr-FR"/>
              <a:t>Leads by purchase project - xP brands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4D1B9F-96CE-BE61-2B74-B5B49A43201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8250-4A72-4719-B696-DC572B6C1A1F}" type="slidenum">
              <a:rPr lang="fr-FR" smtClean="0"/>
              <a:pPr/>
              <a:t>7</a:t>
            </a:fld>
            <a:endParaRPr lang="fr-FR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74E6F4F-E6ED-40B5-568C-34CF14222017}"/>
              </a:ext>
            </a:extLst>
          </p:cNvPr>
          <p:cNvSpPr/>
          <p:nvPr/>
        </p:nvSpPr>
        <p:spPr>
          <a:xfrm>
            <a:off x="10163175" y="1212997"/>
            <a:ext cx="1908016" cy="5014191"/>
          </a:xfrm>
          <a:prstGeom prst="rect">
            <a:avLst/>
          </a:prstGeom>
          <a:solidFill>
            <a:srgbClr val="F3F8FF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 algn="l" rtl="0" eaLnBrk="1" latinLnBrk="0" hangingPunct="1">
              <a:spcAft>
                <a:spcPts val="1200"/>
              </a:spcAft>
              <a:buFont typeface="Arial" panose="020B0604020202020204" pitchFamily="34" charset="0"/>
              <a:buChar char="•"/>
            </a:pPr>
            <a:endParaRPr lang="en-US" sz="1200" dirty="0">
              <a:solidFill>
                <a:srgbClr val="000000"/>
              </a:solidFill>
              <a:effectLst/>
              <a:latin typeface="Calibri" panose="020F0502020204030204" pitchFamily="34" charset="0"/>
            </a:endParaRPr>
          </a:p>
        </p:txBody>
      </p:sp>
      <p:pic>
        <p:nvPicPr>
          <p:cNvPr id="7" name="Picture 2" descr="Drapeau de l'Espagne — Wikipédia">
            <a:extLst>
              <a:ext uri="{FF2B5EF4-FFF2-40B4-BE49-F238E27FC236}">
                <a16:creationId xmlns:a16="http://schemas.microsoft.com/office/drawing/2014/main" id="{9B6D107C-7F1C-CBEB-8B1F-1B3CF5691BF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17756" y="250095"/>
            <a:ext cx="1007014" cy="67134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8" name="Image 7">
            <a:extLst>
              <a:ext uri="{FF2B5EF4-FFF2-40B4-BE49-F238E27FC236}">
                <a16:creationId xmlns:a16="http://schemas.microsoft.com/office/drawing/2014/main" id="{4762E9D3-43D1-35E1-E24D-8A15E272455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8272"/>
          <a:stretch/>
        </p:blipFill>
        <p:spPr>
          <a:xfrm>
            <a:off x="10364236" y="6097928"/>
            <a:ext cx="1505893" cy="633510"/>
          </a:xfrm>
          <a:prstGeom prst="rect">
            <a:avLst/>
          </a:prstGeom>
        </p:spPr>
      </p:pic>
      <p:sp>
        <p:nvSpPr>
          <p:cNvPr id="13" name="Espace réservé de la date 4">
            <a:extLst>
              <a:ext uri="{FF2B5EF4-FFF2-40B4-BE49-F238E27FC236}">
                <a16:creationId xmlns:a16="http://schemas.microsoft.com/office/drawing/2014/main" id="{FAB89310-7840-F0F6-A014-6565091B344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24968" y="6484366"/>
            <a:ext cx="658803" cy="365125"/>
          </a:xfrm>
        </p:spPr>
        <p:txBody>
          <a:bodyPr/>
          <a:lstStyle/>
          <a:p>
            <a:r>
              <a:rPr lang="fr-FR"/>
              <a:t>Date </a:t>
            </a:r>
          </a:p>
        </p:txBody>
      </p:sp>
      <p:sp>
        <p:nvSpPr>
          <p:cNvPr id="14" name="Espace réservé de la date 4">
            <a:extLst>
              <a:ext uri="{FF2B5EF4-FFF2-40B4-BE49-F238E27FC236}">
                <a16:creationId xmlns:a16="http://schemas.microsoft.com/office/drawing/2014/main" id="{30DA1D45-C22D-C027-5AAD-D2FC68A9F474}"/>
              </a:ext>
            </a:extLst>
          </p:cNvPr>
          <p:cNvSpPr txBox="1">
            <a:spLocks/>
          </p:cNvSpPr>
          <p:nvPr/>
        </p:nvSpPr>
        <p:spPr>
          <a:xfrm>
            <a:off x="1138759" y="6484366"/>
            <a:ext cx="2743200" cy="365125"/>
          </a:xfrm>
          <a:prstGeom prst="rect">
            <a:avLst/>
          </a:prstGeom>
        </p:spPr>
        <p:txBody>
          <a:bodyPr anchor="ctr" anchorCtr="0"/>
          <a:lstStyle>
            <a:defPPr>
              <a:defRPr lang="fr-FR"/>
            </a:defPPr>
            <a:lvl1pPr marL="0" algn="l" defTabSz="914400" rtl="0" eaLnBrk="1" latinLnBrk="0" hangingPunct="1">
              <a:defRPr sz="1000" kern="1200">
                <a:solidFill>
                  <a:schemeClr val="tx1"/>
                </a:solidFill>
                <a:latin typeface="Aptos Light" panose="020B0004020202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/>
              <a:t>Source: autobiz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D74B1DD-081D-809C-8ACB-A72611C39414}"/>
              </a:ext>
            </a:extLst>
          </p:cNvPr>
          <p:cNvSpPr/>
          <p:nvPr/>
        </p:nvSpPr>
        <p:spPr>
          <a:xfrm>
            <a:off x="93718" y="1224447"/>
            <a:ext cx="9954851" cy="515641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PH_TBL</a:t>
            </a:r>
          </a:p>
        </p:txBody>
      </p:sp>
    </p:spTree>
    <p:extLst>
      <p:ext uri="{BB962C8B-B14F-4D97-AF65-F5344CB8AC3E}">
        <p14:creationId xmlns:p14="http://schemas.microsoft.com/office/powerpoint/2010/main" val="79499534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23B3A4-9406-FC5B-8689-1555EC872D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8763" y="107217"/>
            <a:ext cx="10515600" cy="594299"/>
          </a:xfrm>
        </p:spPr>
        <p:txBody>
          <a:bodyPr/>
          <a:lstStyle/>
          <a:p>
            <a:r>
              <a:rPr lang="en-US" b="1"/>
              <a:t>EXECUTIVE SUMMARY</a:t>
            </a:r>
            <a:endParaRPr lang="fr-F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7F4509E-8508-6BB4-75E5-B2D5ACAEC74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fr-FR"/>
              <a:t>Leads by purchase project - </a:t>
            </a:r>
            <a:r>
              <a:rPr lang="fr-FR" err="1"/>
              <a:t>xF</a:t>
            </a:r>
            <a:r>
              <a:rPr lang="fr-FR"/>
              <a:t> brands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E48F2C-A6F1-C9CB-0006-99D788E6DB3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8250-4A72-4719-B696-DC572B6C1A1F}" type="slidenum">
              <a:rPr lang="fr-FR" smtClean="0"/>
              <a:pPr/>
              <a:t>8</a:t>
            </a:fld>
            <a:endParaRPr lang="fr-FR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441D246-758A-6E23-06EE-6551303E08BA}"/>
              </a:ext>
            </a:extLst>
          </p:cNvPr>
          <p:cNvSpPr/>
          <p:nvPr/>
        </p:nvSpPr>
        <p:spPr>
          <a:xfrm>
            <a:off x="10163175" y="1212997"/>
            <a:ext cx="1908016" cy="5014191"/>
          </a:xfrm>
          <a:prstGeom prst="rect">
            <a:avLst/>
          </a:prstGeom>
          <a:solidFill>
            <a:srgbClr val="F3F8FF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 eaLnBrk="1" latinLnBrk="0" hangingPunct="1">
              <a:spcAft>
                <a:spcPts val="1200"/>
              </a:spcAft>
            </a:pPr>
            <a:endParaRPr lang="en-US" sz="1200" dirty="0">
              <a:solidFill>
                <a:srgbClr val="000000"/>
              </a:solidFill>
              <a:latin typeface="Calibri" panose="020F0502020204030204" pitchFamily="34" charset="0"/>
            </a:endParaRPr>
          </a:p>
        </p:txBody>
      </p:sp>
      <p:pic>
        <p:nvPicPr>
          <p:cNvPr id="7" name="Picture 2" descr="Drapeau de l'Espagne — Wikipédia">
            <a:extLst>
              <a:ext uri="{FF2B5EF4-FFF2-40B4-BE49-F238E27FC236}">
                <a16:creationId xmlns:a16="http://schemas.microsoft.com/office/drawing/2014/main" id="{95061826-465F-1793-C5AE-6AD61FB506A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17756" y="250095"/>
            <a:ext cx="1007014" cy="67134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11" name="Image 10">
            <a:extLst>
              <a:ext uri="{FF2B5EF4-FFF2-40B4-BE49-F238E27FC236}">
                <a16:creationId xmlns:a16="http://schemas.microsoft.com/office/drawing/2014/main" id="{65EF12CB-116B-FA75-B6E9-FD7CC29137A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8272"/>
          <a:stretch/>
        </p:blipFill>
        <p:spPr>
          <a:xfrm>
            <a:off x="10364236" y="5328248"/>
            <a:ext cx="1505893" cy="633510"/>
          </a:xfrm>
          <a:prstGeom prst="rect">
            <a:avLst/>
          </a:prstGeom>
        </p:spPr>
      </p:pic>
      <p:sp>
        <p:nvSpPr>
          <p:cNvPr id="13" name="Espace réservé de la date 4">
            <a:extLst>
              <a:ext uri="{FF2B5EF4-FFF2-40B4-BE49-F238E27FC236}">
                <a16:creationId xmlns:a16="http://schemas.microsoft.com/office/drawing/2014/main" id="{D8A404D0-84A4-1592-622F-1CF7EA57BEC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24968" y="6484366"/>
            <a:ext cx="484632" cy="365125"/>
          </a:xfrm>
        </p:spPr>
        <p:txBody>
          <a:bodyPr/>
          <a:lstStyle/>
          <a:p>
            <a:r>
              <a:rPr lang="fr-FR"/>
              <a:t>Date </a:t>
            </a:r>
          </a:p>
        </p:txBody>
      </p:sp>
      <p:sp>
        <p:nvSpPr>
          <p:cNvPr id="14" name="Espace réservé de la date 4">
            <a:extLst>
              <a:ext uri="{FF2B5EF4-FFF2-40B4-BE49-F238E27FC236}">
                <a16:creationId xmlns:a16="http://schemas.microsoft.com/office/drawing/2014/main" id="{105F67D2-6409-3706-C99E-5726D89FF5E5}"/>
              </a:ext>
            </a:extLst>
          </p:cNvPr>
          <p:cNvSpPr txBox="1">
            <a:spLocks/>
          </p:cNvSpPr>
          <p:nvPr/>
        </p:nvSpPr>
        <p:spPr>
          <a:xfrm>
            <a:off x="1138759" y="6484366"/>
            <a:ext cx="2743200" cy="365125"/>
          </a:xfrm>
          <a:prstGeom prst="rect">
            <a:avLst/>
          </a:prstGeom>
        </p:spPr>
        <p:txBody>
          <a:bodyPr anchor="ctr" anchorCtr="0"/>
          <a:lstStyle>
            <a:defPPr>
              <a:defRPr lang="fr-FR"/>
            </a:defPPr>
            <a:lvl1pPr marL="0" algn="l" defTabSz="914400" rtl="0" eaLnBrk="1" latinLnBrk="0" hangingPunct="1">
              <a:defRPr sz="1000" kern="1200">
                <a:solidFill>
                  <a:schemeClr val="tx1"/>
                </a:solidFill>
                <a:latin typeface="Aptos Light" panose="020B0004020202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/>
              <a:t>Source: autobiz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F2B54C7-1F67-2B01-7170-5F2F662E0DA1}"/>
              </a:ext>
            </a:extLst>
          </p:cNvPr>
          <p:cNvSpPr/>
          <p:nvPr/>
        </p:nvSpPr>
        <p:spPr>
          <a:xfrm>
            <a:off x="93718" y="1224447"/>
            <a:ext cx="9954851" cy="515641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PH_TBL</a:t>
            </a:r>
          </a:p>
        </p:txBody>
      </p:sp>
    </p:spTree>
    <p:extLst>
      <p:ext uri="{BB962C8B-B14F-4D97-AF65-F5344CB8AC3E}">
        <p14:creationId xmlns:p14="http://schemas.microsoft.com/office/powerpoint/2010/main" val="425085296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2AC776-FB7B-1C4F-9926-B6FACE9044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9859FB90-1FB8-36D2-942E-8DFB1095E37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58763" y="615950"/>
            <a:ext cx="7405758" cy="573088"/>
          </a:xfrm>
        </p:spPr>
        <p:txBody>
          <a:bodyPr>
            <a:normAutofit/>
          </a:bodyPr>
          <a:lstStyle/>
          <a:p>
            <a:r>
              <a:rPr lang="en-US" b="1">
                <a:ea typeface="+mn-ea"/>
              </a:rPr>
              <a:t>Traffic and lead view by brand xP</a:t>
            </a:r>
          </a:p>
          <a:p>
            <a:endParaRPr lang="fr-FR" sz="2400" b="1">
              <a:solidFill>
                <a:srgbClr val="043882"/>
              </a:solidFill>
              <a:latin typeface="Calibri bold" panose="020F0702030404030204" pitchFamily="34" charset="0"/>
              <a:ea typeface="+mn-ea"/>
              <a:cs typeface="Calibri bold" panose="020F0702030404030204" pitchFamily="34" charset="0"/>
            </a:endParaRP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3B0F8E40-E708-5B32-FFB4-D4AB40E6AA2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6A88250-4A72-4719-B696-DC572B6C1A1F}" type="slidenum">
              <a:rPr kumimoji="0" lang="en-US" sz="10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 Light" panose="020B0004020202020204" pitchFamily="34" charset="0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82000"/>
                </a:prstClr>
              </a:solidFill>
              <a:effectLst/>
              <a:uLnTx/>
              <a:uFillTx/>
              <a:latin typeface="Aptos Light" panose="020B0004020202020204" pitchFamily="34" charset="0"/>
              <a:ea typeface="+mn-ea"/>
              <a:cs typeface="+mn-cs"/>
            </a:endParaRPr>
          </a:p>
        </p:txBody>
      </p:sp>
      <p:sp>
        <p:nvSpPr>
          <p:cNvPr id="37" name="ZoneTexte 36">
            <a:extLst>
              <a:ext uri="{FF2B5EF4-FFF2-40B4-BE49-F238E27FC236}">
                <a16:creationId xmlns:a16="http://schemas.microsoft.com/office/drawing/2014/main" id="{7AB4E533-E9EF-FB91-A613-DE9C5C88024B}"/>
              </a:ext>
            </a:extLst>
          </p:cNvPr>
          <p:cNvSpPr txBox="1"/>
          <p:nvPr/>
        </p:nvSpPr>
        <p:spPr>
          <a:xfrm>
            <a:off x="-18213" y="5950139"/>
            <a:ext cx="367177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i="1"/>
              <a:t>Source : GA4/Autobiz</a:t>
            </a:r>
          </a:p>
        </p:txBody>
      </p:sp>
      <p:sp>
        <p:nvSpPr>
          <p:cNvPr id="4" name="Espace réservé de la date 1">
            <a:extLst>
              <a:ext uri="{FF2B5EF4-FFF2-40B4-BE49-F238E27FC236}">
                <a16:creationId xmlns:a16="http://schemas.microsoft.com/office/drawing/2014/main" id="{D1E9D61F-6400-5237-B7F1-43D0C6E03200}"/>
              </a:ext>
            </a:extLst>
          </p:cNvPr>
          <p:cNvSpPr txBox="1">
            <a:spLocks/>
          </p:cNvSpPr>
          <p:nvPr/>
        </p:nvSpPr>
        <p:spPr>
          <a:xfrm>
            <a:off x="109538" y="6551038"/>
            <a:ext cx="2743200" cy="365125"/>
          </a:xfrm>
          <a:prstGeom prst="rect">
            <a:avLst/>
          </a:prstGeom>
        </p:spPr>
        <p:txBody>
          <a:bodyPr anchor="ctr" anchorCtr="0"/>
          <a:lstStyle>
            <a:defPPr>
              <a:defRPr lang="fr-FR"/>
            </a:defPPr>
            <a:lvl1pPr marL="0" algn="l" defTabSz="914400" rtl="0" eaLnBrk="1" latinLnBrk="0" hangingPunct="1">
              <a:defRPr sz="1000" kern="1200">
                <a:solidFill>
                  <a:schemeClr val="tx1"/>
                </a:solidFill>
                <a:latin typeface="Aptos Light" panose="020B0004020202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noProof="0"/>
              <a:t>December 2025 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B69F535-5399-0C38-4400-98B1B1611C52}"/>
              </a:ext>
            </a:extLst>
          </p:cNvPr>
          <p:cNvSpPr/>
          <p:nvPr/>
        </p:nvSpPr>
        <p:spPr>
          <a:xfrm>
            <a:off x="10026073" y="1432414"/>
            <a:ext cx="2045118" cy="4794774"/>
          </a:xfrm>
          <a:prstGeom prst="rect">
            <a:avLst/>
          </a:prstGeom>
          <a:solidFill>
            <a:srgbClr val="F3F8FF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 eaLnBrk="1" latinLnBrk="0" hangingPunct="1">
              <a:spcAft>
                <a:spcPts val="1200"/>
              </a:spcAft>
            </a:pPr>
            <a:endParaRPr lang="en-US" sz="1200" dirty="0">
              <a:solidFill>
                <a:srgbClr val="000000"/>
              </a:solidFill>
              <a:effectLst/>
              <a:latin typeface="Calibri" panose="020F0502020204030204" pitchFamily="34" charset="0"/>
            </a:endParaRPr>
          </a:p>
        </p:txBody>
      </p:sp>
      <p:pic>
        <p:nvPicPr>
          <p:cNvPr id="7" name="Picture 2" descr="Drapeau de l'Espagne — Wikipédia">
            <a:extLst>
              <a:ext uri="{FF2B5EF4-FFF2-40B4-BE49-F238E27FC236}">
                <a16:creationId xmlns:a16="http://schemas.microsoft.com/office/drawing/2014/main" id="{21B2DB28-5771-3C42-5483-46F572E44BB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17756" y="250095"/>
            <a:ext cx="1007014" cy="67134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9" name="Titre 8">
            <a:extLst>
              <a:ext uri="{FF2B5EF4-FFF2-40B4-BE49-F238E27FC236}">
                <a16:creationId xmlns:a16="http://schemas.microsoft.com/office/drawing/2014/main" id="{DD7E4940-96CA-DAC2-66C9-6237C881E5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8709" y="133123"/>
            <a:ext cx="10515600" cy="594299"/>
          </a:xfrm>
        </p:spPr>
        <p:txBody>
          <a:bodyPr/>
          <a:lstStyle/>
          <a:p>
            <a:r>
              <a:rPr lang="fr-FR"/>
              <a:t>EXECUTIVE SUMMARY</a:t>
            </a:r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4F329EA4-9301-4D81-D19A-362FF5E34C59}"/>
              </a:ext>
            </a:extLst>
          </p:cNvPr>
          <p:cNvSpPr txBox="1"/>
          <p:nvPr/>
        </p:nvSpPr>
        <p:spPr>
          <a:xfrm>
            <a:off x="109538" y="1388489"/>
            <a:ext cx="19582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 b="1" dirty="0"/>
              <a:t>Traffic (Sessions)</a:t>
            </a:r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D06DD999-AC39-2BC0-26E9-7340197AF76F}"/>
              </a:ext>
            </a:extLst>
          </p:cNvPr>
          <p:cNvSpPr txBox="1"/>
          <p:nvPr/>
        </p:nvSpPr>
        <p:spPr>
          <a:xfrm>
            <a:off x="131248" y="3498799"/>
            <a:ext cx="79060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 b="1"/>
              <a:t>Leads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B3AB34D-CA18-0BED-1684-6247103AF183}"/>
              </a:ext>
            </a:extLst>
          </p:cNvPr>
          <p:cNvSpPr/>
          <p:nvPr/>
        </p:nvSpPr>
        <p:spPr>
          <a:xfrm>
            <a:off x="526549" y="1760556"/>
            <a:ext cx="9343632" cy="171686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PH_LKR_1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F466CDF-6A9B-8C0D-2D19-D056C35B74F1}"/>
              </a:ext>
            </a:extLst>
          </p:cNvPr>
          <p:cNvSpPr/>
          <p:nvPr/>
        </p:nvSpPr>
        <p:spPr>
          <a:xfrm>
            <a:off x="526549" y="3939041"/>
            <a:ext cx="9343632" cy="168719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PH_LKR_2</a:t>
            </a:r>
          </a:p>
        </p:txBody>
      </p:sp>
    </p:spTree>
    <p:extLst>
      <p:ext uri="{BB962C8B-B14F-4D97-AF65-F5344CB8AC3E}">
        <p14:creationId xmlns:p14="http://schemas.microsoft.com/office/powerpoint/2010/main" val="199188601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B9E18F-23FE-1478-7C5E-ED5FFD9F8C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AEE558A7-9829-B3A7-3268-9146478464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6A88250-4A72-4719-B696-DC572B6C1A1F}" type="slidenum">
              <a:rPr kumimoji="0" lang="en-US" sz="10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 Light" panose="020B0004020202020204" pitchFamily="34" charset="0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82000"/>
                </a:prstClr>
              </a:solidFill>
              <a:effectLst/>
              <a:uLnTx/>
              <a:uFillTx/>
              <a:latin typeface="Aptos Light" panose="020B0004020202020204" pitchFamily="34" charset="0"/>
              <a:ea typeface="+mn-ea"/>
              <a:cs typeface="+mn-cs"/>
            </a:endParaRPr>
          </a:p>
        </p:txBody>
      </p:sp>
      <p:sp>
        <p:nvSpPr>
          <p:cNvPr id="37" name="ZoneTexte 36">
            <a:extLst>
              <a:ext uri="{FF2B5EF4-FFF2-40B4-BE49-F238E27FC236}">
                <a16:creationId xmlns:a16="http://schemas.microsoft.com/office/drawing/2014/main" id="{F5474400-88E4-4075-5EE6-B1D50639BC0E}"/>
              </a:ext>
            </a:extLst>
          </p:cNvPr>
          <p:cNvSpPr txBox="1"/>
          <p:nvPr/>
        </p:nvSpPr>
        <p:spPr>
          <a:xfrm>
            <a:off x="0" y="6103550"/>
            <a:ext cx="367177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i="1"/>
              <a:t>Source : GA4/Autobiz</a:t>
            </a:r>
          </a:p>
        </p:txBody>
      </p:sp>
      <p:sp>
        <p:nvSpPr>
          <p:cNvPr id="4" name="Espace réservé de la date 1">
            <a:extLst>
              <a:ext uri="{FF2B5EF4-FFF2-40B4-BE49-F238E27FC236}">
                <a16:creationId xmlns:a16="http://schemas.microsoft.com/office/drawing/2014/main" id="{54F39EC1-26BE-A07C-3FA6-69E439B4EFF0}"/>
              </a:ext>
            </a:extLst>
          </p:cNvPr>
          <p:cNvSpPr txBox="1">
            <a:spLocks/>
          </p:cNvSpPr>
          <p:nvPr/>
        </p:nvSpPr>
        <p:spPr>
          <a:xfrm>
            <a:off x="109538" y="6551038"/>
            <a:ext cx="2743200" cy="365125"/>
          </a:xfrm>
          <a:prstGeom prst="rect">
            <a:avLst/>
          </a:prstGeom>
        </p:spPr>
        <p:txBody>
          <a:bodyPr anchor="ctr" anchorCtr="0"/>
          <a:lstStyle>
            <a:defPPr>
              <a:defRPr lang="fr-FR"/>
            </a:defPPr>
            <a:lvl1pPr marL="0" algn="l" defTabSz="914400" rtl="0" eaLnBrk="1" latinLnBrk="0" hangingPunct="1">
              <a:defRPr sz="1000" kern="1200">
                <a:solidFill>
                  <a:schemeClr val="tx1"/>
                </a:solidFill>
                <a:latin typeface="Aptos Light" panose="020B0004020202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December</a:t>
            </a:r>
            <a:r>
              <a:rPr lang="en-US" noProof="0"/>
              <a:t> 2025 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F9242BD-2326-E56C-52D2-99997BE41097}"/>
              </a:ext>
            </a:extLst>
          </p:cNvPr>
          <p:cNvSpPr/>
          <p:nvPr/>
        </p:nvSpPr>
        <p:spPr>
          <a:xfrm>
            <a:off x="10026073" y="1432414"/>
            <a:ext cx="2045118" cy="4794774"/>
          </a:xfrm>
          <a:prstGeom prst="rect">
            <a:avLst/>
          </a:prstGeom>
          <a:solidFill>
            <a:srgbClr val="F3F8FF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3736" indent="-173736" algn="l" rtl="0" eaLnBrk="1" latinLnBrk="0" hangingPunct="1">
              <a:spcAft>
                <a:spcPts val="1200"/>
              </a:spcAft>
              <a:buFont typeface="Arial" panose="020B0604020202020204" pitchFamily="34" charset="0"/>
              <a:buChar char="•"/>
            </a:pPr>
            <a:endParaRPr lang="en-US" sz="1200" dirty="0">
              <a:solidFill>
                <a:schemeClr val="tx1"/>
              </a:solidFill>
              <a:latin typeface="Calibri"/>
              <a:cs typeface="Calibri"/>
            </a:endParaRPr>
          </a:p>
        </p:txBody>
      </p:sp>
      <p:pic>
        <p:nvPicPr>
          <p:cNvPr id="8" name="Picture 2" descr="Drapeau de l'Espagne — Wikipédia">
            <a:extLst>
              <a:ext uri="{FF2B5EF4-FFF2-40B4-BE49-F238E27FC236}">
                <a16:creationId xmlns:a16="http://schemas.microsoft.com/office/drawing/2014/main" id="{61FD1DB3-5C79-01D2-341B-B04C4E85396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17756" y="250095"/>
            <a:ext cx="1007014" cy="67134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itre 10">
            <a:extLst>
              <a:ext uri="{FF2B5EF4-FFF2-40B4-BE49-F238E27FC236}">
                <a16:creationId xmlns:a16="http://schemas.microsoft.com/office/drawing/2014/main" id="{2E4F14A4-E3A2-71C4-08E9-96612FA25E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8763" y="110000"/>
            <a:ext cx="10515600" cy="594299"/>
          </a:xfrm>
        </p:spPr>
        <p:txBody>
          <a:bodyPr/>
          <a:lstStyle/>
          <a:p>
            <a:r>
              <a:rPr lang="fr-FR"/>
              <a:t>EXECUTIVE SUMMARY</a:t>
            </a:r>
          </a:p>
        </p:txBody>
      </p:sp>
      <p:sp>
        <p:nvSpPr>
          <p:cNvPr id="13" name="Espace réservé du texte 2">
            <a:extLst>
              <a:ext uri="{FF2B5EF4-FFF2-40B4-BE49-F238E27FC236}">
                <a16:creationId xmlns:a16="http://schemas.microsoft.com/office/drawing/2014/main" id="{94CF9FC2-FF9A-C009-F0D3-90BC0A081C0E}"/>
              </a:ext>
            </a:extLst>
          </p:cNvPr>
          <p:cNvSpPr txBox="1">
            <a:spLocks/>
          </p:cNvSpPr>
          <p:nvPr/>
        </p:nvSpPr>
        <p:spPr>
          <a:xfrm>
            <a:off x="258763" y="615950"/>
            <a:ext cx="7405758" cy="57308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fr-FR" sz="2400" kern="1200" dirty="0">
                <a:solidFill>
                  <a:schemeClr val="tx1"/>
                </a:solidFill>
                <a:latin typeface="Calibri bold" panose="020F0702030404030204" pitchFamily="34" charset="0"/>
                <a:ea typeface="Calibri bold" panose="020F0702030404030204" pitchFamily="34" charset="0"/>
                <a:cs typeface="Calibri bold" panose="020F07020304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b="1">
                <a:ea typeface="+mn-ea"/>
              </a:rPr>
              <a:t>Traffic and lead view by brand </a:t>
            </a:r>
            <a:r>
              <a:rPr lang="en-US" b="1" err="1">
                <a:ea typeface="+mn-ea"/>
              </a:rPr>
              <a:t>xF</a:t>
            </a:r>
            <a:endParaRPr lang="en-US" b="1">
              <a:ea typeface="+mn-ea"/>
            </a:endParaRPr>
          </a:p>
          <a:p>
            <a:endParaRPr lang="en-US" b="1">
              <a:solidFill>
                <a:srgbClr val="043882"/>
              </a:solidFill>
              <a:ea typeface="+mn-ea"/>
            </a:endParaRPr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505A9D54-A2A2-BA29-EADC-92936C5C8206}"/>
              </a:ext>
            </a:extLst>
          </p:cNvPr>
          <p:cNvSpPr txBox="1"/>
          <p:nvPr/>
        </p:nvSpPr>
        <p:spPr>
          <a:xfrm>
            <a:off x="109538" y="1388489"/>
            <a:ext cx="19582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 b="1" dirty="0"/>
              <a:t>Traffic (Sessions)</a:t>
            </a: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2D66B29A-7C36-F12B-7F8E-1AA79541144D}"/>
              </a:ext>
            </a:extLst>
          </p:cNvPr>
          <p:cNvSpPr txBox="1"/>
          <p:nvPr/>
        </p:nvSpPr>
        <p:spPr>
          <a:xfrm>
            <a:off x="131248" y="3498799"/>
            <a:ext cx="79060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 b="1"/>
              <a:t>Leads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7465CB2-AE36-A04F-66CC-EEB8E7447BC2}"/>
              </a:ext>
            </a:extLst>
          </p:cNvPr>
          <p:cNvSpPr/>
          <p:nvPr/>
        </p:nvSpPr>
        <p:spPr>
          <a:xfrm>
            <a:off x="526549" y="1760556"/>
            <a:ext cx="9343632" cy="171686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PH_LKR_1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A510615-111A-EE6B-934D-70FEF33E7A09}"/>
              </a:ext>
            </a:extLst>
          </p:cNvPr>
          <p:cNvSpPr/>
          <p:nvPr/>
        </p:nvSpPr>
        <p:spPr>
          <a:xfrm>
            <a:off x="526549" y="3939041"/>
            <a:ext cx="9343632" cy="168719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PH_LKR_2</a:t>
            </a:r>
          </a:p>
        </p:txBody>
      </p:sp>
    </p:spTree>
    <p:extLst>
      <p:ext uri="{BB962C8B-B14F-4D97-AF65-F5344CB8AC3E}">
        <p14:creationId xmlns:p14="http://schemas.microsoft.com/office/powerpoint/2010/main" val="115329206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6030C2-A5A6-68BE-F1A2-3BC8F42D82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Image 11">
            <a:extLst>
              <a:ext uri="{FF2B5EF4-FFF2-40B4-BE49-F238E27FC236}">
                <a16:creationId xmlns:a16="http://schemas.microsoft.com/office/drawing/2014/main" id="{6E85FF9A-6BDD-A314-1905-B2268CB9A6E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827" t="21467" r="4031" b="22630"/>
          <a:stretch>
            <a:fillRect/>
          </a:stretch>
        </p:blipFill>
        <p:spPr>
          <a:xfrm>
            <a:off x="9359324" y="221562"/>
            <a:ext cx="909912" cy="546122"/>
          </a:xfrm>
          <a:prstGeom prst="rect">
            <a:avLst/>
          </a:prstGeom>
          <a:effectLst>
            <a:reflection blurRad="6350" stA="52000" endA="300" endPos="35000" dir="5400000" sy="-100000" algn="bl" rotWithShape="0"/>
          </a:effectLst>
        </p:spPr>
      </p:pic>
      <p:sp>
        <p:nvSpPr>
          <p:cNvPr id="29" name="Espace réservé de la date 4">
            <a:extLst>
              <a:ext uri="{FF2B5EF4-FFF2-40B4-BE49-F238E27FC236}">
                <a16:creationId xmlns:a16="http://schemas.microsoft.com/office/drawing/2014/main" id="{566DF4DB-3BA9-877C-36ED-DC94DF0A5415}"/>
              </a:ext>
            </a:extLst>
          </p:cNvPr>
          <p:cNvSpPr txBox="1">
            <a:spLocks/>
          </p:cNvSpPr>
          <p:nvPr/>
        </p:nvSpPr>
        <p:spPr>
          <a:xfrm>
            <a:off x="117623" y="6492875"/>
            <a:ext cx="2743200" cy="365125"/>
          </a:xfrm>
          <a:prstGeom prst="rect">
            <a:avLst/>
          </a:prstGeom>
        </p:spPr>
        <p:txBody>
          <a:bodyPr anchor="ctr" anchorCtr="0"/>
          <a:lstStyle>
            <a:defPPr>
              <a:defRPr lang="fr-FR"/>
            </a:defPPr>
            <a:lvl1pPr marL="0" algn="l" defTabSz="914400" rtl="0" eaLnBrk="1" latinLnBrk="0" hangingPunct="1">
              <a:defRPr sz="1000" kern="1200">
                <a:solidFill>
                  <a:schemeClr val="tx1"/>
                </a:solidFill>
                <a:latin typeface="Aptos Light" panose="020B0004020202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>
                <a:latin typeface="Aptos" panose="020B0004020202020204" pitchFamily="34" charset="0"/>
              </a:rPr>
              <a:t>Jan. 2026</a:t>
            </a:r>
            <a:endParaRPr lang="en-US">
              <a:latin typeface="Aptos" panose="020B0004020202020204" pitchFamily="34" charset="0"/>
            </a:endParaRPr>
          </a:p>
        </p:txBody>
      </p:sp>
      <p:sp>
        <p:nvSpPr>
          <p:cNvPr id="32" name="ZoneTexte 31">
            <a:extLst>
              <a:ext uri="{FF2B5EF4-FFF2-40B4-BE49-F238E27FC236}">
                <a16:creationId xmlns:a16="http://schemas.microsoft.com/office/drawing/2014/main" id="{625B7759-6CDF-4E13-3818-2DC09389B58D}"/>
              </a:ext>
            </a:extLst>
          </p:cNvPr>
          <p:cNvSpPr txBox="1"/>
          <p:nvPr/>
        </p:nvSpPr>
        <p:spPr>
          <a:xfrm>
            <a:off x="1054418" y="6510833"/>
            <a:ext cx="677227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200">
                <a:latin typeface="Aptos" panose="020B0004020202020204" pitchFamily="34" charset="0"/>
              </a:rPr>
              <a:t>Source: autobiz</a:t>
            </a:r>
            <a:endParaRPr lang="fr-FR" sz="1400" b="1" u="sng">
              <a:latin typeface="Aptos" panose="020B0004020202020204" pitchFamily="34" charset="0"/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994C8677-7775-861F-7FFF-60D66919370B}"/>
              </a:ext>
            </a:extLst>
          </p:cNvPr>
          <p:cNvSpPr/>
          <p:nvPr/>
        </p:nvSpPr>
        <p:spPr>
          <a:xfrm>
            <a:off x="10067025" y="1061795"/>
            <a:ext cx="1932317" cy="517510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en-US" sz="1200" noProof="0">
              <a:solidFill>
                <a:schemeClr val="tx1"/>
              </a:solidFill>
            </a:endParaRP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40997011-71F7-BAA3-3DAC-1E152521A983}"/>
              </a:ext>
            </a:extLst>
          </p:cNvPr>
          <p:cNvSpPr txBox="1">
            <a:spLocks/>
          </p:cNvSpPr>
          <p:nvPr/>
        </p:nvSpPr>
        <p:spPr>
          <a:xfrm>
            <a:off x="188913" y="42980"/>
            <a:ext cx="10515600" cy="594299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200" kern="1200">
                <a:solidFill>
                  <a:srgbClr val="043882"/>
                </a:solidFill>
                <a:latin typeface="Calibri bold" panose="020F0702030404030204" pitchFamily="34" charset="0"/>
                <a:ea typeface="Calibri bold" panose="020F0702030404030204" pitchFamily="34" charset="0"/>
                <a:cs typeface="Calibri bold" panose="020F0702030404030204" pitchFamily="34" charset="0"/>
              </a:defRPr>
            </a:lvl1pPr>
          </a:lstStyle>
          <a:p>
            <a:r>
              <a:rPr lang="en-US" b="1"/>
              <a:t>LEADS PROJECTION</a:t>
            </a:r>
            <a:endParaRPr lang="fr-FR"/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D6F65041-43C4-6F65-7CED-7D037CDE14EF}"/>
              </a:ext>
            </a:extLst>
          </p:cNvPr>
          <p:cNvSpPr txBox="1">
            <a:spLocks/>
          </p:cNvSpPr>
          <p:nvPr/>
        </p:nvSpPr>
        <p:spPr>
          <a:xfrm>
            <a:off x="188913" y="419971"/>
            <a:ext cx="5187950" cy="573088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fr-FR" b="1"/>
              <a:t>Total leads</a:t>
            </a: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F3CEB112-4A17-E4EB-C859-26D0556CE7D7}"/>
              </a:ext>
            </a:extLst>
          </p:cNvPr>
          <p:cNvSpPr txBox="1"/>
          <p:nvPr/>
        </p:nvSpPr>
        <p:spPr>
          <a:xfrm>
            <a:off x="407942" y="1009602"/>
            <a:ext cx="38896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/>
              <a:t>Total leads - </a:t>
            </a:r>
            <a:r>
              <a:rPr lang="fr-FR" b="1" dirty="0">
                <a:latin typeface="Aptos" panose="020B0004020202020204" pitchFamily="34" charset="0"/>
              </a:rPr>
              <a:t>data till Jan 9th</a:t>
            </a:r>
            <a:endParaRPr lang="fr-FR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04E28E7-B388-142B-BEE3-6D140B8B714C}"/>
              </a:ext>
            </a:extLst>
          </p:cNvPr>
          <p:cNvSpPr/>
          <p:nvPr/>
        </p:nvSpPr>
        <p:spPr>
          <a:xfrm>
            <a:off x="169249" y="1609539"/>
            <a:ext cx="9602083" cy="453474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PH_TBL</a:t>
            </a:r>
          </a:p>
        </p:txBody>
      </p:sp>
    </p:spTree>
    <p:extLst>
      <p:ext uri="{BB962C8B-B14F-4D97-AF65-F5344CB8AC3E}">
        <p14:creationId xmlns:p14="http://schemas.microsoft.com/office/powerpoint/2010/main" val="183569947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00E7FF-777B-D288-1A3E-51591F67B3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Image 11">
            <a:extLst>
              <a:ext uri="{FF2B5EF4-FFF2-40B4-BE49-F238E27FC236}">
                <a16:creationId xmlns:a16="http://schemas.microsoft.com/office/drawing/2014/main" id="{2AB0EEF2-35E8-B214-0E61-8D50B338FE3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827" t="21467" r="4031" b="22630"/>
          <a:stretch>
            <a:fillRect/>
          </a:stretch>
        </p:blipFill>
        <p:spPr>
          <a:xfrm>
            <a:off x="9359324" y="221562"/>
            <a:ext cx="909912" cy="546122"/>
          </a:xfrm>
          <a:prstGeom prst="rect">
            <a:avLst/>
          </a:prstGeom>
          <a:effectLst>
            <a:reflection blurRad="6350" stA="52000" endA="300" endPos="35000" dir="5400000" sy="-100000" algn="bl" rotWithShape="0"/>
          </a:effectLst>
        </p:spPr>
      </p:pic>
      <p:sp>
        <p:nvSpPr>
          <p:cNvPr id="29" name="Espace réservé de la date 4">
            <a:extLst>
              <a:ext uri="{FF2B5EF4-FFF2-40B4-BE49-F238E27FC236}">
                <a16:creationId xmlns:a16="http://schemas.microsoft.com/office/drawing/2014/main" id="{0C108BAE-13DC-E129-3130-6DF3B6221056}"/>
              </a:ext>
            </a:extLst>
          </p:cNvPr>
          <p:cNvSpPr txBox="1">
            <a:spLocks/>
          </p:cNvSpPr>
          <p:nvPr/>
        </p:nvSpPr>
        <p:spPr>
          <a:xfrm>
            <a:off x="117623" y="6492875"/>
            <a:ext cx="2743200" cy="365125"/>
          </a:xfrm>
          <a:prstGeom prst="rect">
            <a:avLst/>
          </a:prstGeom>
        </p:spPr>
        <p:txBody>
          <a:bodyPr anchor="ctr" anchorCtr="0"/>
          <a:lstStyle>
            <a:defPPr>
              <a:defRPr lang="fr-FR"/>
            </a:defPPr>
            <a:lvl1pPr marL="0" algn="l" defTabSz="914400" rtl="0" eaLnBrk="1" latinLnBrk="0" hangingPunct="1">
              <a:defRPr sz="1000" kern="1200">
                <a:solidFill>
                  <a:schemeClr val="tx1"/>
                </a:solidFill>
                <a:latin typeface="Aptos Light" panose="020B0004020202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>
                <a:latin typeface="Aptos" panose="020B0004020202020204" pitchFamily="34" charset="0"/>
              </a:rPr>
              <a:t>Jan. 2026</a:t>
            </a:r>
            <a:endParaRPr lang="en-US">
              <a:latin typeface="Aptos" panose="020B0004020202020204" pitchFamily="34" charset="0"/>
            </a:endParaRPr>
          </a:p>
        </p:txBody>
      </p:sp>
      <p:sp>
        <p:nvSpPr>
          <p:cNvPr id="32" name="ZoneTexte 31">
            <a:extLst>
              <a:ext uri="{FF2B5EF4-FFF2-40B4-BE49-F238E27FC236}">
                <a16:creationId xmlns:a16="http://schemas.microsoft.com/office/drawing/2014/main" id="{0E2C11AA-F944-F966-7539-3C74E222C787}"/>
              </a:ext>
            </a:extLst>
          </p:cNvPr>
          <p:cNvSpPr txBox="1"/>
          <p:nvPr/>
        </p:nvSpPr>
        <p:spPr>
          <a:xfrm>
            <a:off x="911414" y="6521548"/>
            <a:ext cx="677227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200">
                <a:latin typeface="Aptos" panose="020B0004020202020204" pitchFamily="34" charset="0"/>
              </a:rPr>
              <a:t>Source: autobiz</a:t>
            </a:r>
            <a:endParaRPr lang="fr-FR" sz="1400" b="1" u="sng">
              <a:latin typeface="Aptos" panose="020B0004020202020204" pitchFamily="34" charset="0"/>
            </a:endParaRP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97F9B207-BA65-43BB-FBE7-EC5AAFC39C56}"/>
              </a:ext>
            </a:extLst>
          </p:cNvPr>
          <p:cNvSpPr/>
          <p:nvPr/>
        </p:nvSpPr>
        <p:spPr>
          <a:xfrm>
            <a:off x="10067025" y="1061795"/>
            <a:ext cx="1932317" cy="517510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en-US" sz="1200" noProof="0">
              <a:solidFill>
                <a:schemeClr val="tx1"/>
              </a:solidFill>
            </a:endParaRP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88F0CA5-72A8-3DD4-E40B-A8B6259C4A12}"/>
              </a:ext>
            </a:extLst>
          </p:cNvPr>
          <p:cNvSpPr txBox="1">
            <a:spLocks/>
          </p:cNvSpPr>
          <p:nvPr/>
        </p:nvSpPr>
        <p:spPr>
          <a:xfrm>
            <a:off x="188913" y="42980"/>
            <a:ext cx="10515600" cy="594299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200" kern="1200">
                <a:solidFill>
                  <a:srgbClr val="043882"/>
                </a:solidFill>
                <a:latin typeface="Calibri bold" panose="020F0702030404030204" pitchFamily="34" charset="0"/>
                <a:ea typeface="Calibri bold" panose="020F0702030404030204" pitchFamily="34" charset="0"/>
                <a:cs typeface="Calibri bold" panose="020F0702030404030204" pitchFamily="34" charset="0"/>
              </a:defRPr>
            </a:lvl1pPr>
          </a:lstStyle>
          <a:p>
            <a:r>
              <a:rPr lang="en-US" b="1"/>
              <a:t>LEADS PROJECTION</a:t>
            </a:r>
            <a:endParaRPr lang="fr-FR"/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0A03D56B-F471-C92E-B6C4-B6FD949F1559}"/>
              </a:ext>
            </a:extLst>
          </p:cNvPr>
          <p:cNvSpPr txBox="1">
            <a:spLocks/>
          </p:cNvSpPr>
          <p:nvPr/>
        </p:nvSpPr>
        <p:spPr>
          <a:xfrm>
            <a:off x="188913" y="419971"/>
            <a:ext cx="5187950" cy="573088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fr-FR" b="1"/>
              <a:t>NC leads</a:t>
            </a: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7EF0C6B8-8E0C-6BA6-3BA7-6D5557CC0903}"/>
              </a:ext>
            </a:extLst>
          </p:cNvPr>
          <p:cNvSpPr txBox="1"/>
          <p:nvPr/>
        </p:nvSpPr>
        <p:spPr>
          <a:xfrm>
            <a:off x="66869" y="967120"/>
            <a:ext cx="38896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/>
              <a:t>NC leads - </a:t>
            </a:r>
            <a:r>
              <a:rPr lang="fr-FR" b="1" dirty="0">
                <a:latin typeface="Aptos" panose="020B0004020202020204" pitchFamily="34" charset="0"/>
              </a:rPr>
              <a:t>data till Jan 9th</a:t>
            </a:r>
            <a:endParaRPr lang="fr-FR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1A58246-49DE-A243-BA83-3294F81B1C62}"/>
              </a:ext>
            </a:extLst>
          </p:cNvPr>
          <p:cNvSpPr/>
          <p:nvPr/>
        </p:nvSpPr>
        <p:spPr>
          <a:xfrm>
            <a:off x="212197" y="1689228"/>
            <a:ext cx="9602083" cy="453474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PH_TBL</a:t>
            </a:r>
          </a:p>
        </p:txBody>
      </p:sp>
    </p:spTree>
    <p:extLst>
      <p:ext uri="{BB962C8B-B14F-4D97-AF65-F5344CB8AC3E}">
        <p14:creationId xmlns:p14="http://schemas.microsoft.com/office/powerpoint/2010/main" val="232499217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82B716-5B98-DD98-475C-359D40E1AC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C801677C-6A27-1E39-FC0D-C03CAC4C64EC}"/>
              </a:ext>
            </a:extLst>
          </p:cNvPr>
          <p:cNvSpPr/>
          <p:nvPr/>
        </p:nvSpPr>
        <p:spPr>
          <a:xfrm>
            <a:off x="877110" y="3567898"/>
            <a:ext cx="10052551" cy="360000"/>
          </a:xfrm>
          <a:prstGeom prst="roundRect">
            <a:avLst/>
          </a:prstGeom>
          <a:solidFill>
            <a:srgbClr val="F3F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dirty="0">
                <a:solidFill>
                  <a:schemeClr val="tx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LEADS FOCUS</a:t>
            </a: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B603C5B1-3648-9C50-7606-52D9848AB5BF}"/>
              </a:ext>
            </a:extLst>
          </p:cNvPr>
          <p:cNvSpPr/>
          <p:nvPr/>
        </p:nvSpPr>
        <p:spPr>
          <a:xfrm>
            <a:off x="877110" y="4034739"/>
            <a:ext cx="10052551" cy="360000"/>
          </a:xfrm>
          <a:prstGeom prst="roundRect">
            <a:avLst/>
          </a:prstGeom>
          <a:solidFill>
            <a:srgbClr val="F3F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dirty="0">
                <a:solidFill>
                  <a:schemeClr val="tx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DEEP DIVE ANALYSIS</a:t>
            </a:r>
          </a:p>
        </p:txBody>
      </p:sp>
      <p:sp>
        <p:nvSpPr>
          <p:cNvPr id="5" name="Titre 4">
            <a:extLst>
              <a:ext uri="{FF2B5EF4-FFF2-40B4-BE49-F238E27FC236}">
                <a16:creationId xmlns:a16="http://schemas.microsoft.com/office/drawing/2014/main" id="{3B0460DF-1448-8D86-CD17-5375E0CE12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4968" y="209431"/>
            <a:ext cx="10515600" cy="594299"/>
          </a:xfrm>
        </p:spPr>
        <p:txBody>
          <a:bodyPr/>
          <a:lstStyle/>
          <a:p>
            <a:r>
              <a:rPr lang="en-US" noProof="0"/>
              <a:t>Agenda</a:t>
            </a:r>
          </a:p>
        </p:txBody>
      </p:sp>
      <p:sp>
        <p:nvSpPr>
          <p:cNvPr id="10" name="Espace réservé du numéro de diapositive 10">
            <a:extLst>
              <a:ext uri="{FF2B5EF4-FFF2-40B4-BE49-F238E27FC236}">
                <a16:creationId xmlns:a16="http://schemas.microsoft.com/office/drawing/2014/main" id="{18C54686-CD76-2986-4609-162D2717A38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67191" y="6469207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 anchorCtr="0"/>
          <a:lstStyle>
            <a:lvl1pPr algn="r">
              <a:defRPr sz="1000">
                <a:solidFill>
                  <a:schemeClr val="tx1">
                    <a:tint val="82000"/>
                  </a:schemeClr>
                </a:solidFill>
                <a:latin typeface="Aptos Light" panose="020B0004020202020204" pitchFamily="34" charset="0"/>
              </a:defRPr>
            </a:lvl1pPr>
          </a:lstStyle>
          <a:p>
            <a:fld id="{16A88250-4A72-4719-B696-DC572B6C1A1F}" type="slidenum">
              <a:rPr lang="en-US" noProof="0" smtClean="0"/>
              <a:pPr/>
              <a:t>13</a:t>
            </a:fld>
            <a:endParaRPr lang="en-US" noProof="0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DE0E6081-D9C3-00BB-75DE-635A6FE501FB}"/>
              </a:ext>
            </a:extLst>
          </p:cNvPr>
          <p:cNvSpPr/>
          <p:nvPr/>
        </p:nvSpPr>
        <p:spPr>
          <a:xfrm>
            <a:off x="877109" y="4517716"/>
            <a:ext cx="10052551" cy="360000"/>
          </a:xfrm>
          <a:prstGeom prst="roundRect">
            <a:avLst/>
          </a:prstGeom>
          <a:solidFill>
            <a:srgbClr val="F3F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>
                <a:solidFill>
                  <a:schemeClr val="tx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OPEN POINTS</a:t>
            </a:r>
          </a:p>
        </p:txBody>
      </p:sp>
      <p:pic>
        <p:nvPicPr>
          <p:cNvPr id="7" name="Picture 2" descr="Drapeau de l'Espagne — Wikipédia">
            <a:extLst>
              <a:ext uri="{FF2B5EF4-FFF2-40B4-BE49-F238E27FC236}">
                <a16:creationId xmlns:a16="http://schemas.microsoft.com/office/drawing/2014/main" id="{FAAFD434-44DD-2733-AF8F-C9FE3B98B4E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17756" y="250095"/>
            <a:ext cx="1007014" cy="67134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4" name="Espace réservé de la date 1">
            <a:extLst>
              <a:ext uri="{FF2B5EF4-FFF2-40B4-BE49-F238E27FC236}">
                <a16:creationId xmlns:a16="http://schemas.microsoft.com/office/drawing/2014/main" id="{A6C04ECA-F0AE-0D77-F97B-C22B101FA4AB}"/>
              </a:ext>
            </a:extLst>
          </p:cNvPr>
          <p:cNvSpPr txBox="1">
            <a:spLocks/>
          </p:cNvSpPr>
          <p:nvPr/>
        </p:nvSpPr>
        <p:spPr>
          <a:xfrm>
            <a:off x="109538" y="6551038"/>
            <a:ext cx="2743200" cy="365125"/>
          </a:xfrm>
          <a:prstGeom prst="rect">
            <a:avLst/>
          </a:prstGeom>
        </p:spPr>
        <p:txBody>
          <a:bodyPr anchor="ctr" anchorCtr="0"/>
          <a:lstStyle>
            <a:defPPr>
              <a:defRPr lang="fr-FR"/>
            </a:defPPr>
            <a:lvl1pPr marL="0" algn="l" defTabSz="914400" rtl="0" eaLnBrk="1" latinLnBrk="0" hangingPunct="1">
              <a:defRPr sz="1000" kern="1200">
                <a:solidFill>
                  <a:schemeClr val="tx1"/>
                </a:solidFill>
                <a:latin typeface="Aptos Light" panose="020B0004020202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December 2025</a:t>
            </a:r>
            <a:endParaRPr lang="en-US" noProof="0"/>
          </a:p>
        </p:txBody>
      </p:sp>
      <p:sp>
        <p:nvSpPr>
          <p:cNvPr id="6" name="Rectangle: Rounded Corners 25">
            <a:extLst>
              <a:ext uri="{FF2B5EF4-FFF2-40B4-BE49-F238E27FC236}">
                <a16:creationId xmlns:a16="http://schemas.microsoft.com/office/drawing/2014/main" id="{7A500BC8-103A-BDFB-925F-B500CD9FC621}"/>
              </a:ext>
            </a:extLst>
          </p:cNvPr>
          <p:cNvSpPr/>
          <p:nvPr/>
        </p:nvSpPr>
        <p:spPr>
          <a:xfrm>
            <a:off x="877110" y="3088588"/>
            <a:ext cx="10052551" cy="360000"/>
          </a:xfrm>
          <a:prstGeom prst="roundRect">
            <a:avLst/>
          </a:prstGeom>
          <a:solidFill>
            <a:srgbClr val="0438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SALES PERFORMANCE</a:t>
            </a:r>
            <a:endParaRPr lang="en-US" sz="1600" b="1" dirty="0">
              <a:solidFill>
                <a:schemeClr val="bg1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8" name="Rectangle: Rounded Corners 28">
            <a:extLst>
              <a:ext uri="{FF2B5EF4-FFF2-40B4-BE49-F238E27FC236}">
                <a16:creationId xmlns:a16="http://schemas.microsoft.com/office/drawing/2014/main" id="{99941095-6ACF-2D63-F3D2-09C9B8E19153}"/>
              </a:ext>
            </a:extLst>
          </p:cNvPr>
          <p:cNvSpPr/>
          <p:nvPr/>
        </p:nvSpPr>
        <p:spPr>
          <a:xfrm>
            <a:off x="877115" y="2052858"/>
            <a:ext cx="10052551" cy="360000"/>
          </a:xfrm>
          <a:prstGeom prst="roundRect">
            <a:avLst/>
          </a:prstGeom>
          <a:solidFill>
            <a:srgbClr val="F3F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dirty="0">
                <a:solidFill>
                  <a:schemeClr val="tx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EXECUTIVE SUMMARY</a:t>
            </a:r>
          </a:p>
        </p:txBody>
      </p:sp>
      <p:sp>
        <p:nvSpPr>
          <p:cNvPr id="3" name="Rectangle: Rounded Corners 1">
            <a:extLst>
              <a:ext uri="{FF2B5EF4-FFF2-40B4-BE49-F238E27FC236}">
                <a16:creationId xmlns:a16="http://schemas.microsoft.com/office/drawing/2014/main" id="{E5E920E5-919C-1388-011A-7717CBB5B654}"/>
              </a:ext>
            </a:extLst>
          </p:cNvPr>
          <p:cNvSpPr/>
          <p:nvPr/>
        </p:nvSpPr>
        <p:spPr>
          <a:xfrm>
            <a:off x="877108" y="4990600"/>
            <a:ext cx="10052551" cy="360000"/>
          </a:xfrm>
          <a:prstGeom prst="roundRect">
            <a:avLst/>
          </a:prstGeom>
          <a:solidFill>
            <a:srgbClr val="F3F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dirty="0">
                <a:solidFill>
                  <a:schemeClr val="tx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APPENDIX</a:t>
            </a:r>
          </a:p>
        </p:txBody>
      </p:sp>
      <p:sp>
        <p:nvSpPr>
          <p:cNvPr id="9" name="Rectangle: Rounded Corners 25">
            <a:extLst>
              <a:ext uri="{FF2B5EF4-FFF2-40B4-BE49-F238E27FC236}">
                <a16:creationId xmlns:a16="http://schemas.microsoft.com/office/drawing/2014/main" id="{0079D0AB-4D8F-33EA-3C8F-ECB010C682EB}"/>
              </a:ext>
            </a:extLst>
          </p:cNvPr>
          <p:cNvSpPr/>
          <p:nvPr/>
        </p:nvSpPr>
        <p:spPr>
          <a:xfrm>
            <a:off x="877111" y="2601704"/>
            <a:ext cx="10052551" cy="360000"/>
          </a:xfrm>
          <a:prstGeom prst="roundRect">
            <a:avLst/>
          </a:prstGeom>
          <a:solidFill>
            <a:srgbClr val="F3F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>
                <a:solidFill>
                  <a:schemeClr val="tx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PERFORMANCE OVERVIEW</a:t>
            </a:r>
            <a:endParaRPr lang="en-US" sz="1600" dirty="0">
              <a:solidFill>
                <a:schemeClr val="tx1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1523558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E93ECED-C9B8-4BAB-0203-3C150F5F0E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/>
              <a:t>NC Sales Conversion</a:t>
            </a:r>
            <a:endParaRPr lang="fr-FR" b="1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E88A73EE-997E-1ABE-21EC-4876B820949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58763" y="615950"/>
            <a:ext cx="7187066" cy="573088"/>
          </a:xfrm>
        </p:spPr>
        <p:txBody>
          <a:bodyPr>
            <a:normAutofit fontScale="85000" lnSpcReduction="10000"/>
          </a:bodyPr>
          <a:lstStyle/>
          <a:p>
            <a:r>
              <a:rPr lang="fr-FR" err="1">
                <a:solidFill>
                  <a:srgbClr val="000000"/>
                </a:solidFill>
                <a:latin typeface="Calibri bold" panose="020F0702030404030204"/>
              </a:rPr>
              <a:t>Analysis</a:t>
            </a:r>
            <a:r>
              <a:rPr lang="fr-FR">
                <a:solidFill>
                  <a:srgbClr val="000000"/>
                </a:solidFill>
                <a:latin typeface="Calibri bold" panose="020F0702030404030204"/>
              </a:rPr>
              <a:t> of Conversion Rates </a:t>
            </a:r>
            <a:r>
              <a:rPr lang="fr-FR" err="1">
                <a:solidFill>
                  <a:srgbClr val="000000"/>
                </a:solidFill>
                <a:latin typeface="Calibri bold" panose="020F0702030404030204"/>
              </a:rPr>
              <a:t>from</a:t>
            </a:r>
            <a:r>
              <a:rPr lang="fr-FR">
                <a:solidFill>
                  <a:srgbClr val="000000"/>
                </a:solidFill>
                <a:latin typeface="Calibri bold" panose="020F0702030404030204"/>
              </a:rPr>
              <a:t> </a:t>
            </a:r>
            <a:r>
              <a:rPr lang="en-US" err="1">
                <a:solidFill>
                  <a:srgbClr val="043882"/>
                </a:solidFill>
                <a:latin typeface="Calibri bold" panose="020F0702030404030204"/>
              </a:rPr>
              <a:t>jan</a:t>
            </a:r>
            <a:r>
              <a:rPr lang="en-US">
                <a:solidFill>
                  <a:srgbClr val="043882"/>
                </a:solidFill>
                <a:latin typeface="Calibri bold" panose="020F0702030404030204"/>
              </a:rPr>
              <a:t> 1</a:t>
            </a:r>
            <a:r>
              <a:rPr lang="en-US" baseline="30000">
                <a:solidFill>
                  <a:srgbClr val="043882"/>
                </a:solidFill>
                <a:latin typeface="Calibri bold" panose="020F0702030404030204"/>
              </a:rPr>
              <a:t>st</a:t>
            </a:r>
            <a:r>
              <a:rPr lang="en-US">
                <a:solidFill>
                  <a:srgbClr val="043882"/>
                </a:solidFill>
                <a:latin typeface="Calibri bold" panose="020F0702030404030204"/>
              </a:rPr>
              <a:t> to December 31</a:t>
            </a:r>
            <a:r>
              <a:rPr lang="en-US" baseline="30000">
                <a:solidFill>
                  <a:srgbClr val="043882"/>
                </a:solidFill>
                <a:latin typeface="Calibri bold" panose="020F0702030404030204"/>
              </a:rPr>
              <a:t>th</a:t>
            </a:r>
            <a:r>
              <a:rPr lang="en-US">
                <a:solidFill>
                  <a:srgbClr val="043882"/>
                </a:solidFill>
                <a:latin typeface="Calibri bold" panose="020F0702030404030204"/>
              </a:rPr>
              <a:t> 2025</a:t>
            </a:r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0BDCFB17-8F4C-1E36-6610-DE7999FFCA1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fr-FR"/>
              <a:t>Strictly confidential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C536C6DC-1F67-2F23-B01C-B7A50089D358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r>
              <a:rPr lang="fr-FR"/>
              <a:t>March, 1st 2025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D8B896A-8E92-338C-BD7A-E50266A9947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8250-4A72-4719-B696-DC572B6C1A1F}" type="slidenum">
              <a:rPr lang="fr-FR" smtClean="0"/>
              <a:pPr/>
              <a:t>14</a:t>
            </a:fld>
            <a:endParaRPr lang="fr-FR"/>
          </a:p>
        </p:txBody>
      </p:sp>
      <p:pic>
        <p:nvPicPr>
          <p:cNvPr id="7" name="Picture 2" descr="Drapeau de l'Espagne — Wikipédia">
            <a:extLst>
              <a:ext uri="{FF2B5EF4-FFF2-40B4-BE49-F238E27FC236}">
                <a16:creationId xmlns:a16="http://schemas.microsoft.com/office/drawing/2014/main" id="{51ED3F6B-1A07-430F-FBEB-1545F22FC38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17756" y="250095"/>
            <a:ext cx="1007014" cy="67134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8" name="Image 7" descr="Une image contenant capture d’écran, ligne, Parallèle, diagramme&#10;&#10;Le contenu généré par l’IA peut être incorrect.">
            <a:extLst>
              <a:ext uri="{FF2B5EF4-FFF2-40B4-BE49-F238E27FC236}">
                <a16:creationId xmlns:a16="http://schemas.microsoft.com/office/drawing/2014/main" id="{DF74718C-7A1E-5F67-4F15-1B2BC5B20AE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19275" y="1433291"/>
            <a:ext cx="9543196" cy="2499218"/>
          </a:xfrm>
          <a:prstGeom prst="rect">
            <a:avLst/>
          </a:prstGeom>
        </p:spPr>
      </p:pic>
      <p:pic>
        <p:nvPicPr>
          <p:cNvPr id="9" name="Image 8" descr="Une image contenant texte, ligne, capture d’écran, conception&#10;&#10;Le contenu généré par l’IA peut être incorrect.">
            <a:extLst>
              <a:ext uri="{FF2B5EF4-FFF2-40B4-BE49-F238E27FC236}">
                <a16:creationId xmlns:a16="http://schemas.microsoft.com/office/drawing/2014/main" id="{D904FDFC-D16D-6DAF-0767-3BA9B469FF9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45"/>
          <a:stretch>
            <a:fillRect/>
          </a:stretch>
        </p:blipFill>
        <p:spPr>
          <a:xfrm>
            <a:off x="1819275" y="4016607"/>
            <a:ext cx="9182100" cy="2368502"/>
          </a:xfrm>
          <a:prstGeom prst="rect">
            <a:avLst/>
          </a:prstGeom>
        </p:spPr>
      </p:pic>
      <p:sp>
        <p:nvSpPr>
          <p:cNvPr id="10" name="ZoneTexte 9">
            <a:extLst>
              <a:ext uri="{FF2B5EF4-FFF2-40B4-BE49-F238E27FC236}">
                <a16:creationId xmlns:a16="http://schemas.microsoft.com/office/drawing/2014/main" id="{977D26ED-A530-96CA-57FD-97695188378D}"/>
              </a:ext>
            </a:extLst>
          </p:cNvPr>
          <p:cNvSpPr txBox="1"/>
          <p:nvPr/>
        </p:nvSpPr>
        <p:spPr>
          <a:xfrm>
            <a:off x="359596" y="1910993"/>
            <a:ext cx="102100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/>
              <a:t>xP dealers</a:t>
            </a: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5FF3E761-A091-560A-FBC8-D763BAD75684}"/>
              </a:ext>
            </a:extLst>
          </p:cNvPr>
          <p:cNvSpPr txBox="1"/>
          <p:nvPr/>
        </p:nvSpPr>
        <p:spPr>
          <a:xfrm>
            <a:off x="359595" y="4548816"/>
            <a:ext cx="102100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/>
              <a:t>xF dealers</a:t>
            </a:r>
          </a:p>
        </p:txBody>
      </p:sp>
      <p:sp>
        <p:nvSpPr>
          <p:cNvPr id="12" name="ZoneTexte 18">
            <a:extLst>
              <a:ext uri="{FF2B5EF4-FFF2-40B4-BE49-F238E27FC236}">
                <a16:creationId xmlns:a16="http://schemas.microsoft.com/office/drawing/2014/main" id="{3065F551-562C-BE18-4505-B6A9672FA00E}"/>
              </a:ext>
            </a:extLst>
          </p:cNvPr>
          <p:cNvSpPr txBox="1"/>
          <p:nvPr/>
        </p:nvSpPr>
        <p:spPr>
          <a:xfrm>
            <a:off x="1392979" y="6418834"/>
            <a:ext cx="8722761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kumimoji="0" lang="en-US" sz="1050" b="0" i="1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Source : C1ST, 2024:2025 Lead VN type 1 , </a:t>
            </a:r>
            <a:r>
              <a:rPr lang="fr-FR" sz="1050" i="1">
                <a:solidFill>
                  <a:prstClr val="black"/>
                </a:solidFill>
              </a:rPr>
              <a:t>Extraction </a:t>
            </a:r>
            <a:r>
              <a:rPr lang="fr-FR" sz="1050" i="1" err="1">
                <a:solidFill>
                  <a:prstClr val="black"/>
                </a:solidFill>
              </a:rPr>
              <a:t>done</a:t>
            </a:r>
            <a:r>
              <a:rPr lang="fr-FR" sz="1050" i="1">
                <a:solidFill>
                  <a:prstClr val="black"/>
                </a:solidFill>
              </a:rPr>
              <a:t> on Jan 6th 2026</a:t>
            </a:r>
            <a:endParaRPr lang="fr-FR" sz="1050" i="1">
              <a:solidFill>
                <a:prstClr val="black"/>
              </a:solidFill>
              <a:latin typeface="Calibri" panose="020F0502020204030204"/>
            </a:endParaRPr>
          </a:p>
          <a:p>
            <a:pPr lvl="0">
              <a:defRPr/>
            </a:pPr>
            <a:r>
              <a:rPr lang="en-US" sz="1050" b="1" i="0">
                <a:solidFill>
                  <a:srgbClr val="424242"/>
                </a:solidFill>
                <a:effectLst/>
                <a:latin typeface="Segoe Sans"/>
              </a:rPr>
              <a:t>*Since orders can be placed up to three months after a lead is received, these figures are subject to daily changes</a:t>
            </a:r>
            <a:r>
              <a:rPr lang="fr-FR" sz="1050" i="1">
                <a:solidFill>
                  <a:prstClr val="black"/>
                </a:solidFill>
                <a:latin typeface="Calibri" panose="020F0502020204030204"/>
              </a:rPr>
              <a:t>  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8814A1D-8AD5-30CE-FA1B-D10055225F4A}"/>
              </a:ext>
            </a:extLst>
          </p:cNvPr>
          <p:cNvSpPr/>
          <p:nvPr/>
        </p:nvSpPr>
        <p:spPr>
          <a:xfrm>
            <a:off x="3637935" y="1553497"/>
            <a:ext cx="5388078" cy="1681316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>
                <a:solidFill>
                  <a:schemeClr val="tx1"/>
                </a:solidFill>
              </a:rPr>
              <a:t>A MAJ</a:t>
            </a:r>
          </a:p>
        </p:txBody>
      </p:sp>
    </p:spTree>
    <p:extLst>
      <p:ext uri="{BB962C8B-B14F-4D97-AF65-F5344CB8AC3E}">
        <p14:creationId xmlns:p14="http://schemas.microsoft.com/office/powerpoint/2010/main" val="61841349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10B738D-B45A-BBFA-48DB-5E7E9FC0DF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8707" y="156375"/>
            <a:ext cx="10515600" cy="594299"/>
          </a:xfrm>
        </p:spPr>
        <p:txBody>
          <a:bodyPr>
            <a:normAutofit fontScale="90000"/>
          </a:bodyPr>
          <a:lstStyle/>
          <a:p>
            <a:r>
              <a:rPr lang="en-US" sz="3600" b="1"/>
              <a:t>NC Sales Conversion</a:t>
            </a:r>
            <a:br>
              <a:rPr lang="en-US" sz="4000" b="1">
                <a:solidFill>
                  <a:srgbClr val="002060"/>
                </a:solidFill>
              </a:rPr>
            </a:br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8974D65-00D8-6E51-6C44-4543EED6D3F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8250-4A72-4719-B696-DC572B6C1A1F}" type="slidenum">
              <a:rPr lang="fr-FR" smtClean="0"/>
              <a:pPr/>
              <a:t>15</a:t>
            </a:fld>
            <a:endParaRPr lang="fr-FR"/>
          </a:p>
        </p:txBody>
      </p:sp>
      <p:sp>
        <p:nvSpPr>
          <p:cNvPr id="15" name="ZoneTexte 18">
            <a:extLst>
              <a:ext uri="{FF2B5EF4-FFF2-40B4-BE49-F238E27FC236}">
                <a16:creationId xmlns:a16="http://schemas.microsoft.com/office/drawing/2014/main" id="{E4B0AE5C-12E9-6109-1B54-1B1991DE4152}"/>
              </a:ext>
            </a:extLst>
          </p:cNvPr>
          <p:cNvSpPr txBox="1"/>
          <p:nvPr/>
        </p:nvSpPr>
        <p:spPr>
          <a:xfrm>
            <a:off x="77343" y="6372941"/>
            <a:ext cx="8722761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kumimoji="0" lang="en-US" sz="1050" b="0" i="1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Source : C1ST, 2024:2025 Lead VN type 1 , </a:t>
            </a:r>
            <a:r>
              <a:rPr lang="fr-FR" sz="1050" i="1">
                <a:solidFill>
                  <a:prstClr val="black"/>
                </a:solidFill>
              </a:rPr>
              <a:t>Extraction </a:t>
            </a:r>
            <a:r>
              <a:rPr lang="fr-FR" sz="1050" i="1" err="1">
                <a:solidFill>
                  <a:prstClr val="black"/>
                </a:solidFill>
              </a:rPr>
              <a:t>done</a:t>
            </a:r>
            <a:r>
              <a:rPr lang="fr-FR" sz="1050" i="1">
                <a:solidFill>
                  <a:prstClr val="black"/>
                </a:solidFill>
              </a:rPr>
              <a:t> on </a:t>
            </a:r>
            <a:r>
              <a:rPr lang="fr-FR" sz="1050" i="1" err="1">
                <a:solidFill>
                  <a:prstClr val="black"/>
                </a:solidFill>
              </a:rPr>
              <a:t>December</a:t>
            </a:r>
            <a:r>
              <a:rPr lang="fr-FR" sz="1050" i="1">
                <a:solidFill>
                  <a:prstClr val="black"/>
                </a:solidFill>
              </a:rPr>
              <a:t> 12th</a:t>
            </a:r>
            <a:endParaRPr lang="fr-FR" sz="1050" i="1">
              <a:solidFill>
                <a:prstClr val="black"/>
              </a:solidFill>
              <a:latin typeface="Calibri" panose="020F0502020204030204"/>
            </a:endParaRPr>
          </a:p>
          <a:p>
            <a:pPr lvl="0">
              <a:defRPr/>
            </a:pPr>
            <a:r>
              <a:rPr lang="en-US" sz="1050" b="1" i="0">
                <a:solidFill>
                  <a:srgbClr val="424242"/>
                </a:solidFill>
                <a:effectLst/>
                <a:latin typeface="Segoe Sans"/>
              </a:rPr>
              <a:t>*Since orders can be placed up to three months after a lead is received, these figures are subject to daily changes</a:t>
            </a:r>
            <a:r>
              <a:rPr lang="fr-FR" sz="1050" i="1">
                <a:solidFill>
                  <a:prstClr val="black"/>
                </a:solidFill>
                <a:latin typeface="Calibri" panose="020F0502020204030204"/>
              </a:rPr>
              <a:t>  </a:t>
            </a:r>
          </a:p>
        </p:txBody>
      </p:sp>
      <p:sp>
        <p:nvSpPr>
          <p:cNvPr id="19" name="Espace réservé du texte 2">
            <a:extLst>
              <a:ext uri="{FF2B5EF4-FFF2-40B4-BE49-F238E27FC236}">
                <a16:creationId xmlns:a16="http://schemas.microsoft.com/office/drawing/2014/main" id="{2FB45505-B0CC-7184-E634-B70EB4484CC1}"/>
              </a:ext>
            </a:extLst>
          </p:cNvPr>
          <p:cNvSpPr txBox="1">
            <a:spLocks/>
          </p:cNvSpPr>
          <p:nvPr/>
        </p:nvSpPr>
        <p:spPr>
          <a:xfrm>
            <a:off x="258707" y="694885"/>
            <a:ext cx="7796231" cy="57308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fr-FR" sz="2400" kern="1200" dirty="0">
                <a:solidFill>
                  <a:schemeClr val="tx1"/>
                </a:solidFill>
                <a:latin typeface="Calibri bold" panose="020F0702030404030204" pitchFamily="34" charset="0"/>
                <a:ea typeface="Calibri bold" panose="020F0702030404030204" pitchFamily="34" charset="0"/>
                <a:cs typeface="Calibri bold" panose="020F07020304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1800" err="1">
                <a:solidFill>
                  <a:srgbClr val="000000"/>
                </a:solidFill>
                <a:effectLst/>
                <a:latin typeface="Calibri bold" panose="020F0702030404030204"/>
              </a:rPr>
              <a:t>Analysis</a:t>
            </a:r>
            <a:r>
              <a:rPr lang="fr-FR" sz="1800">
                <a:solidFill>
                  <a:srgbClr val="000000"/>
                </a:solidFill>
                <a:effectLst/>
                <a:latin typeface="Calibri bold" panose="020F0702030404030204"/>
              </a:rPr>
              <a:t> of Conversion Rates </a:t>
            </a:r>
            <a:r>
              <a:rPr lang="fr-FR" sz="1800" err="1">
                <a:solidFill>
                  <a:srgbClr val="000000"/>
                </a:solidFill>
                <a:effectLst/>
                <a:latin typeface="Calibri bold" panose="020F0702030404030204"/>
              </a:rPr>
              <a:t>from</a:t>
            </a:r>
            <a:r>
              <a:rPr lang="fr-FR" sz="1800">
                <a:solidFill>
                  <a:srgbClr val="000000"/>
                </a:solidFill>
                <a:effectLst/>
                <a:latin typeface="Calibri bold" panose="020F0702030404030204"/>
              </a:rPr>
              <a:t> </a:t>
            </a:r>
            <a:r>
              <a:rPr lang="en-US" sz="1800" err="1">
                <a:solidFill>
                  <a:srgbClr val="043882"/>
                </a:solidFill>
                <a:latin typeface="Calibri bold" panose="020F0702030404030204"/>
              </a:rPr>
              <a:t>jan</a:t>
            </a:r>
            <a:r>
              <a:rPr lang="en-US" sz="1800">
                <a:solidFill>
                  <a:srgbClr val="043882"/>
                </a:solidFill>
                <a:latin typeface="Calibri bold" panose="020F0702030404030204"/>
              </a:rPr>
              <a:t> 1</a:t>
            </a:r>
            <a:r>
              <a:rPr lang="en-US" sz="1800" baseline="30000">
                <a:solidFill>
                  <a:srgbClr val="043882"/>
                </a:solidFill>
                <a:latin typeface="Calibri bold" panose="020F0702030404030204"/>
              </a:rPr>
              <a:t>st</a:t>
            </a:r>
            <a:r>
              <a:rPr lang="en-US" sz="1800">
                <a:solidFill>
                  <a:srgbClr val="043882"/>
                </a:solidFill>
                <a:latin typeface="Calibri bold" panose="020F0702030404030204"/>
              </a:rPr>
              <a:t> to December 31</a:t>
            </a:r>
            <a:r>
              <a:rPr lang="en-US" sz="1800" baseline="30000">
                <a:solidFill>
                  <a:srgbClr val="043882"/>
                </a:solidFill>
                <a:latin typeface="Calibri bold" panose="020F0702030404030204"/>
              </a:rPr>
              <a:t>th</a:t>
            </a:r>
            <a:r>
              <a:rPr lang="en-US" sz="1800">
                <a:solidFill>
                  <a:srgbClr val="043882"/>
                </a:solidFill>
                <a:latin typeface="Calibri bold" panose="020F0702030404030204"/>
              </a:rPr>
              <a:t> 2025</a:t>
            </a:r>
            <a:endParaRPr lang="fr-FR" sz="180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9914225-B3D7-07A1-F67E-8B6434FB2C0C}"/>
              </a:ext>
            </a:extLst>
          </p:cNvPr>
          <p:cNvSpPr/>
          <p:nvPr/>
        </p:nvSpPr>
        <p:spPr>
          <a:xfrm>
            <a:off x="189759" y="5039306"/>
            <a:ext cx="11295280" cy="637161"/>
          </a:xfrm>
          <a:prstGeom prst="rect">
            <a:avLst/>
          </a:prstGeom>
          <a:solidFill>
            <a:srgbClr val="F3F8FF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 algn="l" rtl="0" eaLnBrk="1" latinLnBrk="0" hangingPunct="1">
              <a:buNone/>
            </a:pPr>
            <a:r>
              <a:rPr lang="en-US" sz="120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NC leads experienced a 114% year-over-year increase. Within the xP segment, Opel is the only brand to record a decrease in lead volume.</a:t>
            </a:r>
          </a:p>
          <a:p>
            <a:pPr marL="0" indent="0" algn="l" rtl="0" eaLnBrk="1" latinLnBrk="0" hangingPunct="1">
              <a:buNone/>
            </a:pPr>
            <a:r>
              <a:rPr lang="en-US" sz="120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Sales expanded across all xP brands except Opel, with 487 additional units sold in 2025 compared to 2024, representing a 57-unit month-over-month increase.</a:t>
            </a:r>
          </a:p>
          <a:p>
            <a:pPr marL="0" indent="0" algn="l" rtl="0" eaLnBrk="1" latinLnBrk="0" hangingPunct="1">
              <a:buNone/>
            </a:pPr>
            <a:r>
              <a:rPr lang="en-US" sz="120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In the xF category, NC leads grew by 10%, although sales declined by 18 vehicles year-over-year, despite a 4-unit month-over-month rise.</a:t>
            </a:r>
            <a:endParaRPr lang="en-US" sz="1200">
              <a:solidFill>
                <a:schemeClr val="tx1"/>
              </a:solidFill>
              <a:latin typeface="Calibri" panose="020F0502020204030204" pitchFamily="34" charset="0"/>
            </a:endParaRPr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CD2E682E-42FF-0CDF-5820-941319D4AA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71936" y="2009909"/>
            <a:ext cx="11226331" cy="2838182"/>
          </a:xfrm>
          <a:prstGeom prst="rect">
            <a:avLst/>
          </a:prstGeom>
        </p:spPr>
      </p:pic>
      <p:pic>
        <p:nvPicPr>
          <p:cNvPr id="4" name="Picture 2" descr="Drapeau de l'Espagne — Wikipédia">
            <a:extLst>
              <a:ext uri="{FF2B5EF4-FFF2-40B4-BE49-F238E27FC236}">
                <a16:creationId xmlns:a16="http://schemas.microsoft.com/office/drawing/2014/main" id="{FEAD3744-0EB9-402B-47CE-FD429D68E09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17756" y="250095"/>
            <a:ext cx="1007014" cy="67134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7F4DEEE0-4EEB-21FD-CF6C-F3C0CD8A08D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382390" y="1184890"/>
            <a:ext cx="11226331" cy="2838182"/>
          </a:xfrm>
          <a:prstGeom prst="rect">
            <a:avLst/>
          </a:prstGeom>
        </p:spPr>
      </p:pic>
      <p:pic>
        <p:nvPicPr>
          <p:cNvPr id="10" name="Image 9">
            <a:extLst>
              <a:ext uri="{FF2B5EF4-FFF2-40B4-BE49-F238E27FC236}">
                <a16:creationId xmlns:a16="http://schemas.microsoft.com/office/drawing/2014/main" id="{82083BB3-513D-87CE-A54A-7EEE309B129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8707" y="1509333"/>
            <a:ext cx="11804205" cy="2984277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C48E9E99-DB24-E32C-0AD0-AEF939544434}"/>
              </a:ext>
            </a:extLst>
          </p:cNvPr>
          <p:cNvSpPr/>
          <p:nvPr/>
        </p:nvSpPr>
        <p:spPr>
          <a:xfrm>
            <a:off x="3637935" y="1553497"/>
            <a:ext cx="5388078" cy="1681316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>
                <a:solidFill>
                  <a:schemeClr val="tx1"/>
                </a:solidFill>
              </a:rPr>
              <a:t>A MAJ</a:t>
            </a:r>
          </a:p>
        </p:txBody>
      </p:sp>
    </p:spTree>
    <p:extLst>
      <p:ext uri="{BB962C8B-B14F-4D97-AF65-F5344CB8AC3E}">
        <p14:creationId xmlns:p14="http://schemas.microsoft.com/office/powerpoint/2010/main" val="403294595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535F97-4CA5-E265-8C3A-AA528AD57F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re 1">
            <a:extLst>
              <a:ext uri="{FF2B5EF4-FFF2-40B4-BE49-F238E27FC236}">
                <a16:creationId xmlns:a16="http://schemas.microsoft.com/office/drawing/2014/main" id="{DA66BD3E-C1A2-784B-6742-A14FDB44AB87}"/>
              </a:ext>
            </a:extLst>
          </p:cNvPr>
          <p:cNvSpPr txBox="1">
            <a:spLocks/>
          </p:cNvSpPr>
          <p:nvPr/>
        </p:nvSpPr>
        <p:spPr>
          <a:xfrm>
            <a:off x="733361" y="534526"/>
            <a:ext cx="10394405" cy="669353"/>
          </a:xfrm>
          <a:prstGeom prst="rect">
            <a:avLst/>
          </a:prstGeom>
        </p:spPr>
        <p:txBody>
          <a:bodyPr lIns="91440" tIns="45720" rIns="91440" bIns="45720" anchor="t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92075"/>
            <a:r>
              <a:rPr lang="en-US" sz="2000" b="1">
                <a:solidFill>
                  <a:srgbClr val="043882"/>
                </a:solidFill>
                <a:latin typeface="Calibri bold" panose="020F0702030404030204" pitchFamily="34" charset="0"/>
                <a:ea typeface="+mn-ea"/>
                <a:cs typeface="Calibri bold" panose="020F0702030404030204" pitchFamily="34" charset="0"/>
              </a:rPr>
              <a:t>autobiz lead management - VN type 1 – C1ST</a:t>
            </a:r>
          </a:p>
        </p:txBody>
      </p:sp>
      <p:sp>
        <p:nvSpPr>
          <p:cNvPr id="2" name="Espace réservé de la date 3">
            <a:extLst>
              <a:ext uri="{FF2B5EF4-FFF2-40B4-BE49-F238E27FC236}">
                <a16:creationId xmlns:a16="http://schemas.microsoft.com/office/drawing/2014/main" id="{BC34D7A5-D605-5544-46D4-8CA86753FF80}"/>
              </a:ext>
            </a:extLst>
          </p:cNvPr>
          <p:cNvSpPr txBox="1">
            <a:spLocks/>
          </p:cNvSpPr>
          <p:nvPr/>
        </p:nvSpPr>
        <p:spPr>
          <a:xfrm>
            <a:off x="0" y="6655424"/>
            <a:ext cx="2743200" cy="2160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fr-FR"/>
            </a:defPPr>
            <a:lvl1pPr marL="0" algn="l" defTabSz="914400" rtl="0" eaLnBrk="1" latinLnBrk="0" hangingPunct="1">
              <a:defRPr sz="1200" b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/>
              <a:t>JAN 2025</a:t>
            </a:r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C691120-F310-357A-42CA-18BDB17867AB}"/>
              </a:ext>
            </a:extLst>
          </p:cNvPr>
          <p:cNvSpPr txBox="1"/>
          <p:nvPr/>
        </p:nvSpPr>
        <p:spPr>
          <a:xfrm>
            <a:off x="234565" y="729347"/>
            <a:ext cx="12096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err="1"/>
              <a:t>xP</a:t>
            </a:r>
            <a:endParaRPr lang="fr-FR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4245E54-0064-0FEB-96A8-05A3D6E4201E}"/>
              </a:ext>
            </a:extLst>
          </p:cNvPr>
          <p:cNvSpPr txBox="1"/>
          <p:nvPr/>
        </p:nvSpPr>
        <p:spPr>
          <a:xfrm>
            <a:off x="6391275" y="713943"/>
            <a:ext cx="12096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err="1"/>
              <a:t>xF</a:t>
            </a:r>
            <a:endParaRPr lang="fr-FR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96960E2-DE5A-8F4B-2996-2E182F9D8BB0}"/>
              </a:ext>
            </a:extLst>
          </p:cNvPr>
          <p:cNvSpPr/>
          <p:nvPr/>
        </p:nvSpPr>
        <p:spPr>
          <a:xfrm>
            <a:off x="154755" y="5314311"/>
            <a:ext cx="5846487" cy="973023"/>
          </a:xfrm>
          <a:prstGeom prst="rect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b="1">
                <a:solidFill>
                  <a:srgbClr val="00B050"/>
                </a:solidFill>
              </a:rPr>
              <a:t>Conversion to sales 5.3% (+0.6 pt vs other sources) </a:t>
            </a:r>
            <a:endParaRPr lang="en-US" sz="1200">
              <a:solidFill>
                <a:srgbClr val="00B050"/>
              </a:solidFill>
            </a:endParaRPr>
          </a:p>
          <a:p>
            <a:pPr algn="ctr"/>
            <a:r>
              <a:rPr lang="en-US" sz="1200" b="1"/>
              <a:t>62% of leads qualified, -1pt MoM (-1 vs other source)</a:t>
            </a:r>
          </a:p>
          <a:p>
            <a:pPr algn="ctr"/>
            <a:r>
              <a:rPr lang="en-US" sz="1200" b="1"/>
              <a:t>14% Nurturing, ~MoM (~ vs other sources)</a:t>
            </a:r>
          </a:p>
          <a:p>
            <a:pPr algn="ctr"/>
            <a:r>
              <a:rPr lang="en-US" sz="1200" b="1"/>
              <a:t>16% discarded, +1 pt MoM (-2 pts vs other sources) </a:t>
            </a:r>
          </a:p>
          <a:p>
            <a:pPr algn="ctr"/>
            <a:r>
              <a:rPr lang="en-US" sz="1200" b="1"/>
              <a:t>6% New or archived, ~MoM (+4 pts vs other sources)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E815CEF-4063-8B1C-7503-B9608B175788}"/>
              </a:ext>
            </a:extLst>
          </p:cNvPr>
          <p:cNvSpPr/>
          <p:nvPr/>
        </p:nvSpPr>
        <p:spPr>
          <a:xfrm>
            <a:off x="6345513" y="5276211"/>
            <a:ext cx="5846487" cy="973023"/>
          </a:xfrm>
          <a:prstGeom prst="rect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b="1">
                <a:solidFill>
                  <a:srgbClr val="00B050"/>
                </a:solidFill>
              </a:rPr>
              <a:t>Average 2.8% conversion rates (+1 pt vs other sources)</a:t>
            </a:r>
          </a:p>
          <a:p>
            <a:pPr algn="ctr"/>
            <a:r>
              <a:rPr lang="en-US" sz="1200" b="1"/>
              <a:t>37% of leads qualified, -1pt MoM (-11 pts vs other sources)</a:t>
            </a:r>
          </a:p>
          <a:p>
            <a:pPr algn="ctr"/>
            <a:r>
              <a:rPr lang="en-US" sz="1200" b="1"/>
              <a:t>12% Nurturing, -~ MoM (-4 pts vs other sources)</a:t>
            </a:r>
          </a:p>
          <a:p>
            <a:pPr algn="ctr"/>
            <a:r>
              <a:rPr lang="en-US" sz="1200" b="1"/>
              <a:t>36% discarded, +1 pt MoM (+11pts vs  other sources) </a:t>
            </a:r>
          </a:p>
          <a:p>
            <a:pPr algn="ctr"/>
            <a:r>
              <a:rPr lang="en-US" sz="1200" b="1"/>
              <a:t>10% New or archived, -1 pt MoM (+4pts vs other sources).</a:t>
            </a:r>
          </a:p>
        </p:txBody>
      </p:sp>
      <p:sp>
        <p:nvSpPr>
          <p:cNvPr id="9" name="Titre 1">
            <a:extLst>
              <a:ext uri="{FF2B5EF4-FFF2-40B4-BE49-F238E27FC236}">
                <a16:creationId xmlns:a16="http://schemas.microsoft.com/office/drawing/2014/main" id="{7458DF42-716E-5C2C-F123-5FC798154D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8709" y="21927"/>
            <a:ext cx="10515600" cy="594299"/>
          </a:xfrm>
        </p:spPr>
        <p:txBody>
          <a:bodyPr>
            <a:normAutofit/>
          </a:bodyPr>
          <a:lstStyle/>
          <a:p>
            <a:pPr>
              <a:spcBef>
                <a:spcPts val="1000"/>
              </a:spcBef>
            </a:pPr>
            <a:r>
              <a:rPr lang="en-US" sz="2800" b="1">
                <a:ea typeface="+mn-ea"/>
              </a:rPr>
              <a:t>SALES PERFORMANCE</a:t>
            </a:r>
          </a:p>
        </p:txBody>
      </p:sp>
      <p:pic>
        <p:nvPicPr>
          <p:cNvPr id="17" name="Picture 2" descr="Drapeau de l'Espagne — Wikipédia">
            <a:extLst>
              <a:ext uri="{FF2B5EF4-FFF2-40B4-BE49-F238E27FC236}">
                <a16:creationId xmlns:a16="http://schemas.microsoft.com/office/drawing/2014/main" id="{42CF6DC4-FDFA-1574-3FAD-04D35D1C486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17756" y="250095"/>
            <a:ext cx="1007014" cy="67134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9" name="ZoneTexte 18">
            <a:extLst>
              <a:ext uri="{FF2B5EF4-FFF2-40B4-BE49-F238E27FC236}">
                <a16:creationId xmlns:a16="http://schemas.microsoft.com/office/drawing/2014/main" id="{03A0345C-946A-B5D7-9B6F-6EA35A6EE826}"/>
              </a:ext>
            </a:extLst>
          </p:cNvPr>
          <p:cNvSpPr txBox="1"/>
          <p:nvPr/>
        </p:nvSpPr>
        <p:spPr>
          <a:xfrm>
            <a:off x="77343" y="6372941"/>
            <a:ext cx="8722761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kumimoji="0" lang="en-US" sz="1050" b="0" i="1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Source : C1ST, 2024:2025 Lead VN type 1 , </a:t>
            </a:r>
            <a:r>
              <a:rPr lang="fr-FR" sz="1050" i="1">
                <a:solidFill>
                  <a:prstClr val="black"/>
                </a:solidFill>
              </a:rPr>
              <a:t>Extraction </a:t>
            </a:r>
            <a:r>
              <a:rPr lang="fr-FR" sz="1050" i="1" err="1">
                <a:solidFill>
                  <a:prstClr val="black"/>
                </a:solidFill>
              </a:rPr>
              <a:t>done</a:t>
            </a:r>
            <a:r>
              <a:rPr lang="fr-FR" sz="1050" i="1">
                <a:solidFill>
                  <a:prstClr val="black"/>
                </a:solidFill>
              </a:rPr>
              <a:t> on </a:t>
            </a:r>
            <a:r>
              <a:rPr lang="fr-FR" sz="1050" i="1" err="1">
                <a:solidFill>
                  <a:prstClr val="black"/>
                </a:solidFill>
              </a:rPr>
              <a:t>December</a:t>
            </a:r>
            <a:r>
              <a:rPr lang="fr-FR" sz="1050" i="1">
                <a:solidFill>
                  <a:prstClr val="black"/>
                </a:solidFill>
              </a:rPr>
              <a:t> 12th</a:t>
            </a:r>
            <a:endParaRPr lang="fr-FR" sz="1050" i="1">
              <a:solidFill>
                <a:prstClr val="black"/>
              </a:solidFill>
              <a:latin typeface="Calibri" panose="020F0502020204030204"/>
            </a:endParaRPr>
          </a:p>
          <a:p>
            <a:pPr lvl="0">
              <a:defRPr/>
            </a:pPr>
            <a:r>
              <a:rPr lang="en-US" sz="1050" b="1" i="0">
                <a:solidFill>
                  <a:srgbClr val="424242"/>
                </a:solidFill>
                <a:effectLst/>
                <a:latin typeface="Segoe Sans"/>
              </a:rPr>
              <a:t>*Since orders can be placed up to three months after a lead is received, these figures are subject to daily changes</a:t>
            </a:r>
            <a:r>
              <a:rPr lang="fr-FR" sz="1050" i="1">
                <a:solidFill>
                  <a:prstClr val="black"/>
                </a:solidFill>
                <a:latin typeface="Calibri" panose="020F0502020204030204"/>
              </a:rPr>
              <a:t>  </a:t>
            </a:r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B5D7D4BD-D6A2-7E7F-229F-ED3D5409EEF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030926" y="926375"/>
            <a:ext cx="12156478" cy="5005250"/>
          </a:xfrm>
          <a:prstGeom prst="rect">
            <a:avLst/>
          </a:prstGeom>
        </p:spPr>
      </p:pic>
      <p:pic>
        <p:nvPicPr>
          <p:cNvPr id="7" name="Image 6" descr="Une image contenant texte, capture d’écran, diagramme, ligne&#10;&#10;Le contenu généré par l’IA peut être incorrect.">
            <a:extLst>
              <a:ext uri="{FF2B5EF4-FFF2-40B4-BE49-F238E27FC236}">
                <a16:creationId xmlns:a16="http://schemas.microsoft.com/office/drawing/2014/main" id="{1F709292-B8FC-A6F4-E6C5-C05E0CD41B8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013165" y="869202"/>
            <a:ext cx="12192000" cy="5178987"/>
          </a:xfrm>
          <a:prstGeom prst="rect">
            <a:avLst/>
          </a:prstGeom>
        </p:spPr>
      </p:pic>
      <p:pic>
        <p:nvPicPr>
          <p:cNvPr id="12" name="Image 11" descr="Une image contenant texte, diagramme, Tracé, ligne&#10;&#10;Le contenu généré par l’IA peut être incorrect.">
            <a:extLst>
              <a:ext uri="{FF2B5EF4-FFF2-40B4-BE49-F238E27FC236}">
                <a16:creationId xmlns:a16="http://schemas.microsoft.com/office/drawing/2014/main" id="{E5EE907E-54E8-7210-BE88-ED7C3DEA31B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343" y="1289485"/>
            <a:ext cx="5932199" cy="3673039"/>
          </a:xfrm>
          <a:prstGeom prst="rect">
            <a:avLst/>
          </a:prstGeom>
        </p:spPr>
      </p:pic>
      <p:pic>
        <p:nvPicPr>
          <p:cNvPr id="18" name="Image 17" descr="Une image contenant texte, diagramme, Tracé, ligne&#10;&#10;Le contenu généré par l’IA peut être incorrect.">
            <a:extLst>
              <a:ext uri="{FF2B5EF4-FFF2-40B4-BE49-F238E27FC236}">
                <a16:creationId xmlns:a16="http://schemas.microsoft.com/office/drawing/2014/main" id="{80159987-5184-B886-79EA-0121FE2B538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27303" y="1301597"/>
            <a:ext cx="6164697" cy="3692172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F2A6FD5B-EF05-41F0-0008-60AF2B1A32EF}"/>
              </a:ext>
            </a:extLst>
          </p:cNvPr>
          <p:cNvSpPr/>
          <p:nvPr/>
        </p:nvSpPr>
        <p:spPr>
          <a:xfrm>
            <a:off x="3637935" y="1553497"/>
            <a:ext cx="5388078" cy="1681316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>
                <a:solidFill>
                  <a:schemeClr val="tx1"/>
                </a:solidFill>
              </a:rPr>
              <a:t>A MAJ</a:t>
            </a:r>
          </a:p>
        </p:txBody>
      </p:sp>
    </p:spTree>
    <p:extLst>
      <p:ext uri="{BB962C8B-B14F-4D97-AF65-F5344CB8AC3E}">
        <p14:creationId xmlns:p14="http://schemas.microsoft.com/office/powerpoint/2010/main" val="175273313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164884-7D83-8B7D-F6AB-9BC886D4FD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8F6479AD-97D4-5C80-D9B5-A9F9F5766FE7}"/>
              </a:ext>
            </a:extLst>
          </p:cNvPr>
          <p:cNvSpPr/>
          <p:nvPr/>
        </p:nvSpPr>
        <p:spPr>
          <a:xfrm>
            <a:off x="877110" y="3567898"/>
            <a:ext cx="10052551" cy="360000"/>
          </a:xfrm>
          <a:prstGeom prst="roundRect">
            <a:avLst/>
          </a:prstGeom>
          <a:solidFill>
            <a:srgbClr val="0438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LEADS FOCUS</a:t>
            </a: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F9F8FD0D-90BB-B5CB-B38C-4BDCE9A22415}"/>
              </a:ext>
            </a:extLst>
          </p:cNvPr>
          <p:cNvSpPr/>
          <p:nvPr/>
        </p:nvSpPr>
        <p:spPr>
          <a:xfrm>
            <a:off x="877110" y="4034739"/>
            <a:ext cx="10052551" cy="360000"/>
          </a:xfrm>
          <a:prstGeom prst="roundRect">
            <a:avLst/>
          </a:prstGeom>
          <a:solidFill>
            <a:srgbClr val="F3F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dirty="0">
                <a:solidFill>
                  <a:schemeClr val="tx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DEEP DIVE ANALYSIS</a:t>
            </a:r>
          </a:p>
        </p:txBody>
      </p:sp>
      <p:sp>
        <p:nvSpPr>
          <p:cNvPr id="5" name="Titre 4">
            <a:extLst>
              <a:ext uri="{FF2B5EF4-FFF2-40B4-BE49-F238E27FC236}">
                <a16:creationId xmlns:a16="http://schemas.microsoft.com/office/drawing/2014/main" id="{2DE7025D-57D7-8402-C451-ECAD326CCE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4968" y="209431"/>
            <a:ext cx="10515600" cy="594299"/>
          </a:xfrm>
        </p:spPr>
        <p:txBody>
          <a:bodyPr/>
          <a:lstStyle/>
          <a:p>
            <a:r>
              <a:rPr lang="en-US" noProof="0"/>
              <a:t>Agenda</a:t>
            </a:r>
          </a:p>
        </p:txBody>
      </p:sp>
      <p:sp>
        <p:nvSpPr>
          <p:cNvPr id="10" name="Espace réservé du numéro de diapositive 10">
            <a:extLst>
              <a:ext uri="{FF2B5EF4-FFF2-40B4-BE49-F238E27FC236}">
                <a16:creationId xmlns:a16="http://schemas.microsoft.com/office/drawing/2014/main" id="{0026D4DE-F65E-1904-A68B-ED5440EE0FA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67191" y="6469207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 anchorCtr="0"/>
          <a:lstStyle>
            <a:lvl1pPr algn="r">
              <a:defRPr sz="1000">
                <a:solidFill>
                  <a:schemeClr val="tx1">
                    <a:tint val="82000"/>
                  </a:schemeClr>
                </a:solidFill>
                <a:latin typeface="Aptos Light" panose="020B0004020202020204" pitchFamily="34" charset="0"/>
              </a:defRPr>
            </a:lvl1pPr>
          </a:lstStyle>
          <a:p>
            <a:fld id="{16A88250-4A72-4719-B696-DC572B6C1A1F}" type="slidenum">
              <a:rPr lang="en-US" noProof="0" smtClean="0"/>
              <a:pPr/>
              <a:t>17</a:t>
            </a:fld>
            <a:endParaRPr lang="en-US" noProof="0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4F830F52-4E1E-A6DB-D301-3C30274B46D4}"/>
              </a:ext>
            </a:extLst>
          </p:cNvPr>
          <p:cNvSpPr/>
          <p:nvPr/>
        </p:nvSpPr>
        <p:spPr>
          <a:xfrm>
            <a:off x="877109" y="4517716"/>
            <a:ext cx="10052551" cy="360000"/>
          </a:xfrm>
          <a:prstGeom prst="roundRect">
            <a:avLst/>
          </a:prstGeom>
          <a:solidFill>
            <a:srgbClr val="F3F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>
                <a:solidFill>
                  <a:schemeClr val="tx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OPEN POINTS</a:t>
            </a:r>
          </a:p>
        </p:txBody>
      </p:sp>
      <p:pic>
        <p:nvPicPr>
          <p:cNvPr id="7" name="Picture 2" descr="Drapeau de l'Espagne — Wikipédia">
            <a:extLst>
              <a:ext uri="{FF2B5EF4-FFF2-40B4-BE49-F238E27FC236}">
                <a16:creationId xmlns:a16="http://schemas.microsoft.com/office/drawing/2014/main" id="{0C29BEF5-CC22-ACB9-9851-7293E745DEC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17756" y="250095"/>
            <a:ext cx="1007014" cy="67134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4" name="Espace réservé de la date 1">
            <a:extLst>
              <a:ext uri="{FF2B5EF4-FFF2-40B4-BE49-F238E27FC236}">
                <a16:creationId xmlns:a16="http://schemas.microsoft.com/office/drawing/2014/main" id="{DBA98375-E1B0-FBA7-9DE2-11D3010F696C}"/>
              </a:ext>
            </a:extLst>
          </p:cNvPr>
          <p:cNvSpPr txBox="1">
            <a:spLocks/>
          </p:cNvSpPr>
          <p:nvPr/>
        </p:nvSpPr>
        <p:spPr>
          <a:xfrm>
            <a:off x="109538" y="6551038"/>
            <a:ext cx="2743200" cy="365125"/>
          </a:xfrm>
          <a:prstGeom prst="rect">
            <a:avLst/>
          </a:prstGeom>
        </p:spPr>
        <p:txBody>
          <a:bodyPr anchor="ctr" anchorCtr="0"/>
          <a:lstStyle>
            <a:defPPr>
              <a:defRPr lang="fr-FR"/>
            </a:defPPr>
            <a:lvl1pPr marL="0" algn="l" defTabSz="914400" rtl="0" eaLnBrk="1" latinLnBrk="0" hangingPunct="1">
              <a:defRPr sz="1000" kern="1200">
                <a:solidFill>
                  <a:schemeClr val="tx1"/>
                </a:solidFill>
                <a:latin typeface="Aptos Light" panose="020B0004020202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December 2025</a:t>
            </a:r>
            <a:endParaRPr lang="en-US" noProof="0"/>
          </a:p>
        </p:txBody>
      </p:sp>
      <p:sp>
        <p:nvSpPr>
          <p:cNvPr id="6" name="Rectangle: Rounded Corners 25">
            <a:extLst>
              <a:ext uri="{FF2B5EF4-FFF2-40B4-BE49-F238E27FC236}">
                <a16:creationId xmlns:a16="http://schemas.microsoft.com/office/drawing/2014/main" id="{6DFA513D-668B-2531-CD04-935A78133E72}"/>
              </a:ext>
            </a:extLst>
          </p:cNvPr>
          <p:cNvSpPr/>
          <p:nvPr/>
        </p:nvSpPr>
        <p:spPr>
          <a:xfrm>
            <a:off x="877110" y="3088588"/>
            <a:ext cx="10052551" cy="360000"/>
          </a:xfrm>
          <a:prstGeom prst="roundRect">
            <a:avLst/>
          </a:prstGeom>
          <a:solidFill>
            <a:srgbClr val="F3F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>
                <a:solidFill>
                  <a:schemeClr val="tx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SALES PERFORMANCE</a:t>
            </a:r>
            <a:endParaRPr lang="en-US" sz="1600" dirty="0">
              <a:solidFill>
                <a:schemeClr val="tx1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8" name="Rectangle: Rounded Corners 28">
            <a:extLst>
              <a:ext uri="{FF2B5EF4-FFF2-40B4-BE49-F238E27FC236}">
                <a16:creationId xmlns:a16="http://schemas.microsoft.com/office/drawing/2014/main" id="{79F2FF0F-8DB9-A7DE-F081-77A822418505}"/>
              </a:ext>
            </a:extLst>
          </p:cNvPr>
          <p:cNvSpPr/>
          <p:nvPr/>
        </p:nvSpPr>
        <p:spPr>
          <a:xfrm>
            <a:off x="877115" y="2052858"/>
            <a:ext cx="10052551" cy="360000"/>
          </a:xfrm>
          <a:prstGeom prst="roundRect">
            <a:avLst/>
          </a:prstGeom>
          <a:solidFill>
            <a:srgbClr val="F3F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dirty="0">
                <a:solidFill>
                  <a:schemeClr val="tx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EXECUTIVE SUMMARY</a:t>
            </a:r>
          </a:p>
        </p:txBody>
      </p:sp>
      <p:sp>
        <p:nvSpPr>
          <p:cNvPr id="3" name="Rectangle: Rounded Corners 1">
            <a:extLst>
              <a:ext uri="{FF2B5EF4-FFF2-40B4-BE49-F238E27FC236}">
                <a16:creationId xmlns:a16="http://schemas.microsoft.com/office/drawing/2014/main" id="{D7758814-086C-FAE3-0337-200FFCFD56CE}"/>
              </a:ext>
            </a:extLst>
          </p:cNvPr>
          <p:cNvSpPr/>
          <p:nvPr/>
        </p:nvSpPr>
        <p:spPr>
          <a:xfrm>
            <a:off x="877108" y="4990600"/>
            <a:ext cx="10052551" cy="360000"/>
          </a:xfrm>
          <a:prstGeom prst="roundRect">
            <a:avLst/>
          </a:prstGeom>
          <a:solidFill>
            <a:srgbClr val="F3F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dirty="0">
                <a:solidFill>
                  <a:schemeClr val="tx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APPENDIX</a:t>
            </a:r>
          </a:p>
        </p:txBody>
      </p:sp>
      <p:sp>
        <p:nvSpPr>
          <p:cNvPr id="9" name="Rectangle: Rounded Corners 25">
            <a:extLst>
              <a:ext uri="{FF2B5EF4-FFF2-40B4-BE49-F238E27FC236}">
                <a16:creationId xmlns:a16="http://schemas.microsoft.com/office/drawing/2014/main" id="{3D9AA6F3-0343-4BB9-A214-A720DAEEA2DE}"/>
              </a:ext>
            </a:extLst>
          </p:cNvPr>
          <p:cNvSpPr/>
          <p:nvPr/>
        </p:nvSpPr>
        <p:spPr>
          <a:xfrm>
            <a:off x="877111" y="2601704"/>
            <a:ext cx="10052551" cy="360000"/>
          </a:xfrm>
          <a:prstGeom prst="roundRect">
            <a:avLst/>
          </a:prstGeom>
          <a:solidFill>
            <a:srgbClr val="F3F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>
                <a:solidFill>
                  <a:schemeClr val="tx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PERFORMANCE OVERVIEW</a:t>
            </a:r>
            <a:endParaRPr lang="en-US" sz="1600" dirty="0">
              <a:solidFill>
                <a:schemeClr val="tx1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6945737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29A7F1-DE79-7A17-07CE-BD5B5EE9DA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B6AA177-A3EA-C31D-4D35-9C1E5F5CB9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8559" y="193896"/>
            <a:ext cx="10515600" cy="594299"/>
          </a:xfrm>
        </p:spPr>
        <p:txBody>
          <a:bodyPr>
            <a:normAutofit/>
          </a:bodyPr>
          <a:lstStyle/>
          <a:p>
            <a:pPr>
              <a:spcBef>
                <a:spcPts val="1000"/>
              </a:spcBef>
            </a:pPr>
            <a:r>
              <a:rPr lang="en-US" b="1">
                <a:ea typeface="+mn-ea"/>
              </a:rPr>
              <a:t>TRAFFICS DEEP DIVE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B8A758F4-E252-DE59-95AB-513C3A72C17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58709" y="738317"/>
            <a:ext cx="12244886" cy="573088"/>
          </a:xfrm>
        </p:spPr>
        <p:txBody>
          <a:bodyPr>
            <a:normAutofit/>
          </a:bodyPr>
          <a:lstStyle/>
          <a:p>
            <a:pPr marL="92075"/>
            <a:r>
              <a:rPr lang="en-US" b="1">
                <a:ea typeface="+mn-ea"/>
              </a:rPr>
              <a:t>Traffic</a:t>
            </a:r>
          </a:p>
          <a:p>
            <a:endParaRPr lang="fr-FR" sz="2400" b="1">
              <a:solidFill>
                <a:srgbClr val="043882"/>
              </a:solidFill>
              <a:latin typeface="Calibri bold" panose="020F0702030404030204" pitchFamily="34" charset="0"/>
              <a:ea typeface="+mn-ea"/>
              <a:cs typeface="Calibri bold" panose="020F0702030404030204" pitchFamily="34" charset="0"/>
            </a:endParaRP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2433A99-C9EF-3043-A38C-8BF2DF38247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6A88250-4A72-4719-B696-DC572B6C1A1F}" type="slidenum">
              <a:rPr kumimoji="0" lang="en-US" sz="10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 Light" panose="020B0004020202020204" pitchFamily="34" charset="0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18</a:t>
            </a:fld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82000"/>
                </a:prstClr>
              </a:solidFill>
              <a:effectLst/>
              <a:uLnTx/>
              <a:uFillTx/>
              <a:latin typeface="Aptos Light" panose="020B0004020202020204" pitchFamily="34" charset="0"/>
              <a:ea typeface="+mn-ea"/>
              <a:cs typeface="+mn-cs"/>
            </a:endParaRPr>
          </a:p>
        </p:txBody>
      </p:sp>
      <p:sp>
        <p:nvSpPr>
          <p:cNvPr id="4" name="ZoneTexte 2">
            <a:extLst>
              <a:ext uri="{FF2B5EF4-FFF2-40B4-BE49-F238E27FC236}">
                <a16:creationId xmlns:a16="http://schemas.microsoft.com/office/drawing/2014/main" id="{03CB8B05-0AEF-2952-4B47-C7B67D39B851}"/>
              </a:ext>
            </a:extLst>
          </p:cNvPr>
          <p:cNvSpPr txBox="1"/>
          <p:nvPr/>
        </p:nvSpPr>
        <p:spPr>
          <a:xfrm>
            <a:off x="0" y="6340233"/>
            <a:ext cx="367177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i="1"/>
              <a:t>Source : GA4/</a:t>
            </a:r>
            <a:r>
              <a:rPr lang="fr-FR" sz="1200" i="1" err="1"/>
              <a:t>Autobiz</a:t>
            </a:r>
            <a:endParaRPr lang="fr-FR" sz="1200" i="1"/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D17A3CAF-F61C-975D-BE18-5F7C672651C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21927"/>
            <a:ext cx="990193" cy="990193"/>
          </a:xfrm>
          <a:prstGeom prst="rect">
            <a:avLst/>
          </a:prstGeom>
        </p:spPr>
      </p:pic>
      <p:sp>
        <p:nvSpPr>
          <p:cNvPr id="9" name="Espace réservé de la date 1">
            <a:extLst>
              <a:ext uri="{FF2B5EF4-FFF2-40B4-BE49-F238E27FC236}">
                <a16:creationId xmlns:a16="http://schemas.microsoft.com/office/drawing/2014/main" id="{46BE0E82-3A5B-62E2-3B34-295FC9CCE8F4}"/>
              </a:ext>
            </a:extLst>
          </p:cNvPr>
          <p:cNvSpPr txBox="1">
            <a:spLocks/>
          </p:cNvSpPr>
          <p:nvPr/>
        </p:nvSpPr>
        <p:spPr>
          <a:xfrm>
            <a:off x="109538" y="6551038"/>
            <a:ext cx="2743200" cy="365125"/>
          </a:xfrm>
          <a:prstGeom prst="rect">
            <a:avLst/>
          </a:prstGeom>
        </p:spPr>
        <p:txBody>
          <a:bodyPr anchor="ctr" anchorCtr="0"/>
          <a:lstStyle>
            <a:defPPr>
              <a:defRPr lang="fr-FR"/>
            </a:defPPr>
            <a:lvl1pPr marL="0" algn="l" defTabSz="914400" rtl="0" eaLnBrk="1" latinLnBrk="0" hangingPunct="1">
              <a:defRPr sz="1000" kern="1200">
                <a:solidFill>
                  <a:schemeClr val="tx1"/>
                </a:solidFill>
                <a:latin typeface="Aptos Light" panose="020B0004020202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noProof="0"/>
              <a:t>December 2025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219C591-C9B2-7966-9996-3C072A66CBC2}"/>
              </a:ext>
            </a:extLst>
          </p:cNvPr>
          <p:cNvSpPr/>
          <p:nvPr/>
        </p:nvSpPr>
        <p:spPr>
          <a:xfrm>
            <a:off x="10026073" y="1432414"/>
            <a:ext cx="2045118" cy="4794774"/>
          </a:xfrm>
          <a:prstGeom prst="rect">
            <a:avLst/>
          </a:prstGeom>
          <a:solidFill>
            <a:srgbClr val="F3F8FF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fr-FR" sz="1200">
              <a:solidFill>
                <a:schemeClr val="tx1"/>
              </a:solidFill>
              <a:latin typeface="Calibri"/>
              <a:cs typeface="Calibri"/>
            </a:endParaRPr>
          </a:p>
        </p:txBody>
      </p:sp>
      <p:pic>
        <p:nvPicPr>
          <p:cNvPr id="8" name="Picture 2" descr="Drapeau de l'Espagne — Wikipédia">
            <a:extLst>
              <a:ext uri="{FF2B5EF4-FFF2-40B4-BE49-F238E27FC236}">
                <a16:creationId xmlns:a16="http://schemas.microsoft.com/office/drawing/2014/main" id="{7A4A8599-E993-B77E-15D2-4436C28DD65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17756" y="250095"/>
            <a:ext cx="1007014" cy="67134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20" name="Image 19">
            <a:extLst>
              <a:ext uri="{FF2B5EF4-FFF2-40B4-BE49-F238E27FC236}">
                <a16:creationId xmlns:a16="http://schemas.microsoft.com/office/drawing/2014/main" id="{A8AD93FA-31EE-5970-6C5E-95007707651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971854" y="615950"/>
            <a:ext cx="2172690" cy="2115363"/>
          </a:xfrm>
          <a:prstGeom prst="rect">
            <a:avLst/>
          </a:prstGeom>
        </p:spPr>
      </p:pic>
      <p:pic>
        <p:nvPicPr>
          <p:cNvPr id="25" name="Image 24">
            <a:extLst>
              <a:ext uri="{FF2B5EF4-FFF2-40B4-BE49-F238E27FC236}">
                <a16:creationId xmlns:a16="http://schemas.microsoft.com/office/drawing/2014/main" id="{66224A5B-D82D-A3A6-C408-A8571BB11A4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527736" y="3494184"/>
            <a:ext cx="3616808" cy="2374110"/>
          </a:xfrm>
          <a:prstGeom prst="rect">
            <a:avLst/>
          </a:prstGeom>
        </p:spPr>
      </p:pic>
      <p:pic>
        <p:nvPicPr>
          <p:cNvPr id="29" name="Image 28" descr="Une image contenant texte, capture d’écran, Police, nombre&#10;&#10;Le contenu généré par l’IA peut être incorrect.">
            <a:extLst>
              <a:ext uri="{FF2B5EF4-FFF2-40B4-BE49-F238E27FC236}">
                <a16:creationId xmlns:a16="http://schemas.microsoft.com/office/drawing/2014/main" id="{D3E766D3-A67D-0CA0-B721-A25B2AD7D92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301044" y="6916163"/>
            <a:ext cx="6382641" cy="3829584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0CD54A75-E4E8-9140-036D-29B61CAE5F23}"/>
              </a:ext>
            </a:extLst>
          </p:cNvPr>
          <p:cNvSpPr/>
          <p:nvPr/>
        </p:nvSpPr>
        <p:spPr>
          <a:xfrm>
            <a:off x="438365" y="1332616"/>
            <a:ext cx="9452083" cy="490428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PH_LKR_1</a:t>
            </a:r>
          </a:p>
        </p:txBody>
      </p:sp>
    </p:spTree>
    <p:extLst>
      <p:ext uri="{BB962C8B-B14F-4D97-AF65-F5344CB8AC3E}">
        <p14:creationId xmlns:p14="http://schemas.microsoft.com/office/powerpoint/2010/main" val="46921971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5736F5-2B86-1742-F7C9-0924146A5E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433D3D3-E847-91DF-9D19-F60DD6F14B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8763" y="155449"/>
            <a:ext cx="10515600" cy="594299"/>
          </a:xfrm>
        </p:spPr>
        <p:txBody>
          <a:bodyPr>
            <a:normAutofit/>
          </a:bodyPr>
          <a:lstStyle/>
          <a:p>
            <a:pPr>
              <a:spcBef>
                <a:spcPts val="1000"/>
              </a:spcBef>
            </a:pPr>
            <a:r>
              <a:rPr lang="en-US" b="1">
                <a:ea typeface="+mn-ea"/>
              </a:rPr>
              <a:t>LEAD DEEP DIVE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D78FA255-C892-1EA6-3179-37B39F8673B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11621" y="614795"/>
            <a:ext cx="12244886" cy="573088"/>
          </a:xfrm>
        </p:spPr>
        <p:txBody>
          <a:bodyPr>
            <a:normAutofit/>
          </a:bodyPr>
          <a:lstStyle/>
          <a:p>
            <a:pPr marL="92075"/>
            <a:r>
              <a:rPr lang="en-US" b="1">
                <a:ea typeface="+mn-ea"/>
              </a:rPr>
              <a:t>By acquisition channel</a:t>
            </a:r>
          </a:p>
          <a:p>
            <a:endParaRPr lang="fr-FR" sz="2400" b="1">
              <a:solidFill>
                <a:srgbClr val="043882"/>
              </a:solidFill>
              <a:latin typeface="Calibri bold" panose="020F0702030404030204" pitchFamily="34" charset="0"/>
              <a:ea typeface="+mn-ea"/>
              <a:cs typeface="Calibri bold" panose="020F0702030404030204" pitchFamily="34" charset="0"/>
            </a:endParaRP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B4FAF3CD-8297-3869-65A9-6A04BFA1AC9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6A88250-4A72-4719-B696-DC572B6C1A1F}" type="slidenum">
              <a:rPr kumimoji="0" lang="en-US" sz="10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 Light" panose="020B0004020202020204" pitchFamily="34" charset="0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19</a:t>
            </a:fld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82000"/>
                </a:prstClr>
              </a:solidFill>
              <a:effectLst/>
              <a:uLnTx/>
              <a:uFillTx/>
              <a:latin typeface="Aptos Light" panose="020B0004020202020204" pitchFamily="34" charset="0"/>
              <a:ea typeface="+mn-ea"/>
              <a:cs typeface="+mn-cs"/>
            </a:endParaRPr>
          </a:p>
        </p:txBody>
      </p:sp>
      <p:sp>
        <p:nvSpPr>
          <p:cNvPr id="4" name="ZoneTexte 2">
            <a:extLst>
              <a:ext uri="{FF2B5EF4-FFF2-40B4-BE49-F238E27FC236}">
                <a16:creationId xmlns:a16="http://schemas.microsoft.com/office/drawing/2014/main" id="{FB1EC142-5356-93A8-89E4-70D39E9A00C6}"/>
              </a:ext>
            </a:extLst>
          </p:cNvPr>
          <p:cNvSpPr txBox="1"/>
          <p:nvPr/>
        </p:nvSpPr>
        <p:spPr>
          <a:xfrm>
            <a:off x="-815" y="6345866"/>
            <a:ext cx="367177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i="1"/>
              <a:t>Source : Autobiz</a:t>
            </a:r>
          </a:p>
        </p:txBody>
      </p:sp>
      <p:pic>
        <p:nvPicPr>
          <p:cNvPr id="5" name="Image 6">
            <a:extLst>
              <a:ext uri="{FF2B5EF4-FFF2-40B4-BE49-F238E27FC236}">
                <a16:creationId xmlns:a16="http://schemas.microsoft.com/office/drawing/2014/main" id="{02A043A1-FCAA-986C-E584-F01BD9E30D6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38968" y="21927"/>
            <a:ext cx="990193" cy="990193"/>
          </a:xfrm>
          <a:prstGeom prst="rect">
            <a:avLst/>
          </a:prstGeom>
        </p:spPr>
      </p:pic>
      <p:sp>
        <p:nvSpPr>
          <p:cNvPr id="7" name="Espace réservé de la date 1">
            <a:extLst>
              <a:ext uri="{FF2B5EF4-FFF2-40B4-BE49-F238E27FC236}">
                <a16:creationId xmlns:a16="http://schemas.microsoft.com/office/drawing/2014/main" id="{6F84BBFA-75EE-0CFE-E4BD-5E2F1C0F753A}"/>
              </a:ext>
            </a:extLst>
          </p:cNvPr>
          <p:cNvSpPr txBox="1">
            <a:spLocks/>
          </p:cNvSpPr>
          <p:nvPr/>
        </p:nvSpPr>
        <p:spPr>
          <a:xfrm>
            <a:off x="109538" y="6551038"/>
            <a:ext cx="2743200" cy="365125"/>
          </a:xfrm>
          <a:prstGeom prst="rect">
            <a:avLst/>
          </a:prstGeom>
        </p:spPr>
        <p:txBody>
          <a:bodyPr anchor="ctr" anchorCtr="0"/>
          <a:lstStyle>
            <a:defPPr>
              <a:defRPr lang="fr-FR"/>
            </a:defPPr>
            <a:lvl1pPr marL="0" algn="l" defTabSz="914400" rtl="0" eaLnBrk="1" latinLnBrk="0" hangingPunct="1">
              <a:defRPr sz="1000" kern="1200">
                <a:solidFill>
                  <a:schemeClr val="tx1"/>
                </a:solidFill>
                <a:latin typeface="Aptos Light" panose="020B0004020202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noProof="0"/>
              <a:t>December 2025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A24D419-D843-4CE5-C3A8-4170A3C970C2}"/>
              </a:ext>
            </a:extLst>
          </p:cNvPr>
          <p:cNvSpPr/>
          <p:nvPr/>
        </p:nvSpPr>
        <p:spPr>
          <a:xfrm>
            <a:off x="10026073" y="1451464"/>
            <a:ext cx="2045118" cy="4794774"/>
          </a:xfrm>
          <a:prstGeom prst="rect">
            <a:avLst/>
          </a:prstGeom>
          <a:solidFill>
            <a:srgbClr val="F3F8FF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3736" indent="-173736" algn="l" rtl="0" eaLnBrk="1" latinLnBrk="0" hangingPunct="1">
              <a:spcAft>
                <a:spcPts val="1200"/>
              </a:spcAft>
              <a:buFont typeface="Arial" panose="020B0604020202020204" pitchFamily="34" charset="0"/>
              <a:buChar char="•"/>
            </a:pPr>
            <a:endParaRPr lang="en-US" sz="1200">
              <a:solidFill>
                <a:srgbClr val="000000"/>
              </a:solidFill>
              <a:effectLst/>
              <a:latin typeface="Calibri" panose="020F0502020204030204" pitchFamily="34" charset="0"/>
            </a:endParaRPr>
          </a:p>
        </p:txBody>
      </p:sp>
      <p:pic>
        <p:nvPicPr>
          <p:cNvPr id="9" name="Picture 2" descr="Drapeau de l'Espagne — Wikipédia">
            <a:extLst>
              <a:ext uri="{FF2B5EF4-FFF2-40B4-BE49-F238E27FC236}">
                <a16:creationId xmlns:a16="http://schemas.microsoft.com/office/drawing/2014/main" id="{9B86E981-910C-E4CA-80D6-C9F8717B83C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17756" y="250095"/>
            <a:ext cx="1007014" cy="67134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8" name="Image 7">
            <a:extLst>
              <a:ext uri="{FF2B5EF4-FFF2-40B4-BE49-F238E27FC236}">
                <a16:creationId xmlns:a16="http://schemas.microsoft.com/office/drawing/2014/main" id="{305AC17F-E1AF-37F1-1984-DE548EFA7E8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8272"/>
          <a:stretch/>
        </p:blipFill>
        <p:spPr>
          <a:xfrm>
            <a:off x="10237167" y="5337443"/>
            <a:ext cx="1505893" cy="63351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49AC2AD9-B011-12D9-37AE-194A49BD9376}"/>
              </a:ext>
            </a:extLst>
          </p:cNvPr>
          <p:cNvSpPr/>
          <p:nvPr/>
        </p:nvSpPr>
        <p:spPr>
          <a:xfrm>
            <a:off x="109538" y="1376819"/>
            <a:ext cx="9788227" cy="491662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PH_TBL</a:t>
            </a:r>
          </a:p>
        </p:txBody>
      </p:sp>
    </p:spTree>
    <p:extLst>
      <p:ext uri="{BB962C8B-B14F-4D97-AF65-F5344CB8AC3E}">
        <p14:creationId xmlns:p14="http://schemas.microsoft.com/office/powerpoint/2010/main" val="365950940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B5945C-52DD-62FF-BD96-3A665DF557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146AB26-ED27-FE2B-E836-FBD714FDE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8709" y="171472"/>
            <a:ext cx="10515600" cy="594299"/>
          </a:xfrm>
        </p:spPr>
        <p:txBody>
          <a:bodyPr>
            <a:normAutofit/>
          </a:bodyPr>
          <a:lstStyle/>
          <a:p>
            <a:pPr>
              <a:spcBef>
                <a:spcPts val="1000"/>
              </a:spcBef>
            </a:pPr>
            <a:r>
              <a:rPr lang="en-US" b="1">
                <a:ea typeface="+mn-ea"/>
              </a:rPr>
              <a:t>LEAD DEEP DIVE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D68A3886-1400-0269-2054-4B3D1321D1E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11621" y="638738"/>
            <a:ext cx="12244886" cy="573088"/>
          </a:xfrm>
        </p:spPr>
        <p:txBody>
          <a:bodyPr>
            <a:normAutofit/>
          </a:bodyPr>
          <a:lstStyle/>
          <a:p>
            <a:pPr marL="92075"/>
            <a:r>
              <a:rPr lang="en-US" b="1">
                <a:ea typeface="+mn-ea"/>
              </a:rPr>
              <a:t>By main website CTA</a:t>
            </a:r>
          </a:p>
          <a:p>
            <a:endParaRPr lang="fr-FR" sz="2400" b="1">
              <a:solidFill>
                <a:srgbClr val="043882"/>
              </a:solidFill>
              <a:latin typeface="Calibri bold" panose="020F0702030404030204" pitchFamily="34" charset="0"/>
              <a:ea typeface="+mn-ea"/>
              <a:cs typeface="Calibri bold" panose="020F0702030404030204" pitchFamily="34" charset="0"/>
            </a:endParaRP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011F689-64A3-9DEF-95C6-4526F146071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6A88250-4A72-4719-B696-DC572B6C1A1F}" type="slidenum">
              <a:rPr kumimoji="0" lang="en-US" sz="10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 Light" panose="020B0004020202020204" pitchFamily="34" charset="0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20</a:t>
            </a:fld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82000"/>
                </a:prstClr>
              </a:solidFill>
              <a:effectLst/>
              <a:uLnTx/>
              <a:uFillTx/>
              <a:latin typeface="Aptos Light" panose="020B0004020202020204" pitchFamily="34" charset="0"/>
              <a:ea typeface="+mn-ea"/>
              <a:cs typeface="+mn-cs"/>
            </a:endParaRPr>
          </a:p>
        </p:txBody>
      </p:sp>
      <p:sp>
        <p:nvSpPr>
          <p:cNvPr id="4" name="ZoneTexte 2">
            <a:extLst>
              <a:ext uri="{FF2B5EF4-FFF2-40B4-BE49-F238E27FC236}">
                <a16:creationId xmlns:a16="http://schemas.microsoft.com/office/drawing/2014/main" id="{9942F466-DBE5-B129-1566-FF168F62CC3D}"/>
              </a:ext>
            </a:extLst>
          </p:cNvPr>
          <p:cNvSpPr txBox="1"/>
          <p:nvPr/>
        </p:nvSpPr>
        <p:spPr>
          <a:xfrm>
            <a:off x="-815" y="6345866"/>
            <a:ext cx="367177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i="1"/>
              <a:t>Source : Autobiz</a:t>
            </a:r>
          </a:p>
        </p:txBody>
      </p:sp>
      <p:pic>
        <p:nvPicPr>
          <p:cNvPr id="5" name="Image 6">
            <a:extLst>
              <a:ext uri="{FF2B5EF4-FFF2-40B4-BE49-F238E27FC236}">
                <a16:creationId xmlns:a16="http://schemas.microsoft.com/office/drawing/2014/main" id="{1382B0A6-E9F4-D76B-0D24-0CABA8BD1A6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38968" y="21927"/>
            <a:ext cx="990193" cy="990193"/>
          </a:xfrm>
          <a:prstGeom prst="rect">
            <a:avLst/>
          </a:prstGeom>
        </p:spPr>
      </p:pic>
      <p:sp>
        <p:nvSpPr>
          <p:cNvPr id="7" name="Espace réservé de la date 1">
            <a:extLst>
              <a:ext uri="{FF2B5EF4-FFF2-40B4-BE49-F238E27FC236}">
                <a16:creationId xmlns:a16="http://schemas.microsoft.com/office/drawing/2014/main" id="{E7070903-1B16-7016-7D13-B06C5BB91701}"/>
              </a:ext>
            </a:extLst>
          </p:cNvPr>
          <p:cNvSpPr txBox="1">
            <a:spLocks/>
          </p:cNvSpPr>
          <p:nvPr/>
        </p:nvSpPr>
        <p:spPr>
          <a:xfrm>
            <a:off x="109538" y="6551038"/>
            <a:ext cx="2743200" cy="365125"/>
          </a:xfrm>
          <a:prstGeom prst="rect">
            <a:avLst/>
          </a:prstGeom>
        </p:spPr>
        <p:txBody>
          <a:bodyPr anchor="ctr" anchorCtr="0"/>
          <a:lstStyle>
            <a:defPPr>
              <a:defRPr lang="fr-FR"/>
            </a:defPPr>
            <a:lvl1pPr marL="0" algn="l" defTabSz="914400" rtl="0" eaLnBrk="1" latinLnBrk="0" hangingPunct="1">
              <a:defRPr sz="1000" kern="1200">
                <a:solidFill>
                  <a:schemeClr val="tx1"/>
                </a:solidFill>
                <a:latin typeface="Aptos Light" panose="020B0004020202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noProof="0"/>
              <a:t>December 2025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DD428F1-44E4-6194-9EC8-DB907C1974C0}"/>
              </a:ext>
            </a:extLst>
          </p:cNvPr>
          <p:cNvSpPr/>
          <p:nvPr/>
        </p:nvSpPr>
        <p:spPr>
          <a:xfrm>
            <a:off x="9921263" y="1320922"/>
            <a:ext cx="2045118" cy="4921128"/>
          </a:xfrm>
          <a:prstGeom prst="rect">
            <a:avLst/>
          </a:prstGeom>
          <a:solidFill>
            <a:srgbClr val="F3F8FF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3736" indent="-173736" algn="l" rtl="0" eaLnBrk="1" latinLnBrk="0" hangingPunct="1">
              <a:spcAft>
                <a:spcPts val="1200"/>
              </a:spcAft>
              <a:buFont typeface="Arial" panose="020B0604020202020204" pitchFamily="34" charset="0"/>
              <a:buChar char="•"/>
            </a:pPr>
            <a:endParaRPr lang="en-US" sz="1200">
              <a:solidFill>
                <a:srgbClr val="000000"/>
              </a:solidFill>
              <a:effectLst/>
              <a:latin typeface="Calibri" panose="020F0502020204030204" pitchFamily="34" charset="0"/>
            </a:endParaRPr>
          </a:p>
        </p:txBody>
      </p:sp>
      <p:pic>
        <p:nvPicPr>
          <p:cNvPr id="9" name="Picture 2" descr="Drapeau de l'Espagne — Wikipédia">
            <a:extLst>
              <a:ext uri="{FF2B5EF4-FFF2-40B4-BE49-F238E27FC236}">
                <a16:creationId xmlns:a16="http://schemas.microsoft.com/office/drawing/2014/main" id="{0EF8809A-8D05-4A4A-17B0-142574F8D0B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17756" y="250095"/>
            <a:ext cx="1007014" cy="67134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12" name="Image 11">
            <a:extLst>
              <a:ext uri="{FF2B5EF4-FFF2-40B4-BE49-F238E27FC236}">
                <a16:creationId xmlns:a16="http://schemas.microsoft.com/office/drawing/2014/main" id="{38CFA096-602B-B3F7-0F6F-2140DEA9161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8272"/>
          <a:stretch/>
        </p:blipFill>
        <p:spPr>
          <a:xfrm>
            <a:off x="10190875" y="5423616"/>
            <a:ext cx="1505893" cy="633510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2D6FCE11-B0D7-49FD-1DAD-31F0930F6ECE}"/>
              </a:ext>
            </a:extLst>
          </p:cNvPr>
          <p:cNvSpPr/>
          <p:nvPr/>
        </p:nvSpPr>
        <p:spPr>
          <a:xfrm>
            <a:off x="188914" y="1211826"/>
            <a:ext cx="9304792" cy="505767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PH_TBL</a:t>
            </a:r>
          </a:p>
        </p:txBody>
      </p:sp>
    </p:spTree>
    <p:extLst>
      <p:ext uri="{BB962C8B-B14F-4D97-AF65-F5344CB8AC3E}">
        <p14:creationId xmlns:p14="http://schemas.microsoft.com/office/powerpoint/2010/main" val="173995868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573A5D-56AB-BBC8-E601-1811699626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B1E84BF-F2EB-27A3-4C16-2D7171332D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817" y="183190"/>
            <a:ext cx="10515600" cy="594299"/>
          </a:xfrm>
        </p:spPr>
        <p:txBody>
          <a:bodyPr>
            <a:normAutofit/>
          </a:bodyPr>
          <a:lstStyle/>
          <a:p>
            <a:pPr>
              <a:spcBef>
                <a:spcPts val="1000"/>
              </a:spcBef>
            </a:pPr>
            <a:r>
              <a:rPr lang="en-US" b="1">
                <a:ea typeface="+mn-ea"/>
              </a:rPr>
              <a:t>LEAD DEEP DIVE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83324346-95D7-931F-DC39-670207F5C9D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58763" y="615950"/>
            <a:ext cx="12244886" cy="573088"/>
          </a:xfrm>
        </p:spPr>
        <p:txBody>
          <a:bodyPr>
            <a:normAutofit/>
          </a:bodyPr>
          <a:lstStyle/>
          <a:p>
            <a:pPr marL="92075"/>
            <a:r>
              <a:rPr lang="en-US" b="1">
                <a:ea typeface="+mn-ea"/>
              </a:rPr>
              <a:t>By marketing code</a:t>
            </a:r>
          </a:p>
          <a:p>
            <a:endParaRPr lang="fr-FR" sz="2400" b="1">
              <a:solidFill>
                <a:srgbClr val="043882"/>
              </a:solidFill>
              <a:latin typeface="Calibri bold" panose="020F0702030404030204" pitchFamily="34" charset="0"/>
              <a:ea typeface="+mn-ea"/>
              <a:cs typeface="Calibri bold" panose="020F0702030404030204" pitchFamily="34" charset="0"/>
            </a:endParaRP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C4669AC8-1B4E-50B1-18DC-DB6DCDD34D3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6A88250-4A72-4719-B696-DC572B6C1A1F}" type="slidenum">
              <a:rPr kumimoji="0" lang="en-US" sz="10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 Light" panose="020B0004020202020204" pitchFamily="34" charset="0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21</a:t>
            </a:fld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82000"/>
                </a:prstClr>
              </a:solidFill>
              <a:effectLst/>
              <a:uLnTx/>
              <a:uFillTx/>
              <a:latin typeface="Aptos Light" panose="020B0004020202020204" pitchFamily="34" charset="0"/>
              <a:ea typeface="+mn-ea"/>
              <a:cs typeface="+mn-cs"/>
            </a:endParaRPr>
          </a:p>
        </p:txBody>
      </p:sp>
      <p:sp>
        <p:nvSpPr>
          <p:cNvPr id="4" name="ZoneTexte 2">
            <a:extLst>
              <a:ext uri="{FF2B5EF4-FFF2-40B4-BE49-F238E27FC236}">
                <a16:creationId xmlns:a16="http://schemas.microsoft.com/office/drawing/2014/main" id="{426E48B4-54E8-6681-A77C-71E171FA2762}"/>
              </a:ext>
            </a:extLst>
          </p:cNvPr>
          <p:cNvSpPr txBox="1"/>
          <p:nvPr/>
        </p:nvSpPr>
        <p:spPr>
          <a:xfrm>
            <a:off x="-815" y="6345866"/>
            <a:ext cx="367177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i="1"/>
              <a:t>Source : Autobiz</a:t>
            </a:r>
          </a:p>
        </p:txBody>
      </p:sp>
      <p:pic>
        <p:nvPicPr>
          <p:cNvPr id="5" name="Image 6">
            <a:extLst>
              <a:ext uri="{FF2B5EF4-FFF2-40B4-BE49-F238E27FC236}">
                <a16:creationId xmlns:a16="http://schemas.microsoft.com/office/drawing/2014/main" id="{B74E1E59-C209-60C2-C5EF-B9746E1D1DA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38968" y="21927"/>
            <a:ext cx="990193" cy="990193"/>
          </a:xfrm>
          <a:prstGeom prst="rect">
            <a:avLst/>
          </a:prstGeom>
        </p:spPr>
      </p:pic>
      <p:sp>
        <p:nvSpPr>
          <p:cNvPr id="7" name="Espace réservé de la date 1">
            <a:extLst>
              <a:ext uri="{FF2B5EF4-FFF2-40B4-BE49-F238E27FC236}">
                <a16:creationId xmlns:a16="http://schemas.microsoft.com/office/drawing/2014/main" id="{8E079F9C-836E-4207-6E9A-D419B1BD6E9F}"/>
              </a:ext>
            </a:extLst>
          </p:cNvPr>
          <p:cNvSpPr txBox="1">
            <a:spLocks/>
          </p:cNvSpPr>
          <p:nvPr/>
        </p:nvSpPr>
        <p:spPr>
          <a:xfrm>
            <a:off x="109538" y="6551038"/>
            <a:ext cx="2743200" cy="365125"/>
          </a:xfrm>
          <a:prstGeom prst="rect">
            <a:avLst/>
          </a:prstGeom>
        </p:spPr>
        <p:txBody>
          <a:bodyPr anchor="ctr" anchorCtr="0"/>
          <a:lstStyle>
            <a:defPPr>
              <a:defRPr lang="fr-FR"/>
            </a:defPPr>
            <a:lvl1pPr marL="0" algn="l" defTabSz="914400" rtl="0" eaLnBrk="1" latinLnBrk="0" hangingPunct="1">
              <a:defRPr sz="1000" kern="1200">
                <a:solidFill>
                  <a:schemeClr val="tx1"/>
                </a:solidFill>
                <a:latin typeface="Aptos Light" panose="020B0004020202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noProof="0"/>
              <a:t>December 2025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AB05ED7-16CE-ED62-3A35-5397FA42E722}"/>
              </a:ext>
            </a:extLst>
          </p:cNvPr>
          <p:cNvSpPr/>
          <p:nvPr/>
        </p:nvSpPr>
        <p:spPr>
          <a:xfrm>
            <a:off x="9921263" y="1320922"/>
            <a:ext cx="2045118" cy="4921128"/>
          </a:xfrm>
          <a:prstGeom prst="rect">
            <a:avLst/>
          </a:prstGeom>
          <a:solidFill>
            <a:srgbClr val="F3F8FF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3736" indent="-173736" algn="l" rtl="0" eaLnBrk="1" latinLnBrk="0" hangingPunct="1">
              <a:spcAft>
                <a:spcPts val="1200"/>
              </a:spcAft>
              <a:buFont typeface="Arial" panose="020B0604020202020204" pitchFamily="34" charset="0"/>
              <a:buChar char="•"/>
            </a:pPr>
            <a:endParaRPr lang="en-US" sz="1200">
              <a:solidFill>
                <a:srgbClr val="000000"/>
              </a:solidFill>
              <a:effectLst/>
              <a:latin typeface="Calibri" panose="020F0502020204030204" pitchFamily="34" charset="0"/>
            </a:endParaRPr>
          </a:p>
        </p:txBody>
      </p:sp>
      <p:pic>
        <p:nvPicPr>
          <p:cNvPr id="9" name="Picture 2" descr="Drapeau de l'Espagne — Wikipédia">
            <a:extLst>
              <a:ext uri="{FF2B5EF4-FFF2-40B4-BE49-F238E27FC236}">
                <a16:creationId xmlns:a16="http://schemas.microsoft.com/office/drawing/2014/main" id="{2DCC4787-9498-CBDF-2DA2-50D08B82F09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17756" y="250095"/>
            <a:ext cx="1007014" cy="67134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8" name="Image 7">
            <a:extLst>
              <a:ext uri="{FF2B5EF4-FFF2-40B4-BE49-F238E27FC236}">
                <a16:creationId xmlns:a16="http://schemas.microsoft.com/office/drawing/2014/main" id="{4AEA13D2-43BD-2008-2779-AFD60F510D1A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8272"/>
          <a:stretch/>
        </p:blipFill>
        <p:spPr>
          <a:xfrm>
            <a:off x="10190875" y="5220323"/>
            <a:ext cx="1505893" cy="63351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E8EA7A82-448C-AC3B-F367-0EF4CE7AC5ED}"/>
              </a:ext>
            </a:extLst>
          </p:cNvPr>
          <p:cNvSpPr/>
          <p:nvPr/>
        </p:nvSpPr>
        <p:spPr>
          <a:xfrm>
            <a:off x="188914" y="1211826"/>
            <a:ext cx="9304792" cy="505767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PH_TBL</a:t>
            </a:r>
          </a:p>
        </p:txBody>
      </p:sp>
    </p:spTree>
    <p:extLst>
      <p:ext uri="{BB962C8B-B14F-4D97-AF65-F5344CB8AC3E}">
        <p14:creationId xmlns:p14="http://schemas.microsoft.com/office/powerpoint/2010/main" val="287666920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EEF727-F135-72B7-1AED-D04DA12B3C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C75C881-086F-A707-16B5-26B1D8C30A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8559" y="193896"/>
            <a:ext cx="10515600" cy="594299"/>
          </a:xfrm>
        </p:spPr>
        <p:txBody>
          <a:bodyPr>
            <a:normAutofit/>
          </a:bodyPr>
          <a:lstStyle/>
          <a:p>
            <a:pPr>
              <a:spcBef>
                <a:spcPts val="1000"/>
              </a:spcBef>
            </a:pPr>
            <a:r>
              <a:rPr lang="en-US" b="1">
                <a:ea typeface="+mn-ea"/>
              </a:rPr>
              <a:t>TRAFFICS DEEP DIVE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D1FE2FA6-9470-2BAA-ED26-8A5AD1953943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58709" y="738317"/>
            <a:ext cx="12244886" cy="573088"/>
          </a:xfrm>
        </p:spPr>
        <p:txBody>
          <a:bodyPr>
            <a:normAutofit/>
          </a:bodyPr>
          <a:lstStyle/>
          <a:p>
            <a:pPr marL="92075"/>
            <a:r>
              <a:rPr lang="en-US" b="1">
                <a:ea typeface="+mn-ea"/>
              </a:rPr>
              <a:t>Traffic</a:t>
            </a:r>
          </a:p>
          <a:p>
            <a:endParaRPr lang="fr-FR" sz="2400" b="1">
              <a:solidFill>
                <a:srgbClr val="043882"/>
              </a:solidFill>
              <a:latin typeface="Calibri bold" panose="020F0702030404030204" pitchFamily="34" charset="0"/>
              <a:ea typeface="+mn-ea"/>
              <a:cs typeface="Calibri bold" panose="020F0702030404030204" pitchFamily="34" charset="0"/>
            </a:endParaRP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4DA76C0-DF05-1AF5-1B66-739C29349C6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6A88250-4A72-4719-B696-DC572B6C1A1F}" type="slidenum">
              <a:rPr kumimoji="0" lang="en-US" sz="10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 Light" panose="020B0004020202020204" pitchFamily="34" charset="0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22</a:t>
            </a:fld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82000"/>
                </a:prstClr>
              </a:solidFill>
              <a:effectLst/>
              <a:uLnTx/>
              <a:uFillTx/>
              <a:latin typeface="Aptos Light" panose="020B0004020202020204" pitchFamily="34" charset="0"/>
              <a:ea typeface="+mn-ea"/>
              <a:cs typeface="+mn-cs"/>
            </a:endParaRPr>
          </a:p>
        </p:txBody>
      </p:sp>
      <p:sp>
        <p:nvSpPr>
          <p:cNvPr id="4" name="ZoneTexte 2">
            <a:extLst>
              <a:ext uri="{FF2B5EF4-FFF2-40B4-BE49-F238E27FC236}">
                <a16:creationId xmlns:a16="http://schemas.microsoft.com/office/drawing/2014/main" id="{6DB3D09F-AA58-8309-1416-0B661D469494}"/>
              </a:ext>
            </a:extLst>
          </p:cNvPr>
          <p:cNvSpPr txBox="1"/>
          <p:nvPr/>
        </p:nvSpPr>
        <p:spPr>
          <a:xfrm>
            <a:off x="0" y="6340233"/>
            <a:ext cx="367177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i="1"/>
              <a:t>Source : GA4/</a:t>
            </a:r>
            <a:r>
              <a:rPr lang="fr-FR" sz="1200" i="1" err="1"/>
              <a:t>Autobiz</a:t>
            </a:r>
            <a:endParaRPr lang="fr-FR" sz="1200" i="1"/>
          </a:p>
        </p:txBody>
      </p:sp>
      <p:sp>
        <p:nvSpPr>
          <p:cNvPr id="9" name="Espace réservé de la date 1">
            <a:extLst>
              <a:ext uri="{FF2B5EF4-FFF2-40B4-BE49-F238E27FC236}">
                <a16:creationId xmlns:a16="http://schemas.microsoft.com/office/drawing/2014/main" id="{03D7A913-DB8C-ED54-6EE6-CB36BB92D87A}"/>
              </a:ext>
            </a:extLst>
          </p:cNvPr>
          <p:cNvSpPr txBox="1">
            <a:spLocks/>
          </p:cNvSpPr>
          <p:nvPr/>
        </p:nvSpPr>
        <p:spPr>
          <a:xfrm>
            <a:off x="109538" y="6551038"/>
            <a:ext cx="2743200" cy="365125"/>
          </a:xfrm>
          <a:prstGeom prst="rect">
            <a:avLst/>
          </a:prstGeom>
        </p:spPr>
        <p:txBody>
          <a:bodyPr anchor="ctr" anchorCtr="0"/>
          <a:lstStyle>
            <a:defPPr>
              <a:defRPr lang="fr-FR"/>
            </a:defPPr>
            <a:lvl1pPr marL="0" algn="l" defTabSz="914400" rtl="0" eaLnBrk="1" latinLnBrk="0" hangingPunct="1">
              <a:defRPr sz="1000" kern="1200">
                <a:solidFill>
                  <a:schemeClr val="tx1"/>
                </a:solidFill>
                <a:latin typeface="Aptos Light" panose="020B0004020202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noProof="0"/>
              <a:t>December 2025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D50EF55-8A6E-3248-AEA5-828A53171777}"/>
              </a:ext>
            </a:extLst>
          </p:cNvPr>
          <p:cNvSpPr/>
          <p:nvPr/>
        </p:nvSpPr>
        <p:spPr>
          <a:xfrm>
            <a:off x="10026073" y="1432414"/>
            <a:ext cx="2045118" cy="4794774"/>
          </a:xfrm>
          <a:prstGeom prst="rect">
            <a:avLst/>
          </a:prstGeom>
          <a:solidFill>
            <a:srgbClr val="F3F8FF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fr-FR" sz="1200" dirty="0">
              <a:solidFill>
                <a:schemeClr val="tx1"/>
              </a:solidFill>
              <a:latin typeface="Calibri"/>
              <a:cs typeface="Calibri"/>
            </a:endParaRPr>
          </a:p>
        </p:txBody>
      </p:sp>
      <p:pic>
        <p:nvPicPr>
          <p:cNvPr id="20" name="Image 19">
            <a:extLst>
              <a:ext uri="{FF2B5EF4-FFF2-40B4-BE49-F238E27FC236}">
                <a16:creationId xmlns:a16="http://schemas.microsoft.com/office/drawing/2014/main" id="{F4EA0DB7-CE0D-1F20-180E-B4034DC327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71854" y="615950"/>
            <a:ext cx="2172690" cy="2115363"/>
          </a:xfrm>
          <a:prstGeom prst="rect">
            <a:avLst/>
          </a:prstGeom>
        </p:spPr>
      </p:pic>
      <p:pic>
        <p:nvPicPr>
          <p:cNvPr id="25" name="Image 24">
            <a:extLst>
              <a:ext uri="{FF2B5EF4-FFF2-40B4-BE49-F238E27FC236}">
                <a16:creationId xmlns:a16="http://schemas.microsoft.com/office/drawing/2014/main" id="{630EF511-0758-A6E6-D952-E661DED52D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527736" y="3494184"/>
            <a:ext cx="3616808" cy="2374110"/>
          </a:xfrm>
          <a:prstGeom prst="rect">
            <a:avLst/>
          </a:prstGeom>
        </p:spPr>
      </p:pic>
      <p:pic>
        <p:nvPicPr>
          <p:cNvPr id="29" name="Image 28" descr="Une image contenant texte, capture d’écran, Police, nombre&#10;&#10;Le contenu généré par l’IA peut être incorrect.">
            <a:extLst>
              <a:ext uri="{FF2B5EF4-FFF2-40B4-BE49-F238E27FC236}">
                <a16:creationId xmlns:a16="http://schemas.microsoft.com/office/drawing/2014/main" id="{E977A118-FCBE-80C2-1251-6CBD31710E1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301044" y="6916163"/>
            <a:ext cx="6382641" cy="3829584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84B862F5-2B8B-DA67-63CF-58D9E217BB39}"/>
              </a:ext>
            </a:extLst>
          </p:cNvPr>
          <p:cNvSpPr/>
          <p:nvPr/>
        </p:nvSpPr>
        <p:spPr>
          <a:xfrm>
            <a:off x="438365" y="1332616"/>
            <a:ext cx="9452083" cy="490428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PH_LKR_1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F2B86841-2B40-2AF7-4E1C-5F08C68BC787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940" t="26086" r="91809" b="60801"/>
          <a:stretch/>
        </p:blipFill>
        <p:spPr>
          <a:xfrm>
            <a:off x="5986816" y="156626"/>
            <a:ext cx="1082152" cy="893821"/>
          </a:xfrm>
          <a:prstGeom prst="rect">
            <a:avLst/>
          </a:prstGeom>
        </p:spPr>
      </p:pic>
      <p:pic>
        <p:nvPicPr>
          <p:cNvPr id="7" name="Picture 2" descr="Drapeau de l'Espagne — Wikipédia">
            <a:extLst>
              <a:ext uri="{FF2B5EF4-FFF2-40B4-BE49-F238E27FC236}">
                <a16:creationId xmlns:a16="http://schemas.microsoft.com/office/drawing/2014/main" id="{B497B546-37BC-D990-2F9D-3CD54BA9475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17756" y="250095"/>
            <a:ext cx="1007014" cy="67134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7314726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6D581C-560B-F029-D5F9-E9D7609DBD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7833815-6CA0-7BAC-C6AA-4109A62042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8763" y="155449"/>
            <a:ext cx="10515600" cy="594299"/>
          </a:xfrm>
        </p:spPr>
        <p:txBody>
          <a:bodyPr>
            <a:normAutofit/>
          </a:bodyPr>
          <a:lstStyle/>
          <a:p>
            <a:pPr>
              <a:spcBef>
                <a:spcPts val="1000"/>
              </a:spcBef>
            </a:pPr>
            <a:r>
              <a:rPr lang="en-US" b="1">
                <a:ea typeface="+mn-ea"/>
              </a:rPr>
              <a:t>LEAD DEEP DIVE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0282F69F-F5DE-D0B5-657C-34E13E71313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11621" y="614795"/>
            <a:ext cx="12244886" cy="573088"/>
          </a:xfrm>
        </p:spPr>
        <p:txBody>
          <a:bodyPr>
            <a:normAutofit/>
          </a:bodyPr>
          <a:lstStyle/>
          <a:p>
            <a:pPr marL="92075"/>
            <a:r>
              <a:rPr lang="en-US" b="1">
                <a:ea typeface="+mn-ea"/>
              </a:rPr>
              <a:t>By acquisition channel</a:t>
            </a:r>
          </a:p>
          <a:p>
            <a:endParaRPr lang="fr-FR" sz="2400" b="1">
              <a:solidFill>
                <a:srgbClr val="043882"/>
              </a:solidFill>
              <a:latin typeface="Calibri bold" panose="020F0702030404030204" pitchFamily="34" charset="0"/>
              <a:ea typeface="+mn-ea"/>
              <a:cs typeface="Calibri bold" panose="020F0702030404030204" pitchFamily="34" charset="0"/>
            </a:endParaRP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E962B78-4704-18C0-E2E9-CD078E15651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6A88250-4A72-4719-B696-DC572B6C1A1F}" type="slidenum">
              <a:rPr kumimoji="0" lang="en-US" sz="10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 Light" panose="020B0004020202020204" pitchFamily="34" charset="0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23</a:t>
            </a:fld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82000"/>
                </a:prstClr>
              </a:solidFill>
              <a:effectLst/>
              <a:uLnTx/>
              <a:uFillTx/>
              <a:latin typeface="Aptos Light" panose="020B0004020202020204" pitchFamily="34" charset="0"/>
              <a:ea typeface="+mn-ea"/>
              <a:cs typeface="+mn-cs"/>
            </a:endParaRPr>
          </a:p>
        </p:txBody>
      </p:sp>
      <p:sp>
        <p:nvSpPr>
          <p:cNvPr id="4" name="ZoneTexte 2">
            <a:extLst>
              <a:ext uri="{FF2B5EF4-FFF2-40B4-BE49-F238E27FC236}">
                <a16:creationId xmlns:a16="http://schemas.microsoft.com/office/drawing/2014/main" id="{854760BC-1191-0A45-CCC3-D864098FB167}"/>
              </a:ext>
            </a:extLst>
          </p:cNvPr>
          <p:cNvSpPr txBox="1"/>
          <p:nvPr/>
        </p:nvSpPr>
        <p:spPr>
          <a:xfrm>
            <a:off x="-815" y="6345866"/>
            <a:ext cx="367177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i="1"/>
              <a:t>Source : Autobiz</a:t>
            </a:r>
          </a:p>
        </p:txBody>
      </p:sp>
      <p:sp>
        <p:nvSpPr>
          <p:cNvPr id="7" name="Espace réservé de la date 1">
            <a:extLst>
              <a:ext uri="{FF2B5EF4-FFF2-40B4-BE49-F238E27FC236}">
                <a16:creationId xmlns:a16="http://schemas.microsoft.com/office/drawing/2014/main" id="{DB4E7632-CFD5-012B-52BA-9F4A015FC2D1}"/>
              </a:ext>
            </a:extLst>
          </p:cNvPr>
          <p:cNvSpPr txBox="1">
            <a:spLocks/>
          </p:cNvSpPr>
          <p:nvPr/>
        </p:nvSpPr>
        <p:spPr>
          <a:xfrm>
            <a:off x="109538" y="6551038"/>
            <a:ext cx="2743200" cy="365125"/>
          </a:xfrm>
          <a:prstGeom prst="rect">
            <a:avLst/>
          </a:prstGeom>
        </p:spPr>
        <p:txBody>
          <a:bodyPr anchor="ctr" anchorCtr="0"/>
          <a:lstStyle>
            <a:defPPr>
              <a:defRPr lang="fr-FR"/>
            </a:defPPr>
            <a:lvl1pPr marL="0" algn="l" defTabSz="914400" rtl="0" eaLnBrk="1" latinLnBrk="0" hangingPunct="1">
              <a:defRPr sz="1000" kern="1200">
                <a:solidFill>
                  <a:schemeClr val="tx1"/>
                </a:solidFill>
                <a:latin typeface="Aptos Light" panose="020B0004020202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noProof="0"/>
              <a:t>December 2025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7955D60-6BF7-77E3-6AF9-F57D13F7F296}"/>
              </a:ext>
            </a:extLst>
          </p:cNvPr>
          <p:cNvSpPr/>
          <p:nvPr/>
        </p:nvSpPr>
        <p:spPr>
          <a:xfrm>
            <a:off x="10026073" y="1451464"/>
            <a:ext cx="2045118" cy="4794774"/>
          </a:xfrm>
          <a:prstGeom prst="rect">
            <a:avLst/>
          </a:prstGeom>
          <a:solidFill>
            <a:srgbClr val="F3F8FF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3736" indent="-173736" algn="l" rtl="0" eaLnBrk="1" latinLnBrk="0" hangingPunct="1">
              <a:spcAft>
                <a:spcPts val="1200"/>
              </a:spcAft>
              <a:buFont typeface="Arial" panose="020B0604020202020204" pitchFamily="34" charset="0"/>
              <a:buChar char="•"/>
            </a:pPr>
            <a:endParaRPr lang="en-US" sz="1200" dirty="0">
              <a:solidFill>
                <a:srgbClr val="000000"/>
              </a:solidFill>
              <a:effectLst/>
              <a:latin typeface="Calibri" panose="020F0502020204030204" pitchFamily="34" charset="0"/>
            </a:endParaRPr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5F27E26D-25D8-06EA-580A-1E5796136C5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8272"/>
          <a:stretch/>
        </p:blipFill>
        <p:spPr>
          <a:xfrm>
            <a:off x="10237167" y="5337443"/>
            <a:ext cx="1505893" cy="63351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FF9A6894-6832-543C-3145-2495C878CCC2}"/>
              </a:ext>
            </a:extLst>
          </p:cNvPr>
          <p:cNvSpPr/>
          <p:nvPr/>
        </p:nvSpPr>
        <p:spPr>
          <a:xfrm>
            <a:off x="109538" y="1376819"/>
            <a:ext cx="9788227" cy="491662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PH_TBL</a:t>
            </a:r>
          </a:p>
        </p:txBody>
      </p:sp>
      <p:pic>
        <p:nvPicPr>
          <p:cNvPr id="9" name="Image 8">
            <a:extLst>
              <a:ext uri="{FF2B5EF4-FFF2-40B4-BE49-F238E27FC236}">
                <a16:creationId xmlns:a16="http://schemas.microsoft.com/office/drawing/2014/main" id="{E1279225-0570-14AB-D6B3-13645BD7D7C2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940" t="26086" r="91809" b="60801"/>
          <a:stretch/>
        </p:blipFill>
        <p:spPr>
          <a:xfrm>
            <a:off x="5986816" y="156626"/>
            <a:ext cx="1082152" cy="893821"/>
          </a:xfrm>
          <a:prstGeom prst="rect">
            <a:avLst/>
          </a:prstGeom>
        </p:spPr>
      </p:pic>
      <p:pic>
        <p:nvPicPr>
          <p:cNvPr id="5" name="Picture 2" descr="Drapeau de l'Espagne — Wikipédia">
            <a:extLst>
              <a:ext uri="{FF2B5EF4-FFF2-40B4-BE49-F238E27FC236}">
                <a16:creationId xmlns:a16="http://schemas.microsoft.com/office/drawing/2014/main" id="{C8F3FDDE-3E2C-2257-C13D-EFD6809A9DF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17756" y="250095"/>
            <a:ext cx="1007014" cy="67134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14377059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2FB435-063D-EBD7-9C4D-3D736607E5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68A5CDB-76D8-C2E4-8121-8FF12B0DF7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8709" y="171472"/>
            <a:ext cx="10515600" cy="594299"/>
          </a:xfrm>
        </p:spPr>
        <p:txBody>
          <a:bodyPr>
            <a:normAutofit/>
          </a:bodyPr>
          <a:lstStyle/>
          <a:p>
            <a:pPr>
              <a:spcBef>
                <a:spcPts val="1000"/>
              </a:spcBef>
            </a:pPr>
            <a:r>
              <a:rPr lang="en-US" b="1">
                <a:ea typeface="+mn-ea"/>
              </a:rPr>
              <a:t>LEAD DEEP DIVE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C09D3D4F-7148-73E7-E5E8-68DFE10599D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11621" y="638738"/>
            <a:ext cx="12244886" cy="573088"/>
          </a:xfrm>
        </p:spPr>
        <p:txBody>
          <a:bodyPr>
            <a:normAutofit/>
          </a:bodyPr>
          <a:lstStyle/>
          <a:p>
            <a:pPr marL="92075"/>
            <a:r>
              <a:rPr lang="en-US" b="1">
                <a:ea typeface="+mn-ea"/>
              </a:rPr>
              <a:t>By main website CTA</a:t>
            </a:r>
          </a:p>
          <a:p>
            <a:endParaRPr lang="fr-FR" sz="2400" b="1">
              <a:solidFill>
                <a:srgbClr val="043882"/>
              </a:solidFill>
              <a:latin typeface="Calibri bold" panose="020F0702030404030204" pitchFamily="34" charset="0"/>
              <a:ea typeface="+mn-ea"/>
              <a:cs typeface="Calibri bold" panose="020F0702030404030204" pitchFamily="34" charset="0"/>
            </a:endParaRP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2C79D0E2-C585-E78D-3A12-F64154C3E59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6A88250-4A72-4719-B696-DC572B6C1A1F}" type="slidenum">
              <a:rPr kumimoji="0" lang="en-US" sz="10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 Light" panose="020B0004020202020204" pitchFamily="34" charset="0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24</a:t>
            </a:fld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82000"/>
                </a:prstClr>
              </a:solidFill>
              <a:effectLst/>
              <a:uLnTx/>
              <a:uFillTx/>
              <a:latin typeface="Aptos Light" panose="020B0004020202020204" pitchFamily="34" charset="0"/>
              <a:ea typeface="+mn-ea"/>
              <a:cs typeface="+mn-cs"/>
            </a:endParaRPr>
          </a:p>
        </p:txBody>
      </p:sp>
      <p:sp>
        <p:nvSpPr>
          <p:cNvPr id="4" name="ZoneTexte 2">
            <a:extLst>
              <a:ext uri="{FF2B5EF4-FFF2-40B4-BE49-F238E27FC236}">
                <a16:creationId xmlns:a16="http://schemas.microsoft.com/office/drawing/2014/main" id="{B26DCF62-1A1B-9A1C-DE44-8E578E95AE45}"/>
              </a:ext>
            </a:extLst>
          </p:cNvPr>
          <p:cNvSpPr txBox="1"/>
          <p:nvPr/>
        </p:nvSpPr>
        <p:spPr>
          <a:xfrm>
            <a:off x="-815" y="6345866"/>
            <a:ext cx="367177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i="1"/>
              <a:t>Source : Autobiz</a:t>
            </a:r>
          </a:p>
        </p:txBody>
      </p:sp>
      <p:sp>
        <p:nvSpPr>
          <p:cNvPr id="7" name="Espace réservé de la date 1">
            <a:extLst>
              <a:ext uri="{FF2B5EF4-FFF2-40B4-BE49-F238E27FC236}">
                <a16:creationId xmlns:a16="http://schemas.microsoft.com/office/drawing/2014/main" id="{2D089638-706B-85F6-B0E1-B86CA1D7B2D1}"/>
              </a:ext>
            </a:extLst>
          </p:cNvPr>
          <p:cNvSpPr txBox="1">
            <a:spLocks/>
          </p:cNvSpPr>
          <p:nvPr/>
        </p:nvSpPr>
        <p:spPr>
          <a:xfrm>
            <a:off x="109538" y="6551038"/>
            <a:ext cx="2743200" cy="365125"/>
          </a:xfrm>
          <a:prstGeom prst="rect">
            <a:avLst/>
          </a:prstGeom>
        </p:spPr>
        <p:txBody>
          <a:bodyPr anchor="ctr" anchorCtr="0"/>
          <a:lstStyle>
            <a:defPPr>
              <a:defRPr lang="fr-FR"/>
            </a:defPPr>
            <a:lvl1pPr marL="0" algn="l" defTabSz="914400" rtl="0" eaLnBrk="1" latinLnBrk="0" hangingPunct="1">
              <a:defRPr sz="1000" kern="1200">
                <a:solidFill>
                  <a:schemeClr val="tx1"/>
                </a:solidFill>
                <a:latin typeface="Aptos Light" panose="020B0004020202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noProof="0"/>
              <a:t>December 2025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0D35D83-B236-268E-A9C8-2AD788FA28A5}"/>
              </a:ext>
            </a:extLst>
          </p:cNvPr>
          <p:cNvSpPr/>
          <p:nvPr/>
        </p:nvSpPr>
        <p:spPr>
          <a:xfrm>
            <a:off x="9921263" y="1320922"/>
            <a:ext cx="2045118" cy="4921128"/>
          </a:xfrm>
          <a:prstGeom prst="rect">
            <a:avLst/>
          </a:prstGeom>
          <a:solidFill>
            <a:srgbClr val="F3F8FF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3736" indent="-173736" algn="l" rtl="0" eaLnBrk="1" latinLnBrk="0" hangingPunct="1">
              <a:spcAft>
                <a:spcPts val="1200"/>
              </a:spcAft>
              <a:buFont typeface="Arial" panose="020B0604020202020204" pitchFamily="34" charset="0"/>
              <a:buChar char="•"/>
            </a:pPr>
            <a:endParaRPr lang="en-US" sz="1200" dirty="0">
              <a:solidFill>
                <a:srgbClr val="000000"/>
              </a:solidFill>
              <a:effectLst/>
              <a:latin typeface="Calibri" panose="020F0502020204030204" pitchFamily="34" charset="0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8855377-915F-060E-C3C6-641B64C06890}"/>
              </a:ext>
            </a:extLst>
          </p:cNvPr>
          <p:cNvSpPr/>
          <p:nvPr/>
        </p:nvSpPr>
        <p:spPr>
          <a:xfrm>
            <a:off x="2239033" y="3992136"/>
            <a:ext cx="1431925" cy="1791699"/>
          </a:xfrm>
          <a:prstGeom prst="rect">
            <a:avLst/>
          </a:prstGeom>
          <a:noFill/>
          <a:ln w="28575"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BEA2269-7D3C-4297-18A5-C45D6A507701}"/>
              </a:ext>
            </a:extLst>
          </p:cNvPr>
          <p:cNvSpPr/>
          <p:nvPr/>
        </p:nvSpPr>
        <p:spPr>
          <a:xfrm>
            <a:off x="5516509" y="2053650"/>
            <a:ext cx="1505893" cy="1077218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fr-FR" sz="1600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highlight>
                  <a:srgbClr val="FFFF00"/>
                </a:highlight>
              </a:rPr>
              <a:t>Display the </a:t>
            </a:r>
            <a:r>
              <a:rPr lang="fr-FR" sz="1600" err="1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highlight>
                  <a:srgbClr val="FFFF00"/>
                </a:highlight>
              </a:rPr>
              <a:t>different</a:t>
            </a:r>
            <a:r>
              <a:rPr lang="fr-FR" sz="1600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highlight>
                  <a:srgbClr val="FFFF00"/>
                </a:highlight>
              </a:rPr>
              <a:t> CTA </a:t>
            </a:r>
            <a:r>
              <a:rPr lang="fr-FR" sz="1600" err="1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highlight>
                  <a:srgbClr val="FFFF00"/>
                </a:highlight>
              </a:rPr>
              <a:t>related</a:t>
            </a:r>
            <a:r>
              <a:rPr lang="fr-FR" sz="1600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highlight>
                  <a:srgbClr val="FFFF00"/>
                </a:highlight>
              </a:rPr>
              <a:t> to main </a:t>
            </a:r>
            <a:r>
              <a:rPr lang="fr-FR" sz="1600" err="1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highlight>
                  <a:srgbClr val="FFFF00"/>
                </a:highlight>
              </a:rPr>
              <a:t>website</a:t>
            </a:r>
            <a:r>
              <a:rPr lang="fr-FR" sz="1600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highlight>
                  <a:srgbClr val="FFFF00"/>
                </a:highlight>
              </a:rPr>
              <a:t> source</a:t>
            </a:r>
          </a:p>
        </p:txBody>
      </p:sp>
      <p:pic>
        <p:nvPicPr>
          <p:cNvPr id="12" name="Image 11">
            <a:extLst>
              <a:ext uri="{FF2B5EF4-FFF2-40B4-BE49-F238E27FC236}">
                <a16:creationId xmlns:a16="http://schemas.microsoft.com/office/drawing/2014/main" id="{4EB92E55-6E0D-6254-E4B2-F3587A8A59E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8272"/>
          <a:stretch/>
        </p:blipFill>
        <p:spPr>
          <a:xfrm>
            <a:off x="10190875" y="5423616"/>
            <a:ext cx="1505893" cy="633510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107C913E-89BA-6A16-DCE9-2C16E27D5D1E}"/>
              </a:ext>
            </a:extLst>
          </p:cNvPr>
          <p:cNvSpPr/>
          <p:nvPr/>
        </p:nvSpPr>
        <p:spPr>
          <a:xfrm>
            <a:off x="188914" y="1211826"/>
            <a:ext cx="9304792" cy="505767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PH_TBL</a:t>
            </a:r>
          </a:p>
        </p:txBody>
      </p:sp>
      <p:pic>
        <p:nvPicPr>
          <p:cNvPr id="9" name="Image 8">
            <a:extLst>
              <a:ext uri="{FF2B5EF4-FFF2-40B4-BE49-F238E27FC236}">
                <a16:creationId xmlns:a16="http://schemas.microsoft.com/office/drawing/2014/main" id="{1E0424DC-E253-485B-1118-569C9D7F72F6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940" t="26086" r="91809" b="60801"/>
          <a:stretch/>
        </p:blipFill>
        <p:spPr>
          <a:xfrm>
            <a:off x="5986816" y="156626"/>
            <a:ext cx="1082152" cy="893821"/>
          </a:xfrm>
          <a:prstGeom prst="rect">
            <a:avLst/>
          </a:prstGeom>
        </p:spPr>
      </p:pic>
      <p:pic>
        <p:nvPicPr>
          <p:cNvPr id="5" name="Picture 2" descr="Drapeau de l'Espagne — Wikipédia">
            <a:extLst>
              <a:ext uri="{FF2B5EF4-FFF2-40B4-BE49-F238E27FC236}">
                <a16:creationId xmlns:a16="http://schemas.microsoft.com/office/drawing/2014/main" id="{40EB548E-EEDE-556F-59D1-2DBDA038D05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17756" y="250095"/>
            <a:ext cx="1007014" cy="67134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68871291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DF74A6-EFCD-2E94-263F-7A63119DE4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B62CA28-C60E-9A98-22F3-97D560B0B8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817" y="183190"/>
            <a:ext cx="10515600" cy="594299"/>
          </a:xfrm>
        </p:spPr>
        <p:txBody>
          <a:bodyPr>
            <a:normAutofit/>
          </a:bodyPr>
          <a:lstStyle/>
          <a:p>
            <a:pPr>
              <a:spcBef>
                <a:spcPts val="1000"/>
              </a:spcBef>
            </a:pPr>
            <a:r>
              <a:rPr lang="en-US" b="1">
                <a:ea typeface="+mn-ea"/>
              </a:rPr>
              <a:t>LEAD DEEP DIVE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9F9BF57F-45FC-AA8E-47D9-BD53BC3D993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58763" y="615950"/>
            <a:ext cx="12244886" cy="573088"/>
          </a:xfrm>
        </p:spPr>
        <p:txBody>
          <a:bodyPr>
            <a:normAutofit/>
          </a:bodyPr>
          <a:lstStyle/>
          <a:p>
            <a:pPr marL="92075"/>
            <a:r>
              <a:rPr lang="en-US" b="1">
                <a:ea typeface="+mn-ea"/>
              </a:rPr>
              <a:t>By marketing code</a:t>
            </a:r>
          </a:p>
          <a:p>
            <a:endParaRPr lang="fr-FR" sz="2400" b="1">
              <a:solidFill>
                <a:srgbClr val="043882"/>
              </a:solidFill>
              <a:latin typeface="Calibri bold" panose="020F0702030404030204" pitchFamily="34" charset="0"/>
              <a:ea typeface="+mn-ea"/>
              <a:cs typeface="Calibri bold" panose="020F0702030404030204" pitchFamily="34" charset="0"/>
            </a:endParaRP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4F0DAD44-96CD-AB3F-AC18-38678F40267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6A88250-4A72-4719-B696-DC572B6C1A1F}" type="slidenum">
              <a:rPr kumimoji="0" lang="en-US" sz="10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 Light" panose="020B0004020202020204" pitchFamily="34" charset="0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25</a:t>
            </a:fld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82000"/>
                </a:prstClr>
              </a:solidFill>
              <a:effectLst/>
              <a:uLnTx/>
              <a:uFillTx/>
              <a:latin typeface="Aptos Light" panose="020B0004020202020204" pitchFamily="34" charset="0"/>
              <a:ea typeface="+mn-ea"/>
              <a:cs typeface="+mn-cs"/>
            </a:endParaRPr>
          </a:p>
        </p:txBody>
      </p:sp>
      <p:sp>
        <p:nvSpPr>
          <p:cNvPr id="4" name="ZoneTexte 2">
            <a:extLst>
              <a:ext uri="{FF2B5EF4-FFF2-40B4-BE49-F238E27FC236}">
                <a16:creationId xmlns:a16="http://schemas.microsoft.com/office/drawing/2014/main" id="{7225BF9B-493E-61AA-30CC-52B6F5AC2B40}"/>
              </a:ext>
            </a:extLst>
          </p:cNvPr>
          <p:cNvSpPr txBox="1"/>
          <p:nvPr/>
        </p:nvSpPr>
        <p:spPr>
          <a:xfrm>
            <a:off x="-815" y="6345866"/>
            <a:ext cx="367177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i="1"/>
              <a:t>Source : Autobiz</a:t>
            </a:r>
          </a:p>
        </p:txBody>
      </p:sp>
      <p:sp>
        <p:nvSpPr>
          <p:cNvPr id="7" name="Espace réservé de la date 1">
            <a:extLst>
              <a:ext uri="{FF2B5EF4-FFF2-40B4-BE49-F238E27FC236}">
                <a16:creationId xmlns:a16="http://schemas.microsoft.com/office/drawing/2014/main" id="{5EE54AF6-8565-93E1-2186-750526F89438}"/>
              </a:ext>
            </a:extLst>
          </p:cNvPr>
          <p:cNvSpPr txBox="1">
            <a:spLocks/>
          </p:cNvSpPr>
          <p:nvPr/>
        </p:nvSpPr>
        <p:spPr>
          <a:xfrm>
            <a:off x="109538" y="6551038"/>
            <a:ext cx="2743200" cy="365125"/>
          </a:xfrm>
          <a:prstGeom prst="rect">
            <a:avLst/>
          </a:prstGeom>
        </p:spPr>
        <p:txBody>
          <a:bodyPr anchor="ctr" anchorCtr="0"/>
          <a:lstStyle>
            <a:defPPr>
              <a:defRPr lang="fr-FR"/>
            </a:defPPr>
            <a:lvl1pPr marL="0" algn="l" defTabSz="914400" rtl="0" eaLnBrk="1" latinLnBrk="0" hangingPunct="1">
              <a:defRPr sz="1000" kern="1200">
                <a:solidFill>
                  <a:schemeClr val="tx1"/>
                </a:solidFill>
                <a:latin typeface="Aptos Light" panose="020B0004020202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noProof="0"/>
              <a:t>December 2025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C5548B5-BE48-4052-D06F-BCBE0656C0C7}"/>
              </a:ext>
            </a:extLst>
          </p:cNvPr>
          <p:cNvSpPr/>
          <p:nvPr/>
        </p:nvSpPr>
        <p:spPr>
          <a:xfrm>
            <a:off x="9921263" y="1320922"/>
            <a:ext cx="2045118" cy="4921128"/>
          </a:xfrm>
          <a:prstGeom prst="rect">
            <a:avLst/>
          </a:prstGeom>
          <a:solidFill>
            <a:srgbClr val="F3F8FF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3736" indent="-173736" algn="l" rtl="0" eaLnBrk="1" latinLnBrk="0" hangingPunct="1">
              <a:spcAft>
                <a:spcPts val="1200"/>
              </a:spcAft>
              <a:buFont typeface="Arial" panose="020B0604020202020204" pitchFamily="34" charset="0"/>
              <a:buChar char="•"/>
            </a:pPr>
            <a:endParaRPr lang="en-US" sz="1200" dirty="0">
              <a:solidFill>
                <a:srgbClr val="000000"/>
              </a:solidFill>
              <a:effectLst/>
              <a:latin typeface="Calibri" panose="020F0502020204030204" pitchFamily="34" charset="0"/>
            </a:endParaRPr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5EEA806B-7CC7-11DE-4BF7-DC14BFB5387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8272"/>
          <a:stretch/>
        </p:blipFill>
        <p:spPr>
          <a:xfrm>
            <a:off x="10190875" y="5220323"/>
            <a:ext cx="1505893" cy="63351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537C69F1-0A6C-F7A7-64E8-B2DC44A951E5}"/>
              </a:ext>
            </a:extLst>
          </p:cNvPr>
          <p:cNvSpPr/>
          <p:nvPr/>
        </p:nvSpPr>
        <p:spPr>
          <a:xfrm>
            <a:off x="109538" y="1416195"/>
            <a:ext cx="9602083" cy="492722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PH_TBL</a:t>
            </a:r>
          </a:p>
        </p:txBody>
      </p:sp>
      <p:pic>
        <p:nvPicPr>
          <p:cNvPr id="9" name="Image 8">
            <a:extLst>
              <a:ext uri="{FF2B5EF4-FFF2-40B4-BE49-F238E27FC236}">
                <a16:creationId xmlns:a16="http://schemas.microsoft.com/office/drawing/2014/main" id="{BC3840FC-FC29-6531-66A2-6078063BC3C4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940" t="26086" r="91809" b="60801"/>
          <a:stretch/>
        </p:blipFill>
        <p:spPr>
          <a:xfrm>
            <a:off x="5986816" y="156626"/>
            <a:ext cx="1082152" cy="893821"/>
          </a:xfrm>
          <a:prstGeom prst="rect">
            <a:avLst/>
          </a:prstGeom>
        </p:spPr>
      </p:pic>
      <p:pic>
        <p:nvPicPr>
          <p:cNvPr id="5" name="Picture 2" descr="Drapeau de l'Espagne — Wikipédia">
            <a:extLst>
              <a:ext uri="{FF2B5EF4-FFF2-40B4-BE49-F238E27FC236}">
                <a16:creationId xmlns:a16="http://schemas.microsoft.com/office/drawing/2014/main" id="{CC90B7C6-2F32-2456-C09E-B079B3CBF7E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17756" y="250095"/>
            <a:ext cx="1007014" cy="67134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40862237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33525D-B80D-2A91-D741-F9DC124EE7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0BE4370-7491-A087-9A7E-8F2726D4AE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8559" y="193896"/>
            <a:ext cx="10515600" cy="594299"/>
          </a:xfrm>
        </p:spPr>
        <p:txBody>
          <a:bodyPr>
            <a:normAutofit/>
          </a:bodyPr>
          <a:lstStyle/>
          <a:p>
            <a:pPr>
              <a:spcBef>
                <a:spcPts val="1000"/>
              </a:spcBef>
            </a:pPr>
            <a:r>
              <a:rPr lang="en-US" b="1">
                <a:ea typeface="+mn-ea"/>
              </a:rPr>
              <a:t>TRAFFICS DEEP DIVE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178E9C57-9DC4-A564-14DD-698E18538A3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58709" y="738317"/>
            <a:ext cx="12244886" cy="573088"/>
          </a:xfrm>
        </p:spPr>
        <p:txBody>
          <a:bodyPr>
            <a:normAutofit/>
          </a:bodyPr>
          <a:lstStyle/>
          <a:p>
            <a:pPr marL="92075"/>
            <a:r>
              <a:rPr lang="en-US" b="1">
                <a:ea typeface="+mn-ea"/>
              </a:rPr>
              <a:t>Traffic</a:t>
            </a:r>
          </a:p>
          <a:p>
            <a:endParaRPr lang="fr-FR" sz="2400" b="1">
              <a:solidFill>
                <a:srgbClr val="043882"/>
              </a:solidFill>
              <a:latin typeface="Calibri bold" panose="020F0702030404030204" pitchFamily="34" charset="0"/>
              <a:ea typeface="+mn-ea"/>
              <a:cs typeface="Calibri bold" panose="020F0702030404030204" pitchFamily="34" charset="0"/>
            </a:endParaRP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CF947F59-BAEE-6D91-B3AF-D948BEC1AD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6A88250-4A72-4719-B696-DC572B6C1A1F}" type="slidenum">
              <a:rPr kumimoji="0" lang="en-US" sz="10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 Light" panose="020B0004020202020204" pitchFamily="34" charset="0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26</a:t>
            </a:fld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82000"/>
                </a:prstClr>
              </a:solidFill>
              <a:effectLst/>
              <a:uLnTx/>
              <a:uFillTx/>
              <a:latin typeface="Aptos Light" panose="020B0004020202020204" pitchFamily="34" charset="0"/>
              <a:ea typeface="+mn-ea"/>
              <a:cs typeface="+mn-cs"/>
            </a:endParaRPr>
          </a:p>
        </p:txBody>
      </p:sp>
      <p:sp>
        <p:nvSpPr>
          <p:cNvPr id="4" name="ZoneTexte 2">
            <a:extLst>
              <a:ext uri="{FF2B5EF4-FFF2-40B4-BE49-F238E27FC236}">
                <a16:creationId xmlns:a16="http://schemas.microsoft.com/office/drawing/2014/main" id="{A05EE50B-0B0C-66B8-0B1E-276BC3F802BB}"/>
              </a:ext>
            </a:extLst>
          </p:cNvPr>
          <p:cNvSpPr txBox="1"/>
          <p:nvPr/>
        </p:nvSpPr>
        <p:spPr>
          <a:xfrm>
            <a:off x="0" y="6340233"/>
            <a:ext cx="367177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i="1"/>
              <a:t>Source : GA4/</a:t>
            </a:r>
            <a:r>
              <a:rPr lang="fr-FR" sz="1200" i="1" err="1"/>
              <a:t>Autobiz</a:t>
            </a:r>
            <a:endParaRPr lang="fr-FR" sz="1200" i="1"/>
          </a:p>
        </p:txBody>
      </p:sp>
      <p:sp>
        <p:nvSpPr>
          <p:cNvPr id="9" name="Espace réservé de la date 1">
            <a:extLst>
              <a:ext uri="{FF2B5EF4-FFF2-40B4-BE49-F238E27FC236}">
                <a16:creationId xmlns:a16="http://schemas.microsoft.com/office/drawing/2014/main" id="{DBCED703-5F0E-265D-3645-5EAB1B4C1A8C}"/>
              </a:ext>
            </a:extLst>
          </p:cNvPr>
          <p:cNvSpPr txBox="1">
            <a:spLocks/>
          </p:cNvSpPr>
          <p:nvPr/>
        </p:nvSpPr>
        <p:spPr>
          <a:xfrm>
            <a:off x="109538" y="6551038"/>
            <a:ext cx="2743200" cy="365125"/>
          </a:xfrm>
          <a:prstGeom prst="rect">
            <a:avLst/>
          </a:prstGeom>
        </p:spPr>
        <p:txBody>
          <a:bodyPr anchor="ctr" anchorCtr="0"/>
          <a:lstStyle>
            <a:defPPr>
              <a:defRPr lang="fr-FR"/>
            </a:defPPr>
            <a:lvl1pPr marL="0" algn="l" defTabSz="914400" rtl="0" eaLnBrk="1" latinLnBrk="0" hangingPunct="1">
              <a:defRPr sz="1000" kern="1200">
                <a:solidFill>
                  <a:schemeClr val="tx1"/>
                </a:solidFill>
                <a:latin typeface="Aptos Light" panose="020B0004020202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noProof="0"/>
              <a:t>December 2025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EE5443A-2E11-BA9F-0084-98E4416FA495}"/>
              </a:ext>
            </a:extLst>
          </p:cNvPr>
          <p:cNvSpPr/>
          <p:nvPr/>
        </p:nvSpPr>
        <p:spPr>
          <a:xfrm>
            <a:off x="10026073" y="1432414"/>
            <a:ext cx="2045118" cy="4794774"/>
          </a:xfrm>
          <a:prstGeom prst="rect">
            <a:avLst/>
          </a:prstGeom>
          <a:solidFill>
            <a:srgbClr val="F3F8FF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fr-FR" sz="1200" dirty="0">
              <a:solidFill>
                <a:schemeClr val="tx1"/>
              </a:solidFill>
              <a:latin typeface="Calibri"/>
              <a:cs typeface="Calibri"/>
            </a:endParaRPr>
          </a:p>
        </p:txBody>
      </p:sp>
      <p:pic>
        <p:nvPicPr>
          <p:cNvPr id="20" name="Image 19">
            <a:extLst>
              <a:ext uri="{FF2B5EF4-FFF2-40B4-BE49-F238E27FC236}">
                <a16:creationId xmlns:a16="http://schemas.microsoft.com/office/drawing/2014/main" id="{AC70D10A-3E33-2F48-DF19-E05E3FAB7B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71854" y="615950"/>
            <a:ext cx="2172690" cy="2115363"/>
          </a:xfrm>
          <a:prstGeom prst="rect">
            <a:avLst/>
          </a:prstGeom>
        </p:spPr>
      </p:pic>
      <p:pic>
        <p:nvPicPr>
          <p:cNvPr id="25" name="Image 24">
            <a:extLst>
              <a:ext uri="{FF2B5EF4-FFF2-40B4-BE49-F238E27FC236}">
                <a16:creationId xmlns:a16="http://schemas.microsoft.com/office/drawing/2014/main" id="{56500D3D-9D07-59A7-DABA-25CC2D0945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527736" y="3494184"/>
            <a:ext cx="3616808" cy="2374110"/>
          </a:xfrm>
          <a:prstGeom prst="rect">
            <a:avLst/>
          </a:prstGeom>
        </p:spPr>
      </p:pic>
      <p:pic>
        <p:nvPicPr>
          <p:cNvPr id="29" name="Image 28" descr="Une image contenant texte, capture d’écran, Police, nombre&#10;&#10;Le contenu généré par l’IA peut être incorrect.">
            <a:extLst>
              <a:ext uri="{FF2B5EF4-FFF2-40B4-BE49-F238E27FC236}">
                <a16:creationId xmlns:a16="http://schemas.microsoft.com/office/drawing/2014/main" id="{5E1C335D-41D6-5A92-8E2E-AC71135EB37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301044" y="6916163"/>
            <a:ext cx="6382641" cy="3829584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125344D9-B6F1-E1C8-1519-12185F9AB80E}"/>
              </a:ext>
            </a:extLst>
          </p:cNvPr>
          <p:cNvSpPr/>
          <p:nvPr/>
        </p:nvSpPr>
        <p:spPr>
          <a:xfrm>
            <a:off x="438365" y="1332616"/>
            <a:ext cx="9452083" cy="490428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PH_LKR_1</a:t>
            </a:r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2A1DCD90-B8E3-A99B-7569-520C0EBB53A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26603" y="103848"/>
            <a:ext cx="963836" cy="963836"/>
          </a:xfrm>
          <a:prstGeom prst="rect">
            <a:avLst/>
          </a:prstGeom>
        </p:spPr>
      </p:pic>
      <p:pic>
        <p:nvPicPr>
          <p:cNvPr id="5" name="Picture 2" descr="Drapeau de l'Espagne — Wikipédia">
            <a:extLst>
              <a:ext uri="{FF2B5EF4-FFF2-40B4-BE49-F238E27FC236}">
                <a16:creationId xmlns:a16="http://schemas.microsoft.com/office/drawing/2014/main" id="{563DDE72-5CB4-5987-D3AC-C7E13E0E428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17756" y="250095"/>
            <a:ext cx="1007014" cy="67134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49401095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88A05C-74F2-2712-9D8B-8A5EF0020E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EF6A316-7FBE-955A-F943-4F78FDCD0E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8763" y="155449"/>
            <a:ext cx="10515600" cy="594299"/>
          </a:xfrm>
        </p:spPr>
        <p:txBody>
          <a:bodyPr>
            <a:normAutofit/>
          </a:bodyPr>
          <a:lstStyle/>
          <a:p>
            <a:pPr>
              <a:spcBef>
                <a:spcPts val="1000"/>
              </a:spcBef>
            </a:pPr>
            <a:r>
              <a:rPr lang="en-US" b="1">
                <a:ea typeface="+mn-ea"/>
              </a:rPr>
              <a:t>LEAD DEEP DIVE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1738439F-B960-3639-761C-B8C0FA6ED6B3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11621" y="614795"/>
            <a:ext cx="12244886" cy="573088"/>
          </a:xfrm>
        </p:spPr>
        <p:txBody>
          <a:bodyPr>
            <a:normAutofit/>
          </a:bodyPr>
          <a:lstStyle/>
          <a:p>
            <a:pPr marL="92075"/>
            <a:r>
              <a:rPr lang="en-US" b="1">
                <a:ea typeface="+mn-ea"/>
              </a:rPr>
              <a:t>By acquisition channel</a:t>
            </a:r>
          </a:p>
          <a:p>
            <a:endParaRPr lang="fr-FR" sz="2400" b="1">
              <a:solidFill>
                <a:srgbClr val="043882"/>
              </a:solidFill>
              <a:latin typeface="Calibri bold" panose="020F0702030404030204" pitchFamily="34" charset="0"/>
              <a:ea typeface="+mn-ea"/>
              <a:cs typeface="Calibri bold" panose="020F0702030404030204" pitchFamily="34" charset="0"/>
            </a:endParaRP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AA2BF136-643F-A7CE-3269-9FEECE59C01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6A88250-4A72-4719-B696-DC572B6C1A1F}" type="slidenum">
              <a:rPr kumimoji="0" lang="en-US" sz="10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 Light" panose="020B0004020202020204" pitchFamily="34" charset="0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27</a:t>
            </a:fld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82000"/>
                </a:prstClr>
              </a:solidFill>
              <a:effectLst/>
              <a:uLnTx/>
              <a:uFillTx/>
              <a:latin typeface="Aptos Light" panose="020B0004020202020204" pitchFamily="34" charset="0"/>
              <a:ea typeface="+mn-ea"/>
              <a:cs typeface="+mn-cs"/>
            </a:endParaRPr>
          </a:p>
        </p:txBody>
      </p:sp>
      <p:sp>
        <p:nvSpPr>
          <p:cNvPr id="4" name="ZoneTexte 2">
            <a:extLst>
              <a:ext uri="{FF2B5EF4-FFF2-40B4-BE49-F238E27FC236}">
                <a16:creationId xmlns:a16="http://schemas.microsoft.com/office/drawing/2014/main" id="{45F01B21-96C2-7E57-89D3-B9ECAF1A361F}"/>
              </a:ext>
            </a:extLst>
          </p:cNvPr>
          <p:cNvSpPr txBox="1"/>
          <p:nvPr/>
        </p:nvSpPr>
        <p:spPr>
          <a:xfrm>
            <a:off x="-815" y="6345866"/>
            <a:ext cx="367177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i="1"/>
              <a:t>Source : Autobiz</a:t>
            </a:r>
          </a:p>
        </p:txBody>
      </p:sp>
      <p:sp>
        <p:nvSpPr>
          <p:cNvPr id="7" name="Espace réservé de la date 1">
            <a:extLst>
              <a:ext uri="{FF2B5EF4-FFF2-40B4-BE49-F238E27FC236}">
                <a16:creationId xmlns:a16="http://schemas.microsoft.com/office/drawing/2014/main" id="{80DC019D-D6C9-DDE6-5CE0-06E011CE5D3F}"/>
              </a:ext>
            </a:extLst>
          </p:cNvPr>
          <p:cNvSpPr txBox="1">
            <a:spLocks/>
          </p:cNvSpPr>
          <p:nvPr/>
        </p:nvSpPr>
        <p:spPr>
          <a:xfrm>
            <a:off x="109538" y="6551038"/>
            <a:ext cx="2743200" cy="365125"/>
          </a:xfrm>
          <a:prstGeom prst="rect">
            <a:avLst/>
          </a:prstGeom>
        </p:spPr>
        <p:txBody>
          <a:bodyPr anchor="ctr" anchorCtr="0"/>
          <a:lstStyle>
            <a:defPPr>
              <a:defRPr lang="fr-FR"/>
            </a:defPPr>
            <a:lvl1pPr marL="0" algn="l" defTabSz="914400" rtl="0" eaLnBrk="1" latinLnBrk="0" hangingPunct="1">
              <a:defRPr sz="1000" kern="1200">
                <a:solidFill>
                  <a:schemeClr val="tx1"/>
                </a:solidFill>
                <a:latin typeface="Aptos Light" panose="020B0004020202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noProof="0"/>
              <a:t>December 2025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224C20F-F2AC-AE4A-40AF-A2F3B0021454}"/>
              </a:ext>
            </a:extLst>
          </p:cNvPr>
          <p:cNvSpPr/>
          <p:nvPr/>
        </p:nvSpPr>
        <p:spPr>
          <a:xfrm>
            <a:off x="10026073" y="1451464"/>
            <a:ext cx="2045118" cy="4794774"/>
          </a:xfrm>
          <a:prstGeom prst="rect">
            <a:avLst/>
          </a:prstGeom>
          <a:solidFill>
            <a:srgbClr val="F3F8FF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3736" indent="-173736" algn="l" rtl="0" eaLnBrk="1" latinLnBrk="0" hangingPunct="1">
              <a:spcAft>
                <a:spcPts val="1200"/>
              </a:spcAft>
              <a:buFont typeface="Arial" panose="020B0604020202020204" pitchFamily="34" charset="0"/>
              <a:buChar char="•"/>
            </a:pPr>
            <a:endParaRPr lang="en-US" sz="1200" dirty="0">
              <a:solidFill>
                <a:srgbClr val="000000"/>
              </a:solidFill>
              <a:effectLst/>
              <a:latin typeface="Calibri" panose="020F0502020204030204" pitchFamily="34" charset="0"/>
            </a:endParaRPr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C7B7F429-E87B-BF05-B54C-7C2E00CD449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8272"/>
          <a:stretch/>
        </p:blipFill>
        <p:spPr>
          <a:xfrm>
            <a:off x="10237167" y="5337443"/>
            <a:ext cx="1505893" cy="63351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B4F83A4C-360E-5DE3-8B0A-8E82092C095A}"/>
              </a:ext>
            </a:extLst>
          </p:cNvPr>
          <p:cNvSpPr/>
          <p:nvPr/>
        </p:nvSpPr>
        <p:spPr>
          <a:xfrm>
            <a:off x="109538" y="1376819"/>
            <a:ext cx="9788227" cy="491662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PH_TBL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B34B3073-DF3E-7539-08BA-A05290C45AF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26603" y="103848"/>
            <a:ext cx="963836" cy="963836"/>
          </a:xfrm>
          <a:prstGeom prst="rect">
            <a:avLst/>
          </a:prstGeom>
        </p:spPr>
      </p:pic>
      <p:pic>
        <p:nvPicPr>
          <p:cNvPr id="9" name="Picture 2" descr="Drapeau de l'Espagne — Wikipédia">
            <a:extLst>
              <a:ext uri="{FF2B5EF4-FFF2-40B4-BE49-F238E27FC236}">
                <a16:creationId xmlns:a16="http://schemas.microsoft.com/office/drawing/2014/main" id="{AFBD7017-B3F2-9091-BECF-D874A86D369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17756" y="250095"/>
            <a:ext cx="1007014" cy="67134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16142146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EA6E71-FBCB-CA73-1204-28F835109C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E8B811A-6362-1ABA-4452-852816A2B1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8709" y="171472"/>
            <a:ext cx="10515600" cy="594299"/>
          </a:xfrm>
        </p:spPr>
        <p:txBody>
          <a:bodyPr>
            <a:normAutofit/>
          </a:bodyPr>
          <a:lstStyle/>
          <a:p>
            <a:pPr>
              <a:spcBef>
                <a:spcPts val="1000"/>
              </a:spcBef>
            </a:pPr>
            <a:r>
              <a:rPr lang="en-US" b="1">
                <a:ea typeface="+mn-ea"/>
              </a:rPr>
              <a:t>LEAD DEEP DIVE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7883DDF9-CEA8-51FF-DF7B-B613504DD56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11621" y="638738"/>
            <a:ext cx="12244886" cy="573088"/>
          </a:xfrm>
        </p:spPr>
        <p:txBody>
          <a:bodyPr>
            <a:normAutofit/>
          </a:bodyPr>
          <a:lstStyle/>
          <a:p>
            <a:pPr marL="92075"/>
            <a:r>
              <a:rPr lang="en-US" b="1">
                <a:ea typeface="+mn-ea"/>
              </a:rPr>
              <a:t>By main website CTA</a:t>
            </a:r>
          </a:p>
          <a:p>
            <a:endParaRPr lang="fr-FR" sz="2400" b="1">
              <a:solidFill>
                <a:srgbClr val="043882"/>
              </a:solidFill>
              <a:latin typeface="Calibri bold" panose="020F0702030404030204" pitchFamily="34" charset="0"/>
              <a:ea typeface="+mn-ea"/>
              <a:cs typeface="Calibri bold" panose="020F0702030404030204" pitchFamily="34" charset="0"/>
            </a:endParaRP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BF69F0FF-4A48-B9F0-54A8-37B55977B6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6A88250-4A72-4719-B696-DC572B6C1A1F}" type="slidenum">
              <a:rPr kumimoji="0" lang="en-US" sz="10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 Light" panose="020B0004020202020204" pitchFamily="34" charset="0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28</a:t>
            </a:fld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82000"/>
                </a:prstClr>
              </a:solidFill>
              <a:effectLst/>
              <a:uLnTx/>
              <a:uFillTx/>
              <a:latin typeface="Aptos Light" panose="020B0004020202020204" pitchFamily="34" charset="0"/>
              <a:ea typeface="+mn-ea"/>
              <a:cs typeface="+mn-cs"/>
            </a:endParaRPr>
          </a:p>
        </p:txBody>
      </p:sp>
      <p:sp>
        <p:nvSpPr>
          <p:cNvPr id="4" name="ZoneTexte 2">
            <a:extLst>
              <a:ext uri="{FF2B5EF4-FFF2-40B4-BE49-F238E27FC236}">
                <a16:creationId xmlns:a16="http://schemas.microsoft.com/office/drawing/2014/main" id="{B1A73CA8-8BA4-B00F-59A6-652F7004C8AF}"/>
              </a:ext>
            </a:extLst>
          </p:cNvPr>
          <p:cNvSpPr txBox="1"/>
          <p:nvPr/>
        </p:nvSpPr>
        <p:spPr>
          <a:xfrm>
            <a:off x="-815" y="6345866"/>
            <a:ext cx="367177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i="1"/>
              <a:t>Source : Autobiz</a:t>
            </a:r>
          </a:p>
        </p:txBody>
      </p:sp>
      <p:sp>
        <p:nvSpPr>
          <p:cNvPr id="7" name="Espace réservé de la date 1">
            <a:extLst>
              <a:ext uri="{FF2B5EF4-FFF2-40B4-BE49-F238E27FC236}">
                <a16:creationId xmlns:a16="http://schemas.microsoft.com/office/drawing/2014/main" id="{37A7BC3D-C00F-1D88-A47A-48ABAF74F743}"/>
              </a:ext>
            </a:extLst>
          </p:cNvPr>
          <p:cNvSpPr txBox="1">
            <a:spLocks/>
          </p:cNvSpPr>
          <p:nvPr/>
        </p:nvSpPr>
        <p:spPr>
          <a:xfrm>
            <a:off x="109538" y="6551038"/>
            <a:ext cx="2743200" cy="365125"/>
          </a:xfrm>
          <a:prstGeom prst="rect">
            <a:avLst/>
          </a:prstGeom>
        </p:spPr>
        <p:txBody>
          <a:bodyPr anchor="ctr" anchorCtr="0"/>
          <a:lstStyle>
            <a:defPPr>
              <a:defRPr lang="fr-FR"/>
            </a:defPPr>
            <a:lvl1pPr marL="0" algn="l" defTabSz="914400" rtl="0" eaLnBrk="1" latinLnBrk="0" hangingPunct="1">
              <a:defRPr sz="1000" kern="1200">
                <a:solidFill>
                  <a:schemeClr val="tx1"/>
                </a:solidFill>
                <a:latin typeface="Aptos Light" panose="020B0004020202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noProof="0"/>
              <a:t>December 2025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D04C66C-8D57-C8C9-8982-EF429B85CB2A}"/>
              </a:ext>
            </a:extLst>
          </p:cNvPr>
          <p:cNvSpPr/>
          <p:nvPr/>
        </p:nvSpPr>
        <p:spPr>
          <a:xfrm>
            <a:off x="9921263" y="1320922"/>
            <a:ext cx="2045118" cy="4921128"/>
          </a:xfrm>
          <a:prstGeom prst="rect">
            <a:avLst/>
          </a:prstGeom>
          <a:solidFill>
            <a:srgbClr val="F3F8FF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3736" indent="-173736" algn="l" rtl="0" eaLnBrk="1" latinLnBrk="0" hangingPunct="1">
              <a:spcAft>
                <a:spcPts val="1200"/>
              </a:spcAft>
              <a:buFont typeface="Arial" panose="020B0604020202020204" pitchFamily="34" charset="0"/>
              <a:buChar char="•"/>
            </a:pPr>
            <a:endParaRPr lang="en-US" sz="1200" dirty="0">
              <a:solidFill>
                <a:srgbClr val="000000"/>
              </a:solidFill>
              <a:effectLst/>
              <a:latin typeface="Calibri" panose="020F0502020204030204" pitchFamily="34" charset="0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B28EE86-AE2D-1B83-B199-EC58211121E1}"/>
              </a:ext>
            </a:extLst>
          </p:cNvPr>
          <p:cNvSpPr/>
          <p:nvPr/>
        </p:nvSpPr>
        <p:spPr>
          <a:xfrm>
            <a:off x="2239033" y="3992136"/>
            <a:ext cx="1431925" cy="1791699"/>
          </a:xfrm>
          <a:prstGeom prst="rect">
            <a:avLst/>
          </a:prstGeom>
          <a:noFill/>
          <a:ln w="28575"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795E781-DF29-4156-93D2-3C53BBE555A9}"/>
              </a:ext>
            </a:extLst>
          </p:cNvPr>
          <p:cNvSpPr/>
          <p:nvPr/>
        </p:nvSpPr>
        <p:spPr>
          <a:xfrm>
            <a:off x="5516509" y="2053650"/>
            <a:ext cx="1505893" cy="1077218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fr-FR" sz="1600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highlight>
                  <a:srgbClr val="FFFF00"/>
                </a:highlight>
              </a:rPr>
              <a:t>Display the </a:t>
            </a:r>
            <a:r>
              <a:rPr lang="fr-FR" sz="1600" err="1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highlight>
                  <a:srgbClr val="FFFF00"/>
                </a:highlight>
              </a:rPr>
              <a:t>different</a:t>
            </a:r>
            <a:r>
              <a:rPr lang="fr-FR" sz="1600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highlight>
                  <a:srgbClr val="FFFF00"/>
                </a:highlight>
              </a:rPr>
              <a:t> CTA </a:t>
            </a:r>
            <a:r>
              <a:rPr lang="fr-FR" sz="1600" err="1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highlight>
                  <a:srgbClr val="FFFF00"/>
                </a:highlight>
              </a:rPr>
              <a:t>related</a:t>
            </a:r>
            <a:r>
              <a:rPr lang="fr-FR" sz="1600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highlight>
                  <a:srgbClr val="FFFF00"/>
                </a:highlight>
              </a:rPr>
              <a:t> to main </a:t>
            </a:r>
            <a:r>
              <a:rPr lang="fr-FR" sz="1600" err="1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highlight>
                  <a:srgbClr val="FFFF00"/>
                </a:highlight>
              </a:rPr>
              <a:t>website</a:t>
            </a:r>
            <a:r>
              <a:rPr lang="fr-FR" sz="1600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highlight>
                  <a:srgbClr val="FFFF00"/>
                </a:highlight>
              </a:rPr>
              <a:t> source</a:t>
            </a:r>
          </a:p>
        </p:txBody>
      </p:sp>
      <p:pic>
        <p:nvPicPr>
          <p:cNvPr id="12" name="Image 11">
            <a:extLst>
              <a:ext uri="{FF2B5EF4-FFF2-40B4-BE49-F238E27FC236}">
                <a16:creationId xmlns:a16="http://schemas.microsoft.com/office/drawing/2014/main" id="{418962EF-363B-4510-2A34-7EEF0B18921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8272"/>
          <a:stretch/>
        </p:blipFill>
        <p:spPr>
          <a:xfrm>
            <a:off x="10190875" y="5423616"/>
            <a:ext cx="1505893" cy="633510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CAA98A6E-FFAE-5018-ECC4-7507EC96228C}"/>
              </a:ext>
            </a:extLst>
          </p:cNvPr>
          <p:cNvSpPr/>
          <p:nvPr/>
        </p:nvSpPr>
        <p:spPr>
          <a:xfrm>
            <a:off x="188914" y="1211826"/>
            <a:ext cx="9304792" cy="505767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PH_TBL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1A14A51B-DBCB-C141-1178-54595173874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26603" y="103848"/>
            <a:ext cx="963836" cy="963836"/>
          </a:xfrm>
          <a:prstGeom prst="rect">
            <a:avLst/>
          </a:prstGeom>
        </p:spPr>
      </p:pic>
      <p:pic>
        <p:nvPicPr>
          <p:cNvPr id="9" name="Picture 2" descr="Drapeau de l'Espagne — Wikipédia">
            <a:extLst>
              <a:ext uri="{FF2B5EF4-FFF2-40B4-BE49-F238E27FC236}">
                <a16:creationId xmlns:a16="http://schemas.microsoft.com/office/drawing/2014/main" id="{391D4BAF-9764-0E47-06BA-66CDAB83229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17756" y="250095"/>
            <a:ext cx="1007014" cy="67134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13519589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8EBCD9-C230-33E2-94A9-4095BFAB8B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838056D-7CBE-1CB6-B7A5-6C5AB97AB0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817" y="183190"/>
            <a:ext cx="10515600" cy="594299"/>
          </a:xfrm>
        </p:spPr>
        <p:txBody>
          <a:bodyPr>
            <a:normAutofit/>
          </a:bodyPr>
          <a:lstStyle/>
          <a:p>
            <a:pPr>
              <a:spcBef>
                <a:spcPts val="1000"/>
              </a:spcBef>
            </a:pPr>
            <a:r>
              <a:rPr lang="en-US" b="1">
                <a:ea typeface="+mn-ea"/>
              </a:rPr>
              <a:t>LEAD DEEP DIVE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B3E18C7E-C520-06F4-CF05-8ED8044CBD7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58763" y="615950"/>
            <a:ext cx="12244886" cy="573088"/>
          </a:xfrm>
        </p:spPr>
        <p:txBody>
          <a:bodyPr>
            <a:normAutofit/>
          </a:bodyPr>
          <a:lstStyle/>
          <a:p>
            <a:pPr marL="92075"/>
            <a:r>
              <a:rPr lang="en-US" b="1">
                <a:ea typeface="+mn-ea"/>
              </a:rPr>
              <a:t>By marketing code</a:t>
            </a:r>
          </a:p>
          <a:p>
            <a:endParaRPr lang="fr-FR" sz="2400" b="1">
              <a:solidFill>
                <a:srgbClr val="043882"/>
              </a:solidFill>
              <a:latin typeface="Calibri bold" panose="020F0702030404030204" pitchFamily="34" charset="0"/>
              <a:ea typeface="+mn-ea"/>
              <a:cs typeface="Calibri bold" panose="020F0702030404030204" pitchFamily="34" charset="0"/>
            </a:endParaRP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886F37B9-681F-BCDC-9D25-89417EAF139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6A88250-4A72-4719-B696-DC572B6C1A1F}" type="slidenum">
              <a:rPr kumimoji="0" lang="en-US" sz="10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 Light" panose="020B0004020202020204" pitchFamily="34" charset="0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29</a:t>
            </a:fld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82000"/>
                </a:prstClr>
              </a:solidFill>
              <a:effectLst/>
              <a:uLnTx/>
              <a:uFillTx/>
              <a:latin typeface="Aptos Light" panose="020B0004020202020204" pitchFamily="34" charset="0"/>
              <a:ea typeface="+mn-ea"/>
              <a:cs typeface="+mn-cs"/>
            </a:endParaRPr>
          </a:p>
        </p:txBody>
      </p:sp>
      <p:sp>
        <p:nvSpPr>
          <p:cNvPr id="4" name="ZoneTexte 2">
            <a:extLst>
              <a:ext uri="{FF2B5EF4-FFF2-40B4-BE49-F238E27FC236}">
                <a16:creationId xmlns:a16="http://schemas.microsoft.com/office/drawing/2014/main" id="{F6613085-15FC-C36A-F1F5-900A1D03F260}"/>
              </a:ext>
            </a:extLst>
          </p:cNvPr>
          <p:cNvSpPr txBox="1"/>
          <p:nvPr/>
        </p:nvSpPr>
        <p:spPr>
          <a:xfrm>
            <a:off x="-815" y="6345866"/>
            <a:ext cx="367177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i="1"/>
              <a:t>Source : Autobiz</a:t>
            </a:r>
          </a:p>
        </p:txBody>
      </p:sp>
      <p:sp>
        <p:nvSpPr>
          <p:cNvPr id="7" name="Espace réservé de la date 1">
            <a:extLst>
              <a:ext uri="{FF2B5EF4-FFF2-40B4-BE49-F238E27FC236}">
                <a16:creationId xmlns:a16="http://schemas.microsoft.com/office/drawing/2014/main" id="{81F5ED04-525A-4FF1-61A5-2A41338EDA7F}"/>
              </a:ext>
            </a:extLst>
          </p:cNvPr>
          <p:cNvSpPr txBox="1">
            <a:spLocks/>
          </p:cNvSpPr>
          <p:nvPr/>
        </p:nvSpPr>
        <p:spPr>
          <a:xfrm>
            <a:off x="109538" y="6551038"/>
            <a:ext cx="2743200" cy="365125"/>
          </a:xfrm>
          <a:prstGeom prst="rect">
            <a:avLst/>
          </a:prstGeom>
        </p:spPr>
        <p:txBody>
          <a:bodyPr anchor="ctr" anchorCtr="0"/>
          <a:lstStyle>
            <a:defPPr>
              <a:defRPr lang="fr-FR"/>
            </a:defPPr>
            <a:lvl1pPr marL="0" algn="l" defTabSz="914400" rtl="0" eaLnBrk="1" latinLnBrk="0" hangingPunct="1">
              <a:defRPr sz="1000" kern="1200">
                <a:solidFill>
                  <a:schemeClr val="tx1"/>
                </a:solidFill>
                <a:latin typeface="Aptos Light" panose="020B0004020202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noProof="0"/>
              <a:t>December 2025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7A26500-F938-6629-E9CA-4646DD7C4BA9}"/>
              </a:ext>
            </a:extLst>
          </p:cNvPr>
          <p:cNvSpPr/>
          <p:nvPr/>
        </p:nvSpPr>
        <p:spPr>
          <a:xfrm>
            <a:off x="9921263" y="1320922"/>
            <a:ext cx="2045118" cy="4921128"/>
          </a:xfrm>
          <a:prstGeom prst="rect">
            <a:avLst/>
          </a:prstGeom>
          <a:solidFill>
            <a:srgbClr val="F3F8FF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3736" indent="-173736" algn="l" rtl="0" eaLnBrk="1" latinLnBrk="0" hangingPunct="1">
              <a:spcAft>
                <a:spcPts val="1200"/>
              </a:spcAft>
              <a:buFont typeface="Arial" panose="020B0604020202020204" pitchFamily="34" charset="0"/>
              <a:buChar char="•"/>
            </a:pPr>
            <a:endParaRPr lang="en-US" sz="1200" dirty="0">
              <a:solidFill>
                <a:srgbClr val="000000"/>
              </a:solidFill>
              <a:effectLst/>
              <a:latin typeface="Calibri" panose="020F0502020204030204" pitchFamily="34" charset="0"/>
            </a:endParaRPr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A94384D0-638C-CB2C-7A4D-E5CEEC30B54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8272"/>
          <a:stretch/>
        </p:blipFill>
        <p:spPr>
          <a:xfrm>
            <a:off x="10190875" y="5220323"/>
            <a:ext cx="1505893" cy="63351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2C4EC3AF-DE4E-7772-99B8-5C73D46D2EB0}"/>
              </a:ext>
            </a:extLst>
          </p:cNvPr>
          <p:cNvSpPr/>
          <p:nvPr/>
        </p:nvSpPr>
        <p:spPr>
          <a:xfrm>
            <a:off x="109538" y="1416195"/>
            <a:ext cx="9602083" cy="492722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PH_TBL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2F13C3C1-E8B5-5FE1-032E-1478E7763E2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26603" y="103848"/>
            <a:ext cx="963836" cy="963836"/>
          </a:xfrm>
          <a:prstGeom prst="rect">
            <a:avLst/>
          </a:prstGeom>
        </p:spPr>
      </p:pic>
      <p:pic>
        <p:nvPicPr>
          <p:cNvPr id="9" name="Picture 2" descr="Drapeau de l'Espagne — Wikipédia">
            <a:extLst>
              <a:ext uri="{FF2B5EF4-FFF2-40B4-BE49-F238E27FC236}">
                <a16:creationId xmlns:a16="http://schemas.microsoft.com/office/drawing/2014/main" id="{F755066C-032C-5233-3C04-CB0D1A52464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17756" y="250095"/>
            <a:ext cx="1007014" cy="67134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87432234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697884-E8C4-168D-234D-FFCA32D95D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4811AF1-E466-4A0E-3B54-6A5EE77498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8559" y="193896"/>
            <a:ext cx="10515600" cy="594299"/>
          </a:xfrm>
        </p:spPr>
        <p:txBody>
          <a:bodyPr>
            <a:normAutofit/>
          </a:bodyPr>
          <a:lstStyle/>
          <a:p>
            <a:pPr>
              <a:spcBef>
                <a:spcPts val="1000"/>
              </a:spcBef>
            </a:pPr>
            <a:r>
              <a:rPr lang="en-US" b="1">
                <a:ea typeface="+mn-ea"/>
              </a:rPr>
              <a:t>TRAFFICS DEEP DIVE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EF09716A-D8A0-59C0-6C20-96E35EBC347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58709" y="738317"/>
            <a:ext cx="12244886" cy="573088"/>
          </a:xfrm>
        </p:spPr>
        <p:txBody>
          <a:bodyPr>
            <a:normAutofit/>
          </a:bodyPr>
          <a:lstStyle/>
          <a:p>
            <a:pPr marL="92075"/>
            <a:r>
              <a:rPr lang="en-US" b="1">
                <a:ea typeface="+mn-ea"/>
              </a:rPr>
              <a:t>Traffic</a:t>
            </a:r>
          </a:p>
          <a:p>
            <a:endParaRPr lang="fr-FR" sz="2400" b="1">
              <a:solidFill>
                <a:srgbClr val="043882"/>
              </a:solidFill>
              <a:latin typeface="Calibri bold" panose="020F0702030404030204" pitchFamily="34" charset="0"/>
              <a:ea typeface="+mn-ea"/>
              <a:cs typeface="Calibri bold" panose="020F0702030404030204" pitchFamily="34" charset="0"/>
            </a:endParaRP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CC128DC2-E174-C6E0-5249-4B433E9B554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6A88250-4A72-4719-B696-DC572B6C1A1F}" type="slidenum">
              <a:rPr kumimoji="0" lang="en-US" sz="10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 Light" panose="020B0004020202020204" pitchFamily="34" charset="0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30</a:t>
            </a:fld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82000"/>
                </a:prstClr>
              </a:solidFill>
              <a:effectLst/>
              <a:uLnTx/>
              <a:uFillTx/>
              <a:latin typeface="Aptos Light" panose="020B0004020202020204" pitchFamily="34" charset="0"/>
              <a:ea typeface="+mn-ea"/>
              <a:cs typeface="+mn-cs"/>
            </a:endParaRPr>
          </a:p>
        </p:txBody>
      </p:sp>
      <p:sp>
        <p:nvSpPr>
          <p:cNvPr id="4" name="ZoneTexte 2">
            <a:extLst>
              <a:ext uri="{FF2B5EF4-FFF2-40B4-BE49-F238E27FC236}">
                <a16:creationId xmlns:a16="http://schemas.microsoft.com/office/drawing/2014/main" id="{2A14E16C-BD96-ECA9-4445-67044633F02D}"/>
              </a:ext>
            </a:extLst>
          </p:cNvPr>
          <p:cNvSpPr txBox="1"/>
          <p:nvPr/>
        </p:nvSpPr>
        <p:spPr>
          <a:xfrm>
            <a:off x="0" y="6340233"/>
            <a:ext cx="367177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i="1"/>
              <a:t>Source : GA4/</a:t>
            </a:r>
            <a:r>
              <a:rPr lang="fr-FR" sz="1200" i="1" err="1"/>
              <a:t>Autobiz</a:t>
            </a:r>
            <a:endParaRPr lang="fr-FR" sz="1200" i="1"/>
          </a:p>
        </p:txBody>
      </p:sp>
      <p:sp>
        <p:nvSpPr>
          <p:cNvPr id="9" name="Espace réservé de la date 1">
            <a:extLst>
              <a:ext uri="{FF2B5EF4-FFF2-40B4-BE49-F238E27FC236}">
                <a16:creationId xmlns:a16="http://schemas.microsoft.com/office/drawing/2014/main" id="{1096E33F-2E1D-A8B4-426E-9AAE16933C2E}"/>
              </a:ext>
            </a:extLst>
          </p:cNvPr>
          <p:cNvSpPr txBox="1">
            <a:spLocks/>
          </p:cNvSpPr>
          <p:nvPr/>
        </p:nvSpPr>
        <p:spPr>
          <a:xfrm>
            <a:off x="109538" y="6551038"/>
            <a:ext cx="2743200" cy="365125"/>
          </a:xfrm>
          <a:prstGeom prst="rect">
            <a:avLst/>
          </a:prstGeom>
        </p:spPr>
        <p:txBody>
          <a:bodyPr anchor="ctr" anchorCtr="0"/>
          <a:lstStyle>
            <a:defPPr>
              <a:defRPr lang="fr-FR"/>
            </a:defPPr>
            <a:lvl1pPr marL="0" algn="l" defTabSz="914400" rtl="0" eaLnBrk="1" latinLnBrk="0" hangingPunct="1">
              <a:defRPr sz="1000" kern="1200">
                <a:solidFill>
                  <a:schemeClr val="tx1"/>
                </a:solidFill>
                <a:latin typeface="Aptos Light" panose="020B0004020202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noProof="0"/>
              <a:t>December 2025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773679C-154E-937C-35DF-BFD7049D6DFA}"/>
              </a:ext>
            </a:extLst>
          </p:cNvPr>
          <p:cNvSpPr/>
          <p:nvPr/>
        </p:nvSpPr>
        <p:spPr>
          <a:xfrm>
            <a:off x="10026073" y="1432414"/>
            <a:ext cx="2045118" cy="4794774"/>
          </a:xfrm>
          <a:prstGeom prst="rect">
            <a:avLst/>
          </a:prstGeom>
          <a:solidFill>
            <a:srgbClr val="F3F8FF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fr-FR" sz="1200" dirty="0">
              <a:solidFill>
                <a:schemeClr val="tx1"/>
              </a:solidFill>
              <a:latin typeface="Calibri"/>
              <a:cs typeface="Calibri"/>
            </a:endParaRPr>
          </a:p>
        </p:txBody>
      </p:sp>
      <p:pic>
        <p:nvPicPr>
          <p:cNvPr id="20" name="Image 19">
            <a:extLst>
              <a:ext uri="{FF2B5EF4-FFF2-40B4-BE49-F238E27FC236}">
                <a16:creationId xmlns:a16="http://schemas.microsoft.com/office/drawing/2014/main" id="{E0188AA4-443C-8CE1-9D53-A234E36C64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71854" y="615950"/>
            <a:ext cx="2172690" cy="2115363"/>
          </a:xfrm>
          <a:prstGeom prst="rect">
            <a:avLst/>
          </a:prstGeom>
        </p:spPr>
      </p:pic>
      <p:pic>
        <p:nvPicPr>
          <p:cNvPr id="25" name="Image 24">
            <a:extLst>
              <a:ext uri="{FF2B5EF4-FFF2-40B4-BE49-F238E27FC236}">
                <a16:creationId xmlns:a16="http://schemas.microsoft.com/office/drawing/2014/main" id="{378CEB47-0346-FE07-F316-A8CBC72100B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527736" y="3494184"/>
            <a:ext cx="3616808" cy="2374110"/>
          </a:xfrm>
          <a:prstGeom prst="rect">
            <a:avLst/>
          </a:prstGeom>
        </p:spPr>
      </p:pic>
      <p:pic>
        <p:nvPicPr>
          <p:cNvPr id="29" name="Image 28" descr="Une image contenant texte, capture d’écran, Police, nombre&#10;&#10;Le contenu généré par l’IA peut être incorrect.">
            <a:extLst>
              <a:ext uri="{FF2B5EF4-FFF2-40B4-BE49-F238E27FC236}">
                <a16:creationId xmlns:a16="http://schemas.microsoft.com/office/drawing/2014/main" id="{665B2141-8DA5-E903-80B6-1309D98A03A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301044" y="6916163"/>
            <a:ext cx="6382641" cy="3829584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8559C0BC-E778-E1C0-04F8-CC58DD3EB014}"/>
              </a:ext>
            </a:extLst>
          </p:cNvPr>
          <p:cNvSpPr/>
          <p:nvPr/>
        </p:nvSpPr>
        <p:spPr>
          <a:xfrm>
            <a:off x="438365" y="1332616"/>
            <a:ext cx="9452083" cy="490428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PH_LKR_1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A80A260B-2623-BA0B-2DB5-4F62CF32918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184750"/>
            <a:ext cx="862400" cy="862400"/>
          </a:xfrm>
          <a:prstGeom prst="rect">
            <a:avLst/>
          </a:prstGeom>
        </p:spPr>
      </p:pic>
      <p:pic>
        <p:nvPicPr>
          <p:cNvPr id="7" name="Picture 2" descr="Drapeau de l'Espagne — Wikipédia">
            <a:extLst>
              <a:ext uri="{FF2B5EF4-FFF2-40B4-BE49-F238E27FC236}">
                <a16:creationId xmlns:a16="http://schemas.microsoft.com/office/drawing/2014/main" id="{10B0D788-1967-29DE-6564-165E6D797D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17756" y="250095"/>
            <a:ext cx="1007014" cy="67134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64878175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FD9BD2-84F4-C960-9EF6-6924FDF172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53E16AC-0994-1BD6-DEFE-2F649DD673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8763" y="155449"/>
            <a:ext cx="10515600" cy="594299"/>
          </a:xfrm>
        </p:spPr>
        <p:txBody>
          <a:bodyPr>
            <a:normAutofit/>
          </a:bodyPr>
          <a:lstStyle/>
          <a:p>
            <a:pPr>
              <a:spcBef>
                <a:spcPts val="1000"/>
              </a:spcBef>
            </a:pPr>
            <a:r>
              <a:rPr lang="en-US" b="1">
                <a:ea typeface="+mn-ea"/>
              </a:rPr>
              <a:t>LEAD DEEP DIVE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943DE6AC-792F-2D64-5712-DDE58574040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11621" y="614795"/>
            <a:ext cx="12244886" cy="573088"/>
          </a:xfrm>
        </p:spPr>
        <p:txBody>
          <a:bodyPr>
            <a:normAutofit/>
          </a:bodyPr>
          <a:lstStyle/>
          <a:p>
            <a:pPr marL="92075"/>
            <a:r>
              <a:rPr lang="en-US" b="1">
                <a:ea typeface="+mn-ea"/>
              </a:rPr>
              <a:t>By acquisition channel</a:t>
            </a:r>
          </a:p>
          <a:p>
            <a:endParaRPr lang="fr-FR" sz="2400" b="1">
              <a:solidFill>
                <a:srgbClr val="043882"/>
              </a:solidFill>
              <a:latin typeface="Calibri bold" panose="020F0702030404030204" pitchFamily="34" charset="0"/>
              <a:ea typeface="+mn-ea"/>
              <a:cs typeface="Calibri bold" panose="020F0702030404030204" pitchFamily="34" charset="0"/>
            </a:endParaRP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EEC693C3-B3C4-BD5D-43C0-7367953B6DC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6A88250-4A72-4719-B696-DC572B6C1A1F}" type="slidenum">
              <a:rPr kumimoji="0" lang="en-US" sz="10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 Light" panose="020B0004020202020204" pitchFamily="34" charset="0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31</a:t>
            </a:fld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82000"/>
                </a:prstClr>
              </a:solidFill>
              <a:effectLst/>
              <a:uLnTx/>
              <a:uFillTx/>
              <a:latin typeface="Aptos Light" panose="020B0004020202020204" pitchFamily="34" charset="0"/>
              <a:ea typeface="+mn-ea"/>
              <a:cs typeface="+mn-cs"/>
            </a:endParaRPr>
          </a:p>
        </p:txBody>
      </p:sp>
      <p:sp>
        <p:nvSpPr>
          <p:cNvPr id="4" name="ZoneTexte 2">
            <a:extLst>
              <a:ext uri="{FF2B5EF4-FFF2-40B4-BE49-F238E27FC236}">
                <a16:creationId xmlns:a16="http://schemas.microsoft.com/office/drawing/2014/main" id="{A43CFB62-EC74-6F38-40FE-FBAF5B9F7C78}"/>
              </a:ext>
            </a:extLst>
          </p:cNvPr>
          <p:cNvSpPr txBox="1"/>
          <p:nvPr/>
        </p:nvSpPr>
        <p:spPr>
          <a:xfrm>
            <a:off x="-815" y="6345866"/>
            <a:ext cx="367177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i="1"/>
              <a:t>Source : Autobiz</a:t>
            </a:r>
          </a:p>
        </p:txBody>
      </p:sp>
      <p:sp>
        <p:nvSpPr>
          <p:cNvPr id="7" name="Espace réservé de la date 1">
            <a:extLst>
              <a:ext uri="{FF2B5EF4-FFF2-40B4-BE49-F238E27FC236}">
                <a16:creationId xmlns:a16="http://schemas.microsoft.com/office/drawing/2014/main" id="{8255CF7E-517D-46ED-A7BB-33BCF6319A8B}"/>
              </a:ext>
            </a:extLst>
          </p:cNvPr>
          <p:cNvSpPr txBox="1">
            <a:spLocks/>
          </p:cNvSpPr>
          <p:nvPr/>
        </p:nvSpPr>
        <p:spPr>
          <a:xfrm>
            <a:off x="109538" y="6551038"/>
            <a:ext cx="2743200" cy="365125"/>
          </a:xfrm>
          <a:prstGeom prst="rect">
            <a:avLst/>
          </a:prstGeom>
        </p:spPr>
        <p:txBody>
          <a:bodyPr anchor="ctr" anchorCtr="0"/>
          <a:lstStyle>
            <a:defPPr>
              <a:defRPr lang="fr-FR"/>
            </a:defPPr>
            <a:lvl1pPr marL="0" algn="l" defTabSz="914400" rtl="0" eaLnBrk="1" latinLnBrk="0" hangingPunct="1">
              <a:defRPr sz="1000" kern="1200">
                <a:solidFill>
                  <a:schemeClr val="tx1"/>
                </a:solidFill>
                <a:latin typeface="Aptos Light" panose="020B0004020202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noProof="0"/>
              <a:t>December 2025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EB468500-FB8B-78E2-BF3B-AAC710E81532}"/>
              </a:ext>
            </a:extLst>
          </p:cNvPr>
          <p:cNvSpPr/>
          <p:nvPr/>
        </p:nvSpPr>
        <p:spPr>
          <a:xfrm>
            <a:off x="10026073" y="1451464"/>
            <a:ext cx="2045118" cy="4794774"/>
          </a:xfrm>
          <a:prstGeom prst="rect">
            <a:avLst/>
          </a:prstGeom>
          <a:solidFill>
            <a:srgbClr val="F3F8FF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3736" indent="-173736" algn="l" rtl="0" eaLnBrk="1" latinLnBrk="0" hangingPunct="1">
              <a:spcAft>
                <a:spcPts val="1200"/>
              </a:spcAft>
              <a:buFont typeface="Arial" panose="020B0604020202020204" pitchFamily="34" charset="0"/>
              <a:buChar char="•"/>
            </a:pPr>
            <a:endParaRPr lang="en-US" sz="1200" dirty="0">
              <a:solidFill>
                <a:srgbClr val="000000"/>
              </a:solidFill>
              <a:effectLst/>
              <a:latin typeface="Calibri" panose="020F0502020204030204" pitchFamily="34" charset="0"/>
            </a:endParaRPr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42E9C712-DF3E-CC3C-3FEC-05561A84436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8272"/>
          <a:stretch/>
        </p:blipFill>
        <p:spPr>
          <a:xfrm>
            <a:off x="10237167" y="5337443"/>
            <a:ext cx="1505893" cy="63351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EAC5BB1D-2B82-7506-E7E0-F8D19FD26534}"/>
              </a:ext>
            </a:extLst>
          </p:cNvPr>
          <p:cNvSpPr/>
          <p:nvPr/>
        </p:nvSpPr>
        <p:spPr>
          <a:xfrm>
            <a:off x="109538" y="1376819"/>
            <a:ext cx="9788227" cy="491662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PH_TBL</a:t>
            </a:r>
          </a:p>
        </p:txBody>
      </p:sp>
      <p:pic>
        <p:nvPicPr>
          <p:cNvPr id="9" name="Image 8">
            <a:extLst>
              <a:ext uri="{FF2B5EF4-FFF2-40B4-BE49-F238E27FC236}">
                <a16:creationId xmlns:a16="http://schemas.microsoft.com/office/drawing/2014/main" id="{388B3ADE-052C-D740-595E-ADBACE79651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184750"/>
            <a:ext cx="862400" cy="862400"/>
          </a:xfrm>
          <a:prstGeom prst="rect">
            <a:avLst/>
          </a:prstGeom>
        </p:spPr>
      </p:pic>
      <p:pic>
        <p:nvPicPr>
          <p:cNvPr id="5" name="Picture 2" descr="Drapeau de l'Espagne — Wikipédia">
            <a:extLst>
              <a:ext uri="{FF2B5EF4-FFF2-40B4-BE49-F238E27FC236}">
                <a16:creationId xmlns:a16="http://schemas.microsoft.com/office/drawing/2014/main" id="{CD2D1401-AE0C-D649-7BF9-34B9D595FB3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17756" y="250095"/>
            <a:ext cx="1007014" cy="67134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93027901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3D254F-CBFF-B389-9004-A26DFE0136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5C77463-2BFD-D4B4-249A-C5B993D279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8709" y="171472"/>
            <a:ext cx="10515600" cy="594299"/>
          </a:xfrm>
        </p:spPr>
        <p:txBody>
          <a:bodyPr>
            <a:normAutofit/>
          </a:bodyPr>
          <a:lstStyle/>
          <a:p>
            <a:pPr>
              <a:spcBef>
                <a:spcPts val="1000"/>
              </a:spcBef>
            </a:pPr>
            <a:r>
              <a:rPr lang="en-US" b="1">
                <a:ea typeface="+mn-ea"/>
              </a:rPr>
              <a:t>LEAD DEEP DIVE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8B5AF7DB-8AF4-DCA9-D5BA-B2B5D8A3A78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11621" y="638738"/>
            <a:ext cx="12244886" cy="573088"/>
          </a:xfrm>
        </p:spPr>
        <p:txBody>
          <a:bodyPr>
            <a:normAutofit/>
          </a:bodyPr>
          <a:lstStyle/>
          <a:p>
            <a:pPr marL="92075"/>
            <a:r>
              <a:rPr lang="en-US" b="1">
                <a:ea typeface="+mn-ea"/>
              </a:rPr>
              <a:t>By main website CTA</a:t>
            </a:r>
          </a:p>
          <a:p>
            <a:endParaRPr lang="fr-FR" sz="2400" b="1">
              <a:solidFill>
                <a:srgbClr val="043882"/>
              </a:solidFill>
              <a:latin typeface="Calibri bold" panose="020F0702030404030204" pitchFamily="34" charset="0"/>
              <a:ea typeface="+mn-ea"/>
              <a:cs typeface="Calibri bold" panose="020F0702030404030204" pitchFamily="34" charset="0"/>
            </a:endParaRP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8989C7DE-B36F-4D5C-11F7-998A45DCD09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6A88250-4A72-4719-B696-DC572B6C1A1F}" type="slidenum">
              <a:rPr kumimoji="0" lang="en-US" sz="10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 Light" panose="020B0004020202020204" pitchFamily="34" charset="0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32</a:t>
            </a:fld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82000"/>
                </a:prstClr>
              </a:solidFill>
              <a:effectLst/>
              <a:uLnTx/>
              <a:uFillTx/>
              <a:latin typeface="Aptos Light" panose="020B0004020202020204" pitchFamily="34" charset="0"/>
              <a:ea typeface="+mn-ea"/>
              <a:cs typeface="+mn-cs"/>
            </a:endParaRPr>
          </a:p>
        </p:txBody>
      </p:sp>
      <p:sp>
        <p:nvSpPr>
          <p:cNvPr id="4" name="ZoneTexte 2">
            <a:extLst>
              <a:ext uri="{FF2B5EF4-FFF2-40B4-BE49-F238E27FC236}">
                <a16:creationId xmlns:a16="http://schemas.microsoft.com/office/drawing/2014/main" id="{C34E63DF-2851-5D90-4F80-2C0E2ACC706E}"/>
              </a:ext>
            </a:extLst>
          </p:cNvPr>
          <p:cNvSpPr txBox="1"/>
          <p:nvPr/>
        </p:nvSpPr>
        <p:spPr>
          <a:xfrm>
            <a:off x="-815" y="6345866"/>
            <a:ext cx="367177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i="1"/>
              <a:t>Source : Autobiz</a:t>
            </a:r>
          </a:p>
        </p:txBody>
      </p:sp>
      <p:sp>
        <p:nvSpPr>
          <p:cNvPr id="7" name="Espace réservé de la date 1">
            <a:extLst>
              <a:ext uri="{FF2B5EF4-FFF2-40B4-BE49-F238E27FC236}">
                <a16:creationId xmlns:a16="http://schemas.microsoft.com/office/drawing/2014/main" id="{59E3AC08-CB45-4190-6A68-588C72EF9059}"/>
              </a:ext>
            </a:extLst>
          </p:cNvPr>
          <p:cNvSpPr txBox="1">
            <a:spLocks/>
          </p:cNvSpPr>
          <p:nvPr/>
        </p:nvSpPr>
        <p:spPr>
          <a:xfrm>
            <a:off x="109538" y="6551038"/>
            <a:ext cx="2743200" cy="365125"/>
          </a:xfrm>
          <a:prstGeom prst="rect">
            <a:avLst/>
          </a:prstGeom>
        </p:spPr>
        <p:txBody>
          <a:bodyPr anchor="ctr" anchorCtr="0"/>
          <a:lstStyle>
            <a:defPPr>
              <a:defRPr lang="fr-FR"/>
            </a:defPPr>
            <a:lvl1pPr marL="0" algn="l" defTabSz="914400" rtl="0" eaLnBrk="1" latinLnBrk="0" hangingPunct="1">
              <a:defRPr sz="1000" kern="1200">
                <a:solidFill>
                  <a:schemeClr val="tx1"/>
                </a:solidFill>
                <a:latin typeface="Aptos Light" panose="020B0004020202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noProof="0"/>
              <a:t>December 2025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25C812E-5910-513A-CD64-5541742B64AF}"/>
              </a:ext>
            </a:extLst>
          </p:cNvPr>
          <p:cNvSpPr/>
          <p:nvPr/>
        </p:nvSpPr>
        <p:spPr>
          <a:xfrm>
            <a:off x="9921263" y="1320922"/>
            <a:ext cx="2045118" cy="4921128"/>
          </a:xfrm>
          <a:prstGeom prst="rect">
            <a:avLst/>
          </a:prstGeom>
          <a:solidFill>
            <a:srgbClr val="F3F8FF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3736" indent="-173736" algn="l" rtl="0" eaLnBrk="1" latinLnBrk="0" hangingPunct="1">
              <a:spcAft>
                <a:spcPts val="1200"/>
              </a:spcAft>
              <a:buFont typeface="Arial" panose="020B0604020202020204" pitchFamily="34" charset="0"/>
              <a:buChar char="•"/>
            </a:pPr>
            <a:endParaRPr lang="en-US" sz="1200" dirty="0">
              <a:solidFill>
                <a:srgbClr val="000000"/>
              </a:solidFill>
              <a:effectLst/>
              <a:latin typeface="Calibri" panose="020F0502020204030204" pitchFamily="34" charset="0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B02F191-3853-394A-54B4-F8BBFA7B54FC}"/>
              </a:ext>
            </a:extLst>
          </p:cNvPr>
          <p:cNvSpPr/>
          <p:nvPr/>
        </p:nvSpPr>
        <p:spPr>
          <a:xfrm>
            <a:off x="2239033" y="3992136"/>
            <a:ext cx="1431925" cy="1791699"/>
          </a:xfrm>
          <a:prstGeom prst="rect">
            <a:avLst/>
          </a:prstGeom>
          <a:noFill/>
          <a:ln w="28575"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56509CC-A05E-0AD3-FDB3-70034AB069D7}"/>
              </a:ext>
            </a:extLst>
          </p:cNvPr>
          <p:cNvSpPr/>
          <p:nvPr/>
        </p:nvSpPr>
        <p:spPr>
          <a:xfrm>
            <a:off x="5516509" y="2053650"/>
            <a:ext cx="1505893" cy="1077218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fr-FR" sz="1600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highlight>
                  <a:srgbClr val="FFFF00"/>
                </a:highlight>
              </a:rPr>
              <a:t>Display the </a:t>
            </a:r>
            <a:r>
              <a:rPr lang="fr-FR" sz="1600" err="1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highlight>
                  <a:srgbClr val="FFFF00"/>
                </a:highlight>
              </a:rPr>
              <a:t>different</a:t>
            </a:r>
            <a:r>
              <a:rPr lang="fr-FR" sz="1600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highlight>
                  <a:srgbClr val="FFFF00"/>
                </a:highlight>
              </a:rPr>
              <a:t> CTA </a:t>
            </a:r>
            <a:r>
              <a:rPr lang="fr-FR" sz="1600" err="1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highlight>
                  <a:srgbClr val="FFFF00"/>
                </a:highlight>
              </a:rPr>
              <a:t>related</a:t>
            </a:r>
            <a:r>
              <a:rPr lang="fr-FR" sz="1600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highlight>
                  <a:srgbClr val="FFFF00"/>
                </a:highlight>
              </a:rPr>
              <a:t> to main </a:t>
            </a:r>
            <a:r>
              <a:rPr lang="fr-FR" sz="1600" err="1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highlight>
                  <a:srgbClr val="FFFF00"/>
                </a:highlight>
              </a:rPr>
              <a:t>website</a:t>
            </a:r>
            <a:r>
              <a:rPr lang="fr-FR" sz="1600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highlight>
                  <a:srgbClr val="FFFF00"/>
                </a:highlight>
              </a:rPr>
              <a:t> source</a:t>
            </a:r>
          </a:p>
        </p:txBody>
      </p:sp>
      <p:pic>
        <p:nvPicPr>
          <p:cNvPr id="12" name="Image 11">
            <a:extLst>
              <a:ext uri="{FF2B5EF4-FFF2-40B4-BE49-F238E27FC236}">
                <a16:creationId xmlns:a16="http://schemas.microsoft.com/office/drawing/2014/main" id="{0C7F911E-8599-2482-EBD0-537EAA468ED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8272"/>
          <a:stretch/>
        </p:blipFill>
        <p:spPr>
          <a:xfrm>
            <a:off x="10190875" y="5423616"/>
            <a:ext cx="1505893" cy="633510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95D44C98-0E44-04A4-4157-75C5580C72B1}"/>
              </a:ext>
            </a:extLst>
          </p:cNvPr>
          <p:cNvSpPr/>
          <p:nvPr/>
        </p:nvSpPr>
        <p:spPr>
          <a:xfrm>
            <a:off x="188914" y="1211826"/>
            <a:ext cx="9304792" cy="505767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PH_TBL</a:t>
            </a:r>
          </a:p>
        </p:txBody>
      </p:sp>
      <p:pic>
        <p:nvPicPr>
          <p:cNvPr id="9" name="Image 8">
            <a:extLst>
              <a:ext uri="{FF2B5EF4-FFF2-40B4-BE49-F238E27FC236}">
                <a16:creationId xmlns:a16="http://schemas.microsoft.com/office/drawing/2014/main" id="{FC445A3C-0DCE-F204-D58B-86C884CC83B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184750"/>
            <a:ext cx="862400" cy="862400"/>
          </a:xfrm>
          <a:prstGeom prst="rect">
            <a:avLst/>
          </a:prstGeom>
        </p:spPr>
      </p:pic>
      <p:pic>
        <p:nvPicPr>
          <p:cNvPr id="5" name="Picture 2" descr="Drapeau de l'Espagne — Wikipédia">
            <a:extLst>
              <a:ext uri="{FF2B5EF4-FFF2-40B4-BE49-F238E27FC236}">
                <a16:creationId xmlns:a16="http://schemas.microsoft.com/office/drawing/2014/main" id="{EE6F36D5-1D7B-4CD5-360E-30DE98D1B45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17756" y="250095"/>
            <a:ext cx="1007014" cy="67134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27882567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43129A-8C7F-F02F-593F-9B9A50AA40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D1026F1-211E-6CE1-E59A-9CF839BA81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817" y="183190"/>
            <a:ext cx="10515600" cy="594299"/>
          </a:xfrm>
        </p:spPr>
        <p:txBody>
          <a:bodyPr>
            <a:normAutofit/>
          </a:bodyPr>
          <a:lstStyle/>
          <a:p>
            <a:pPr>
              <a:spcBef>
                <a:spcPts val="1000"/>
              </a:spcBef>
            </a:pPr>
            <a:r>
              <a:rPr lang="en-US" b="1">
                <a:ea typeface="+mn-ea"/>
              </a:rPr>
              <a:t>LEAD DEEP DIVE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661AA13A-6545-E10A-3805-1E80F6CA4D8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58763" y="615950"/>
            <a:ext cx="12244886" cy="573088"/>
          </a:xfrm>
        </p:spPr>
        <p:txBody>
          <a:bodyPr>
            <a:normAutofit/>
          </a:bodyPr>
          <a:lstStyle/>
          <a:p>
            <a:pPr marL="92075"/>
            <a:r>
              <a:rPr lang="en-US" b="1">
                <a:ea typeface="+mn-ea"/>
              </a:rPr>
              <a:t>By marketing code</a:t>
            </a:r>
          </a:p>
          <a:p>
            <a:endParaRPr lang="fr-FR" sz="2400" b="1">
              <a:solidFill>
                <a:srgbClr val="043882"/>
              </a:solidFill>
              <a:latin typeface="Calibri bold" panose="020F0702030404030204" pitchFamily="34" charset="0"/>
              <a:ea typeface="+mn-ea"/>
              <a:cs typeface="Calibri bold" panose="020F0702030404030204" pitchFamily="34" charset="0"/>
            </a:endParaRP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2133A3D5-8CD1-85EE-6B2C-ACEC47775F1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6A88250-4A72-4719-B696-DC572B6C1A1F}" type="slidenum">
              <a:rPr kumimoji="0" lang="en-US" sz="10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 Light" panose="020B0004020202020204" pitchFamily="34" charset="0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33</a:t>
            </a:fld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82000"/>
                </a:prstClr>
              </a:solidFill>
              <a:effectLst/>
              <a:uLnTx/>
              <a:uFillTx/>
              <a:latin typeface="Aptos Light" panose="020B0004020202020204" pitchFamily="34" charset="0"/>
              <a:ea typeface="+mn-ea"/>
              <a:cs typeface="+mn-cs"/>
            </a:endParaRPr>
          </a:p>
        </p:txBody>
      </p:sp>
      <p:sp>
        <p:nvSpPr>
          <p:cNvPr id="4" name="ZoneTexte 2">
            <a:extLst>
              <a:ext uri="{FF2B5EF4-FFF2-40B4-BE49-F238E27FC236}">
                <a16:creationId xmlns:a16="http://schemas.microsoft.com/office/drawing/2014/main" id="{01DBCB17-BF7E-AEEF-BC6F-34377CA78C2C}"/>
              </a:ext>
            </a:extLst>
          </p:cNvPr>
          <p:cNvSpPr txBox="1"/>
          <p:nvPr/>
        </p:nvSpPr>
        <p:spPr>
          <a:xfrm>
            <a:off x="-815" y="6345866"/>
            <a:ext cx="367177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i="1"/>
              <a:t>Source : Autobiz</a:t>
            </a:r>
          </a:p>
        </p:txBody>
      </p:sp>
      <p:sp>
        <p:nvSpPr>
          <p:cNvPr id="7" name="Espace réservé de la date 1">
            <a:extLst>
              <a:ext uri="{FF2B5EF4-FFF2-40B4-BE49-F238E27FC236}">
                <a16:creationId xmlns:a16="http://schemas.microsoft.com/office/drawing/2014/main" id="{FC4E2665-F576-B6FD-AE4A-03D8C91EDC1E}"/>
              </a:ext>
            </a:extLst>
          </p:cNvPr>
          <p:cNvSpPr txBox="1">
            <a:spLocks/>
          </p:cNvSpPr>
          <p:nvPr/>
        </p:nvSpPr>
        <p:spPr>
          <a:xfrm>
            <a:off x="109538" y="6551038"/>
            <a:ext cx="2743200" cy="365125"/>
          </a:xfrm>
          <a:prstGeom prst="rect">
            <a:avLst/>
          </a:prstGeom>
        </p:spPr>
        <p:txBody>
          <a:bodyPr anchor="ctr" anchorCtr="0"/>
          <a:lstStyle>
            <a:defPPr>
              <a:defRPr lang="fr-FR"/>
            </a:defPPr>
            <a:lvl1pPr marL="0" algn="l" defTabSz="914400" rtl="0" eaLnBrk="1" latinLnBrk="0" hangingPunct="1">
              <a:defRPr sz="1000" kern="1200">
                <a:solidFill>
                  <a:schemeClr val="tx1"/>
                </a:solidFill>
                <a:latin typeface="Aptos Light" panose="020B0004020202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noProof="0"/>
              <a:t>December 2025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B98C72C-00E3-DBC7-F187-C9A1A6C2BBC9}"/>
              </a:ext>
            </a:extLst>
          </p:cNvPr>
          <p:cNvSpPr/>
          <p:nvPr/>
        </p:nvSpPr>
        <p:spPr>
          <a:xfrm>
            <a:off x="9921263" y="1320922"/>
            <a:ext cx="2045118" cy="4921128"/>
          </a:xfrm>
          <a:prstGeom prst="rect">
            <a:avLst/>
          </a:prstGeom>
          <a:solidFill>
            <a:srgbClr val="F3F8FF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3736" indent="-173736" algn="l" rtl="0" eaLnBrk="1" latinLnBrk="0" hangingPunct="1">
              <a:spcAft>
                <a:spcPts val="1200"/>
              </a:spcAft>
              <a:buFont typeface="Arial" panose="020B0604020202020204" pitchFamily="34" charset="0"/>
              <a:buChar char="•"/>
            </a:pPr>
            <a:endParaRPr lang="en-US" sz="1200" dirty="0">
              <a:solidFill>
                <a:srgbClr val="000000"/>
              </a:solidFill>
              <a:effectLst/>
              <a:latin typeface="Calibri" panose="020F0502020204030204" pitchFamily="34" charset="0"/>
            </a:endParaRPr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7718B4B4-0141-3131-9029-F1C2241FECA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8272"/>
          <a:stretch/>
        </p:blipFill>
        <p:spPr>
          <a:xfrm>
            <a:off x="10190875" y="5220323"/>
            <a:ext cx="1505893" cy="63351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F78684FA-90F7-8063-D5E5-E01371234FC4}"/>
              </a:ext>
            </a:extLst>
          </p:cNvPr>
          <p:cNvSpPr/>
          <p:nvPr/>
        </p:nvSpPr>
        <p:spPr>
          <a:xfrm>
            <a:off x="109538" y="1416195"/>
            <a:ext cx="9602083" cy="492722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PH_TBL</a:t>
            </a:r>
          </a:p>
        </p:txBody>
      </p:sp>
      <p:pic>
        <p:nvPicPr>
          <p:cNvPr id="9" name="Image 8">
            <a:extLst>
              <a:ext uri="{FF2B5EF4-FFF2-40B4-BE49-F238E27FC236}">
                <a16:creationId xmlns:a16="http://schemas.microsoft.com/office/drawing/2014/main" id="{B24830AD-AF17-ACB2-3CB9-E782AC78687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184750"/>
            <a:ext cx="862400" cy="862400"/>
          </a:xfrm>
          <a:prstGeom prst="rect">
            <a:avLst/>
          </a:prstGeom>
        </p:spPr>
      </p:pic>
      <p:pic>
        <p:nvPicPr>
          <p:cNvPr id="5" name="Picture 2" descr="Drapeau de l'Espagne — Wikipédia">
            <a:extLst>
              <a:ext uri="{FF2B5EF4-FFF2-40B4-BE49-F238E27FC236}">
                <a16:creationId xmlns:a16="http://schemas.microsoft.com/office/drawing/2014/main" id="{AC09F0C2-1378-DF54-F5C5-1F5117EB7C3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17756" y="250095"/>
            <a:ext cx="1007014" cy="67134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265853740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52839A-8055-EBC6-51A8-FB192F0D39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B932F4A-FD29-02DF-1647-4AF22118C6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8559" y="193896"/>
            <a:ext cx="10515600" cy="594299"/>
          </a:xfrm>
        </p:spPr>
        <p:txBody>
          <a:bodyPr>
            <a:normAutofit/>
          </a:bodyPr>
          <a:lstStyle/>
          <a:p>
            <a:pPr>
              <a:spcBef>
                <a:spcPts val="1000"/>
              </a:spcBef>
            </a:pPr>
            <a:r>
              <a:rPr lang="en-US" b="1">
                <a:ea typeface="+mn-ea"/>
              </a:rPr>
              <a:t>TRAFFICS DEEP DIVE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A71EA667-B99E-FDDE-C6BD-711904EA937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58709" y="738317"/>
            <a:ext cx="12244886" cy="573088"/>
          </a:xfrm>
        </p:spPr>
        <p:txBody>
          <a:bodyPr>
            <a:normAutofit/>
          </a:bodyPr>
          <a:lstStyle/>
          <a:p>
            <a:pPr marL="92075"/>
            <a:r>
              <a:rPr lang="en-US" b="1">
                <a:ea typeface="+mn-ea"/>
              </a:rPr>
              <a:t>Traffic</a:t>
            </a:r>
          </a:p>
          <a:p>
            <a:endParaRPr lang="fr-FR" sz="2400" b="1">
              <a:solidFill>
                <a:srgbClr val="043882"/>
              </a:solidFill>
              <a:latin typeface="Calibri bold" panose="020F0702030404030204" pitchFamily="34" charset="0"/>
              <a:ea typeface="+mn-ea"/>
              <a:cs typeface="Calibri bold" panose="020F0702030404030204" pitchFamily="34" charset="0"/>
            </a:endParaRP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D491108-E4FD-3148-160E-C2A5850C560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6A88250-4A72-4719-B696-DC572B6C1A1F}" type="slidenum">
              <a:rPr kumimoji="0" lang="en-US" sz="10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 Light" panose="020B0004020202020204" pitchFamily="34" charset="0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34</a:t>
            </a:fld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82000"/>
                </a:prstClr>
              </a:solidFill>
              <a:effectLst/>
              <a:uLnTx/>
              <a:uFillTx/>
              <a:latin typeface="Aptos Light" panose="020B0004020202020204" pitchFamily="34" charset="0"/>
              <a:ea typeface="+mn-ea"/>
              <a:cs typeface="+mn-cs"/>
            </a:endParaRPr>
          </a:p>
        </p:txBody>
      </p:sp>
      <p:sp>
        <p:nvSpPr>
          <p:cNvPr id="4" name="ZoneTexte 2">
            <a:extLst>
              <a:ext uri="{FF2B5EF4-FFF2-40B4-BE49-F238E27FC236}">
                <a16:creationId xmlns:a16="http://schemas.microsoft.com/office/drawing/2014/main" id="{32FE2BAF-C7B5-C52B-FCFF-961B3179B075}"/>
              </a:ext>
            </a:extLst>
          </p:cNvPr>
          <p:cNvSpPr txBox="1"/>
          <p:nvPr/>
        </p:nvSpPr>
        <p:spPr>
          <a:xfrm>
            <a:off x="0" y="6340233"/>
            <a:ext cx="367177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i="1"/>
              <a:t>Source : GA4/</a:t>
            </a:r>
            <a:r>
              <a:rPr lang="fr-FR" sz="1200" i="1" err="1"/>
              <a:t>Autobiz</a:t>
            </a:r>
            <a:endParaRPr lang="fr-FR" sz="1200" i="1"/>
          </a:p>
        </p:txBody>
      </p:sp>
      <p:sp>
        <p:nvSpPr>
          <p:cNvPr id="9" name="Espace réservé de la date 1">
            <a:extLst>
              <a:ext uri="{FF2B5EF4-FFF2-40B4-BE49-F238E27FC236}">
                <a16:creationId xmlns:a16="http://schemas.microsoft.com/office/drawing/2014/main" id="{70C9ACB6-7BD4-666B-108F-C3DC6E198E99}"/>
              </a:ext>
            </a:extLst>
          </p:cNvPr>
          <p:cNvSpPr txBox="1">
            <a:spLocks/>
          </p:cNvSpPr>
          <p:nvPr/>
        </p:nvSpPr>
        <p:spPr>
          <a:xfrm>
            <a:off x="109538" y="6551038"/>
            <a:ext cx="2743200" cy="365125"/>
          </a:xfrm>
          <a:prstGeom prst="rect">
            <a:avLst/>
          </a:prstGeom>
        </p:spPr>
        <p:txBody>
          <a:bodyPr anchor="ctr" anchorCtr="0"/>
          <a:lstStyle>
            <a:defPPr>
              <a:defRPr lang="fr-FR"/>
            </a:defPPr>
            <a:lvl1pPr marL="0" algn="l" defTabSz="914400" rtl="0" eaLnBrk="1" latinLnBrk="0" hangingPunct="1">
              <a:defRPr sz="1000" kern="1200">
                <a:solidFill>
                  <a:schemeClr val="tx1"/>
                </a:solidFill>
                <a:latin typeface="Aptos Light" panose="020B0004020202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noProof="0"/>
              <a:t>December 2025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3458790-68FC-E13D-A949-5563FADE3A55}"/>
              </a:ext>
            </a:extLst>
          </p:cNvPr>
          <p:cNvSpPr/>
          <p:nvPr/>
        </p:nvSpPr>
        <p:spPr>
          <a:xfrm>
            <a:off x="10026073" y="1432414"/>
            <a:ext cx="2045118" cy="4794774"/>
          </a:xfrm>
          <a:prstGeom prst="rect">
            <a:avLst/>
          </a:prstGeom>
          <a:solidFill>
            <a:srgbClr val="F3F8FF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fr-FR" sz="1200" dirty="0">
              <a:solidFill>
                <a:schemeClr val="tx1"/>
              </a:solidFill>
              <a:latin typeface="Calibri"/>
              <a:cs typeface="Calibri"/>
            </a:endParaRPr>
          </a:p>
        </p:txBody>
      </p:sp>
      <p:pic>
        <p:nvPicPr>
          <p:cNvPr id="20" name="Image 19">
            <a:extLst>
              <a:ext uri="{FF2B5EF4-FFF2-40B4-BE49-F238E27FC236}">
                <a16:creationId xmlns:a16="http://schemas.microsoft.com/office/drawing/2014/main" id="{32D2E3D4-EB9B-A3EF-3DBC-528DE1A277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71854" y="615950"/>
            <a:ext cx="2172690" cy="2115363"/>
          </a:xfrm>
          <a:prstGeom prst="rect">
            <a:avLst/>
          </a:prstGeom>
        </p:spPr>
      </p:pic>
      <p:pic>
        <p:nvPicPr>
          <p:cNvPr id="25" name="Image 24">
            <a:extLst>
              <a:ext uri="{FF2B5EF4-FFF2-40B4-BE49-F238E27FC236}">
                <a16:creationId xmlns:a16="http://schemas.microsoft.com/office/drawing/2014/main" id="{888BD6BF-1518-FB24-B91F-6F10389CD0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527736" y="3494184"/>
            <a:ext cx="3616808" cy="2374110"/>
          </a:xfrm>
          <a:prstGeom prst="rect">
            <a:avLst/>
          </a:prstGeom>
        </p:spPr>
      </p:pic>
      <p:pic>
        <p:nvPicPr>
          <p:cNvPr id="29" name="Image 28" descr="Une image contenant texte, capture d’écran, Police, nombre&#10;&#10;Le contenu généré par l’IA peut être incorrect.">
            <a:extLst>
              <a:ext uri="{FF2B5EF4-FFF2-40B4-BE49-F238E27FC236}">
                <a16:creationId xmlns:a16="http://schemas.microsoft.com/office/drawing/2014/main" id="{521DC346-2997-FC24-07FF-10F1856230F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301044" y="6916163"/>
            <a:ext cx="6382641" cy="3829584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28FCEE22-E5D5-A612-5D2C-B208A9821CEA}"/>
              </a:ext>
            </a:extLst>
          </p:cNvPr>
          <p:cNvSpPr/>
          <p:nvPr/>
        </p:nvSpPr>
        <p:spPr>
          <a:xfrm>
            <a:off x="438365" y="1332616"/>
            <a:ext cx="9452083" cy="490428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PH_LKR_1</a:t>
            </a:r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1E3EFA49-C2D1-7868-98D7-434CB583165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31972" y="156478"/>
            <a:ext cx="746016" cy="746016"/>
          </a:xfrm>
          <a:prstGeom prst="rect">
            <a:avLst/>
          </a:prstGeom>
        </p:spPr>
      </p:pic>
      <p:pic>
        <p:nvPicPr>
          <p:cNvPr id="5" name="Picture 2" descr="Drapeau de l'Espagne — Wikipédia">
            <a:extLst>
              <a:ext uri="{FF2B5EF4-FFF2-40B4-BE49-F238E27FC236}">
                <a16:creationId xmlns:a16="http://schemas.microsoft.com/office/drawing/2014/main" id="{A240AB0C-23C7-B083-DC10-8D7B0D963D5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17756" y="250095"/>
            <a:ext cx="1007014" cy="67134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23063213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3B5BCB-FCB1-5878-5F05-C97F136272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5AADD59-25A0-985F-92CF-C2EB06E843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8763" y="155449"/>
            <a:ext cx="10515600" cy="594299"/>
          </a:xfrm>
        </p:spPr>
        <p:txBody>
          <a:bodyPr>
            <a:normAutofit/>
          </a:bodyPr>
          <a:lstStyle/>
          <a:p>
            <a:pPr>
              <a:spcBef>
                <a:spcPts val="1000"/>
              </a:spcBef>
            </a:pPr>
            <a:r>
              <a:rPr lang="en-US" b="1">
                <a:ea typeface="+mn-ea"/>
              </a:rPr>
              <a:t>LEAD DEEP DIVE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B1A720F3-3917-CE57-1155-737B3F015B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11621" y="614795"/>
            <a:ext cx="12244886" cy="573088"/>
          </a:xfrm>
        </p:spPr>
        <p:txBody>
          <a:bodyPr>
            <a:normAutofit/>
          </a:bodyPr>
          <a:lstStyle/>
          <a:p>
            <a:pPr marL="92075"/>
            <a:r>
              <a:rPr lang="en-US" b="1">
                <a:ea typeface="+mn-ea"/>
              </a:rPr>
              <a:t>By acquisition channel</a:t>
            </a:r>
          </a:p>
          <a:p>
            <a:endParaRPr lang="fr-FR" sz="2400" b="1">
              <a:solidFill>
                <a:srgbClr val="043882"/>
              </a:solidFill>
              <a:latin typeface="Calibri bold" panose="020F0702030404030204" pitchFamily="34" charset="0"/>
              <a:ea typeface="+mn-ea"/>
              <a:cs typeface="Calibri bold" panose="020F0702030404030204" pitchFamily="34" charset="0"/>
            </a:endParaRP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A388C700-177B-318D-B6D2-D9FA845F141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6A88250-4A72-4719-B696-DC572B6C1A1F}" type="slidenum">
              <a:rPr kumimoji="0" lang="en-US" sz="10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 Light" panose="020B0004020202020204" pitchFamily="34" charset="0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35</a:t>
            </a:fld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82000"/>
                </a:prstClr>
              </a:solidFill>
              <a:effectLst/>
              <a:uLnTx/>
              <a:uFillTx/>
              <a:latin typeface="Aptos Light" panose="020B0004020202020204" pitchFamily="34" charset="0"/>
              <a:ea typeface="+mn-ea"/>
              <a:cs typeface="+mn-cs"/>
            </a:endParaRPr>
          </a:p>
        </p:txBody>
      </p:sp>
      <p:sp>
        <p:nvSpPr>
          <p:cNvPr id="4" name="ZoneTexte 2">
            <a:extLst>
              <a:ext uri="{FF2B5EF4-FFF2-40B4-BE49-F238E27FC236}">
                <a16:creationId xmlns:a16="http://schemas.microsoft.com/office/drawing/2014/main" id="{720871B5-850E-132A-A869-74358C43CE4A}"/>
              </a:ext>
            </a:extLst>
          </p:cNvPr>
          <p:cNvSpPr txBox="1"/>
          <p:nvPr/>
        </p:nvSpPr>
        <p:spPr>
          <a:xfrm>
            <a:off x="-815" y="6345866"/>
            <a:ext cx="367177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i="1"/>
              <a:t>Source : Autobiz</a:t>
            </a:r>
          </a:p>
        </p:txBody>
      </p:sp>
      <p:sp>
        <p:nvSpPr>
          <p:cNvPr id="7" name="Espace réservé de la date 1">
            <a:extLst>
              <a:ext uri="{FF2B5EF4-FFF2-40B4-BE49-F238E27FC236}">
                <a16:creationId xmlns:a16="http://schemas.microsoft.com/office/drawing/2014/main" id="{5DA82832-273F-77E5-6201-880DB0D3BD75}"/>
              </a:ext>
            </a:extLst>
          </p:cNvPr>
          <p:cNvSpPr txBox="1">
            <a:spLocks/>
          </p:cNvSpPr>
          <p:nvPr/>
        </p:nvSpPr>
        <p:spPr>
          <a:xfrm>
            <a:off x="109538" y="6551038"/>
            <a:ext cx="2743200" cy="365125"/>
          </a:xfrm>
          <a:prstGeom prst="rect">
            <a:avLst/>
          </a:prstGeom>
        </p:spPr>
        <p:txBody>
          <a:bodyPr anchor="ctr" anchorCtr="0"/>
          <a:lstStyle>
            <a:defPPr>
              <a:defRPr lang="fr-FR"/>
            </a:defPPr>
            <a:lvl1pPr marL="0" algn="l" defTabSz="914400" rtl="0" eaLnBrk="1" latinLnBrk="0" hangingPunct="1">
              <a:defRPr sz="1000" kern="1200">
                <a:solidFill>
                  <a:schemeClr val="tx1"/>
                </a:solidFill>
                <a:latin typeface="Aptos Light" panose="020B0004020202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noProof="0"/>
              <a:t>December 2025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44727E2-4BA0-5259-6953-C1365AD2567B}"/>
              </a:ext>
            </a:extLst>
          </p:cNvPr>
          <p:cNvSpPr/>
          <p:nvPr/>
        </p:nvSpPr>
        <p:spPr>
          <a:xfrm>
            <a:off x="10026073" y="1451464"/>
            <a:ext cx="2045118" cy="4794774"/>
          </a:xfrm>
          <a:prstGeom prst="rect">
            <a:avLst/>
          </a:prstGeom>
          <a:solidFill>
            <a:srgbClr val="F3F8FF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3736" indent="-173736" algn="l" rtl="0" eaLnBrk="1" latinLnBrk="0" hangingPunct="1">
              <a:spcAft>
                <a:spcPts val="1200"/>
              </a:spcAft>
              <a:buFont typeface="Arial" panose="020B0604020202020204" pitchFamily="34" charset="0"/>
              <a:buChar char="•"/>
            </a:pPr>
            <a:endParaRPr lang="en-US" sz="1200" dirty="0">
              <a:solidFill>
                <a:srgbClr val="000000"/>
              </a:solidFill>
              <a:effectLst/>
              <a:latin typeface="Calibri" panose="020F0502020204030204" pitchFamily="34" charset="0"/>
            </a:endParaRPr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85703869-FA9C-96B4-C9DC-7AE5748AE88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8272"/>
          <a:stretch/>
        </p:blipFill>
        <p:spPr>
          <a:xfrm>
            <a:off x="10237167" y="5337443"/>
            <a:ext cx="1505893" cy="63351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4526716A-511E-6ECC-0A2B-3C4F61655C57}"/>
              </a:ext>
            </a:extLst>
          </p:cNvPr>
          <p:cNvSpPr/>
          <p:nvPr/>
        </p:nvSpPr>
        <p:spPr>
          <a:xfrm>
            <a:off x="109538" y="1376819"/>
            <a:ext cx="9788227" cy="491662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PH_TBL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D8F6BFFA-0EDD-98BB-F965-12B78310998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31972" y="156478"/>
            <a:ext cx="746016" cy="746016"/>
          </a:xfrm>
          <a:prstGeom prst="rect">
            <a:avLst/>
          </a:prstGeom>
        </p:spPr>
      </p:pic>
      <p:pic>
        <p:nvPicPr>
          <p:cNvPr id="9" name="Picture 2" descr="Drapeau de l'Espagne — Wikipédia">
            <a:extLst>
              <a:ext uri="{FF2B5EF4-FFF2-40B4-BE49-F238E27FC236}">
                <a16:creationId xmlns:a16="http://schemas.microsoft.com/office/drawing/2014/main" id="{36C90460-AFEE-E05E-3E1D-232FEBFF33C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17756" y="250095"/>
            <a:ext cx="1007014" cy="67134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26518999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49A8EE-7927-9E19-B24A-F2FC6ABEE5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378E29B-BAD9-B7F0-C3F1-2ADA7B10E2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8709" y="171472"/>
            <a:ext cx="10515600" cy="594299"/>
          </a:xfrm>
        </p:spPr>
        <p:txBody>
          <a:bodyPr>
            <a:normAutofit/>
          </a:bodyPr>
          <a:lstStyle/>
          <a:p>
            <a:pPr>
              <a:spcBef>
                <a:spcPts val="1000"/>
              </a:spcBef>
            </a:pPr>
            <a:r>
              <a:rPr lang="en-US" b="1">
                <a:ea typeface="+mn-ea"/>
              </a:rPr>
              <a:t>LEAD DEEP DIVE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B2B50F21-03C4-A8AD-84C6-99151E176D1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11621" y="638738"/>
            <a:ext cx="12244886" cy="573088"/>
          </a:xfrm>
        </p:spPr>
        <p:txBody>
          <a:bodyPr>
            <a:normAutofit/>
          </a:bodyPr>
          <a:lstStyle/>
          <a:p>
            <a:pPr marL="92075"/>
            <a:r>
              <a:rPr lang="en-US" b="1">
                <a:ea typeface="+mn-ea"/>
              </a:rPr>
              <a:t>By main website CTA</a:t>
            </a:r>
          </a:p>
          <a:p>
            <a:endParaRPr lang="fr-FR" sz="2400" b="1">
              <a:solidFill>
                <a:srgbClr val="043882"/>
              </a:solidFill>
              <a:latin typeface="Calibri bold" panose="020F0702030404030204" pitchFamily="34" charset="0"/>
              <a:ea typeface="+mn-ea"/>
              <a:cs typeface="Calibri bold" panose="020F0702030404030204" pitchFamily="34" charset="0"/>
            </a:endParaRP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6A8A1ED-302F-233A-2100-EDF7EBB9EC8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6A88250-4A72-4719-B696-DC572B6C1A1F}" type="slidenum">
              <a:rPr kumimoji="0" lang="en-US" sz="10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 Light" panose="020B0004020202020204" pitchFamily="34" charset="0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36</a:t>
            </a:fld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82000"/>
                </a:prstClr>
              </a:solidFill>
              <a:effectLst/>
              <a:uLnTx/>
              <a:uFillTx/>
              <a:latin typeface="Aptos Light" panose="020B0004020202020204" pitchFamily="34" charset="0"/>
              <a:ea typeface="+mn-ea"/>
              <a:cs typeface="+mn-cs"/>
            </a:endParaRPr>
          </a:p>
        </p:txBody>
      </p:sp>
      <p:sp>
        <p:nvSpPr>
          <p:cNvPr id="4" name="ZoneTexte 2">
            <a:extLst>
              <a:ext uri="{FF2B5EF4-FFF2-40B4-BE49-F238E27FC236}">
                <a16:creationId xmlns:a16="http://schemas.microsoft.com/office/drawing/2014/main" id="{0093B12B-89E8-0C58-6FA3-6DDBFBC25563}"/>
              </a:ext>
            </a:extLst>
          </p:cNvPr>
          <p:cNvSpPr txBox="1"/>
          <p:nvPr/>
        </p:nvSpPr>
        <p:spPr>
          <a:xfrm>
            <a:off x="-815" y="6345866"/>
            <a:ext cx="367177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i="1"/>
              <a:t>Source : Autobiz</a:t>
            </a:r>
          </a:p>
        </p:txBody>
      </p:sp>
      <p:sp>
        <p:nvSpPr>
          <p:cNvPr id="7" name="Espace réservé de la date 1">
            <a:extLst>
              <a:ext uri="{FF2B5EF4-FFF2-40B4-BE49-F238E27FC236}">
                <a16:creationId xmlns:a16="http://schemas.microsoft.com/office/drawing/2014/main" id="{C77A139B-9D01-92E7-B3AC-BDDAC8E9090D}"/>
              </a:ext>
            </a:extLst>
          </p:cNvPr>
          <p:cNvSpPr txBox="1">
            <a:spLocks/>
          </p:cNvSpPr>
          <p:nvPr/>
        </p:nvSpPr>
        <p:spPr>
          <a:xfrm>
            <a:off x="109538" y="6551038"/>
            <a:ext cx="2743200" cy="365125"/>
          </a:xfrm>
          <a:prstGeom prst="rect">
            <a:avLst/>
          </a:prstGeom>
        </p:spPr>
        <p:txBody>
          <a:bodyPr anchor="ctr" anchorCtr="0"/>
          <a:lstStyle>
            <a:defPPr>
              <a:defRPr lang="fr-FR"/>
            </a:defPPr>
            <a:lvl1pPr marL="0" algn="l" defTabSz="914400" rtl="0" eaLnBrk="1" latinLnBrk="0" hangingPunct="1">
              <a:defRPr sz="1000" kern="1200">
                <a:solidFill>
                  <a:schemeClr val="tx1"/>
                </a:solidFill>
                <a:latin typeface="Aptos Light" panose="020B0004020202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noProof="0"/>
              <a:t>December 2025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6032E20-F1F7-705F-7C89-DCF786A5E6C5}"/>
              </a:ext>
            </a:extLst>
          </p:cNvPr>
          <p:cNvSpPr/>
          <p:nvPr/>
        </p:nvSpPr>
        <p:spPr>
          <a:xfrm>
            <a:off x="9921263" y="1320922"/>
            <a:ext cx="2045118" cy="4921128"/>
          </a:xfrm>
          <a:prstGeom prst="rect">
            <a:avLst/>
          </a:prstGeom>
          <a:solidFill>
            <a:srgbClr val="F3F8FF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3736" indent="-173736" algn="l" rtl="0" eaLnBrk="1" latinLnBrk="0" hangingPunct="1">
              <a:spcAft>
                <a:spcPts val="1200"/>
              </a:spcAft>
              <a:buFont typeface="Arial" panose="020B0604020202020204" pitchFamily="34" charset="0"/>
              <a:buChar char="•"/>
            </a:pPr>
            <a:endParaRPr lang="en-US" sz="1200" dirty="0">
              <a:solidFill>
                <a:srgbClr val="000000"/>
              </a:solidFill>
              <a:effectLst/>
              <a:latin typeface="Calibri" panose="020F0502020204030204" pitchFamily="34" charset="0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C72611C-3C7B-AE02-5288-61C6590CDD36}"/>
              </a:ext>
            </a:extLst>
          </p:cNvPr>
          <p:cNvSpPr/>
          <p:nvPr/>
        </p:nvSpPr>
        <p:spPr>
          <a:xfrm>
            <a:off x="2239033" y="3992136"/>
            <a:ext cx="1431925" cy="1791699"/>
          </a:xfrm>
          <a:prstGeom prst="rect">
            <a:avLst/>
          </a:prstGeom>
          <a:noFill/>
          <a:ln w="28575"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E64B9C3-DC66-5B2B-3766-41CDAF4539E5}"/>
              </a:ext>
            </a:extLst>
          </p:cNvPr>
          <p:cNvSpPr/>
          <p:nvPr/>
        </p:nvSpPr>
        <p:spPr>
          <a:xfrm>
            <a:off x="5516509" y="2053650"/>
            <a:ext cx="1505893" cy="1077218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fr-FR" sz="1600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highlight>
                  <a:srgbClr val="FFFF00"/>
                </a:highlight>
              </a:rPr>
              <a:t>Display the </a:t>
            </a:r>
            <a:r>
              <a:rPr lang="fr-FR" sz="1600" err="1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highlight>
                  <a:srgbClr val="FFFF00"/>
                </a:highlight>
              </a:rPr>
              <a:t>different</a:t>
            </a:r>
            <a:r>
              <a:rPr lang="fr-FR" sz="1600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highlight>
                  <a:srgbClr val="FFFF00"/>
                </a:highlight>
              </a:rPr>
              <a:t> CTA </a:t>
            </a:r>
            <a:r>
              <a:rPr lang="fr-FR" sz="1600" err="1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highlight>
                  <a:srgbClr val="FFFF00"/>
                </a:highlight>
              </a:rPr>
              <a:t>related</a:t>
            </a:r>
            <a:r>
              <a:rPr lang="fr-FR" sz="1600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highlight>
                  <a:srgbClr val="FFFF00"/>
                </a:highlight>
              </a:rPr>
              <a:t> to main </a:t>
            </a:r>
            <a:r>
              <a:rPr lang="fr-FR" sz="1600" err="1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highlight>
                  <a:srgbClr val="FFFF00"/>
                </a:highlight>
              </a:rPr>
              <a:t>website</a:t>
            </a:r>
            <a:r>
              <a:rPr lang="fr-FR" sz="1600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highlight>
                  <a:srgbClr val="FFFF00"/>
                </a:highlight>
              </a:rPr>
              <a:t> source</a:t>
            </a:r>
          </a:p>
        </p:txBody>
      </p:sp>
      <p:pic>
        <p:nvPicPr>
          <p:cNvPr id="12" name="Image 11">
            <a:extLst>
              <a:ext uri="{FF2B5EF4-FFF2-40B4-BE49-F238E27FC236}">
                <a16:creationId xmlns:a16="http://schemas.microsoft.com/office/drawing/2014/main" id="{DA55D57A-A65F-8A52-F736-7751ED49CEB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8272"/>
          <a:stretch/>
        </p:blipFill>
        <p:spPr>
          <a:xfrm>
            <a:off x="10190875" y="5423616"/>
            <a:ext cx="1505893" cy="633510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143B24B9-2FFE-3C4C-FFFB-86C30039170A}"/>
              </a:ext>
            </a:extLst>
          </p:cNvPr>
          <p:cNvSpPr/>
          <p:nvPr/>
        </p:nvSpPr>
        <p:spPr>
          <a:xfrm>
            <a:off x="188914" y="1211826"/>
            <a:ext cx="9304792" cy="505767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PH_TBL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C9906DFF-326E-2472-871B-0D64CEDA9FE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31972" y="156478"/>
            <a:ext cx="746016" cy="746016"/>
          </a:xfrm>
          <a:prstGeom prst="rect">
            <a:avLst/>
          </a:prstGeom>
        </p:spPr>
      </p:pic>
      <p:pic>
        <p:nvPicPr>
          <p:cNvPr id="9" name="Picture 2" descr="Drapeau de l'Espagne — Wikipédia">
            <a:extLst>
              <a:ext uri="{FF2B5EF4-FFF2-40B4-BE49-F238E27FC236}">
                <a16:creationId xmlns:a16="http://schemas.microsoft.com/office/drawing/2014/main" id="{B9DA13BD-43FD-141E-DF49-9A15802ACAB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17756" y="250095"/>
            <a:ext cx="1007014" cy="67134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44787036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00275A-ECFD-1613-E1A7-9EF8D13354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5DEECBB-F102-D332-A98F-8E4921BFBD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817" y="183190"/>
            <a:ext cx="10515600" cy="594299"/>
          </a:xfrm>
        </p:spPr>
        <p:txBody>
          <a:bodyPr>
            <a:normAutofit/>
          </a:bodyPr>
          <a:lstStyle/>
          <a:p>
            <a:pPr>
              <a:spcBef>
                <a:spcPts val="1000"/>
              </a:spcBef>
            </a:pPr>
            <a:r>
              <a:rPr lang="en-US" b="1">
                <a:ea typeface="+mn-ea"/>
              </a:rPr>
              <a:t>LEAD DEEP DIVE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7C915853-30E9-689E-3F5C-EF20C6566CB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58763" y="615950"/>
            <a:ext cx="12244886" cy="573088"/>
          </a:xfrm>
        </p:spPr>
        <p:txBody>
          <a:bodyPr>
            <a:normAutofit/>
          </a:bodyPr>
          <a:lstStyle/>
          <a:p>
            <a:pPr marL="92075"/>
            <a:r>
              <a:rPr lang="en-US" b="1">
                <a:ea typeface="+mn-ea"/>
              </a:rPr>
              <a:t>By marketing code</a:t>
            </a:r>
          </a:p>
          <a:p>
            <a:endParaRPr lang="fr-FR" sz="2400" b="1">
              <a:solidFill>
                <a:srgbClr val="043882"/>
              </a:solidFill>
              <a:latin typeface="Calibri bold" panose="020F0702030404030204" pitchFamily="34" charset="0"/>
              <a:ea typeface="+mn-ea"/>
              <a:cs typeface="Calibri bold" panose="020F0702030404030204" pitchFamily="34" charset="0"/>
            </a:endParaRP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379CE67B-6B79-1BBC-658D-BB375F1A062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6A88250-4A72-4719-B696-DC572B6C1A1F}" type="slidenum">
              <a:rPr kumimoji="0" lang="en-US" sz="10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 Light" panose="020B0004020202020204" pitchFamily="34" charset="0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37</a:t>
            </a:fld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82000"/>
                </a:prstClr>
              </a:solidFill>
              <a:effectLst/>
              <a:uLnTx/>
              <a:uFillTx/>
              <a:latin typeface="Aptos Light" panose="020B0004020202020204" pitchFamily="34" charset="0"/>
              <a:ea typeface="+mn-ea"/>
              <a:cs typeface="+mn-cs"/>
            </a:endParaRPr>
          </a:p>
        </p:txBody>
      </p:sp>
      <p:sp>
        <p:nvSpPr>
          <p:cNvPr id="4" name="ZoneTexte 2">
            <a:extLst>
              <a:ext uri="{FF2B5EF4-FFF2-40B4-BE49-F238E27FC236}">
                <a16:creationId xmlns:a16="http://schemas.microsoft.com/office/drawing/2014/main" id="{AE96DB5B-6D93-363C-74FE-B445480E66B6}"/>
              </a:ext>
            </a:extLst>
          </p:cNvPr>
          <p:cNvSpPr txBox="1"/>
          <p:nvPr/>
        </p:nvSpPr>
        <p:spPr>
          <a:xfrm>
            <a:off x="-815" y="6345866"/>
            <a:ext cx="367177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i="1"/>
              <a:t>Source : Autobiz</a:t>
            </a:r>
          </a:p>
        </p:txBody>
      </p:sp>
      <p:sp>
        <p:nvSpPr>
          <p:cNvPr id="7" name="Espace réservé de la date 1">
            <a:extLst>
              <a:ext uri="{FF2B5EF4-FFF2-40B4-BE49-F238E27FC236}">
                <a16:creationId xmlns:a16="http://schemas.microsoft.com/office/drawing/2014/main" id="{B18FD210-8860-5016-E81E-5AA11337469A}"/>
              </a:ext>
            </a:extLst>
          </p:cNvPr>
          <p:cNvSpPr txBox="1">
            <a:spLocks/>
          </p:cNvSpPr>
          <p:nvPr/>
        </p:nvSpPr>
        <p:spPr>
          <a:xfrm>
            <a:off x="109538" y="6551038"/>
            <a:ext cx="2743200" cy="365125"/>
          </a:xfrm>
          <a:prstGeom prst="rect">
            <a:avLst/>
          </a:prstGeom>
        </p:spPr>
        <p:txBody>
          <a:bodyPr anchor="ctr" anchorCtr="0"/>
          <a:lstStyle>
            <a:defPPr>
              <a:defRPr lang="fr-FR"/>
            </a:defPPr>
            <a:lvl1pPr marL="0" algn="l" defTabSz="914400" rtl="0" eaLnBrk="1" latinLnBrk="0" hangingPunct="1">
              <a:defRPr sz="1000" kern="1200">
                <a:solidFill>
                  <a:schemeClr val="tx1"/>
                </a:solidFill>
                <a:latin typeface="Aptos Light" panose="020B0004020202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noProof="0"/>
              <a:t>December 2025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EA1E77F6-5D85-DD50-0F22-6D6D8EEEC8A5}"/>
              </a:ext>
            </a:extLst>
          </p:cNvPr>
          <p:cNvSpPr/>
          <p:nvPr/>
        </p:nvSpPr>
        <p:spPr>
          <a:xfrm>
            <a:off x="9921263" y="1320922"/>
            <a:ext cx="2045118" cy="4921128"/>
          </a:xfrm>
          <a:prstGeom prst="rect">
            <a:avLst/>
          </a:prstGeom>
          <a:solidFill>
            <a:srgbClr val="F3F8FF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3736" indent="-173736" algn="l" rtl="0" eaLnBrk="1" latinLnBrk="0" hangingPunct="1">
              <a:spcAft>
                <a:spcPts val="1200"/>
              </a:spcAft>
              <a:buFont typeface="Arial" panose="020B0604020202020204" pitchFamily="34" charset="0"/>
              <a:buChar char="•"/>
            </a:pPr>
            <a:endParaRPr lang="en-US" sz="1200" dirty="0">
              <a:solidFill>
                <a:srgbClr val="000000"/>
              </a:solidFill>
              <a:effectLst/>
              <a:latin typeface="Calibri" panose="020F0502020204030204" pitchFamily="34" charset="0"/>
            </a:endParaRPr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19798AF0-34FD-B8AF-BA0C-3EA492D72EB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8272"/>
          <a:stretch/>
        </p:blipFill>
        <p:spPr>
          <a:xfrm>
            <a:off x="10190875" y="5220323"/>
            <a:ext cx="1505893" cy="63351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56D15090-F90B-7805-AFCA-B9A36C5FF128}"/>
              </a:ext>
            </a:extLst>
          </p:cNvPr>
          <p:cNvSpPr/>
          <p:nvPr/>
        </p:nvSpPr>
        <p:spPr>
          <a:xfrm>
            <a:off x="109538" y="1416195"/>
            <a:ext cx="9602083" cy="492722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PH_TBL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827A5BC0-5173-8595-2899-93C5A6FD3E3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31972" y="156478"/>
            <a:ext cx="746016" cy="746016"/>
          </a:xfrm>
          <a:prstGeom prst="rect">
            <a:avLst/>
          </a:prstGeom>
        </p:spPr>
      </p:pic>
      <p:pic>
        <p:nvPicPr>
          <p:cNvPr id="9" name="Picture 2" descr="Drapeau de l'Espagne — Wikipédia">
            <a:extLst>
              <a:ext uri="{FF2B5EF4-FFF2-40B4-BE49-F238E27FC236}">
                <a16:creationId xmlns:a16="http://schemas.microsoft.com/office/drawing/2014/main" id="{A85DAC0E-A920-D164-3B3A-16518ACD13A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17756" y="250095"/>
            <a:ext cx="1007014" cy="67134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14886952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FDFC70-DECC-5CA0-71E9-9EF21D8767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EE22A6B-6C66-F146-0C0B-714C6BB63B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8559" y="193896"/>
            <a:ext cx="10515600" cy="594299"/>
          </a:xfrm>
        </p:spPr>
        <p:txBody>
          <a:bodyPr>
            <a:normAutofit/>
          </a:bodyPr>
          <a:lstStyle/>
          <a:p>
            <a:pPr>
              <a:spcBef>
                <a:spcPts val="1000"/>
              </a:spcBef>
            </a:pPr>
            <a:r>
              <a:rPr lang="en-US" b="1">
                <a:ea typeface="+mn-ea"/>
              </a:rPr>
              <a:t>TRAFFICS DEEP DIVE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ED1CA417-2EDA-9F49-187F-2B927246CD2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58709" y="738317"/>
            <a:ext cx="12244886" cy="573088"/>
          </a:xfrm>
        </p:spPr>
        <p:txBody>
          <a:bodyPr>
            <a:normAutofit/>
          </a:bodyPr>
          <a:lstStyle/>
          <a:p>
            <a:pPr marL="92075"/>
            <a:r>
              <a:rPr lang="en-US" b="1">
                <a:ea typeface="+mn-ea"/>
              </a:rPr>
              <a:t>Traffic</a:t>
            </a:r>
          </a:p>
          <a:p>
            <a:endParaRPr lang="fr-FR" sz="2400" b="1">
              <a:solidFill>
                <a:srgbClr val="043882"/>
              </a:solidFill>
              <a:latin typeface="Calibri bold" panose="020F0702030404030204" pitchFamily="34" charset="0"/>
              <a:ea typeface="+mn-ea"/>
              <a:cs typeface="Calibri bold" panose="020F0702030404030204" pitchFamily="34" charset="0"/>
            </a:endParaRP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80C9294D-4BF7-ABAD-8F4B-474D479B5DF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6A88250-4A72-4719-B696-DC572B6C1A1F}" type="slidenum">
              <a:rPr kumimoji="0" lang="en-US" sz="10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 Light" panose="020B0004020202020204" pitchFamily="34" charset="0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38</a:t>
            </a:fld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82000"/>
                </a:prstClr>
              </a:solidFill>
              <a:effectLst/>
              <a:uLnTx/>
              <a:uFillTx/>
              <a:latin typeface="Aptos Light" panose="020B0004020202020204" pitchFamily="34" charset="0"/>
              <a:ea typeface="+mn-ea"/>
              <a:cs typeface="+mn-cs"/>
            </a:endParaRPr>
          </a:p>
        </p:txBody>
      </p:sp>
      <p:sp>
        <p:nvSpPr>
          <p:cNvPr id="4" name="ZoneTexte 2">
            <a:extLst>
              <a:ext uri="{FF2B5EF4-FFF2-40B4-BE49-F238E27FC236}">
                <a16:creationId xmlns:a16="http://schemas.microsoft.com/office/drawing/2014/main" id="{9DFF0090-3E37-6FF9-3BEB-4B092E25E731}"/>
              </a:ext>
            </a:extLst>
          </p:cNvPr>
          <p:cNvSpPr txBox="1"/>
          <p:nvPr/>
        </p:nvSpPr>
        <p:spPr>
          <a:xfrm>
            <a:off x="0" y="6340233"/>
            <a:ext cx="367177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i="1"/>
              <a:t>Source : GA4/</a:t>
            </a:r>
            <a:r>
              <a:rPr lang="fr-FR" sz="1200" i="1" err="1"/>
              <a:t>Autobiz</a:t>
            </a:r>
            <a:endParaRPr lang="fr-FR" sz="1200" i="1"/>
          </a:p>
        </p:txBody>
      </p:sp>
      <p:sp>
        <p:nvSpPr>
          <p:cNvPr id="9" name="Espace réservé de la date 1">
            <a:extLst>
              <a:ext uri="{FF2B5EF4-FFF2-40B4-BE49-F238E27FC236}">
                <a16:creationId xmlns:a16="http://schemas.microsoft.com/office/drawing/2014/main" id="{4731DE60-717B-3969-6EAD-E34B96B794D4}"/>
              </a:ext>
            </a:extLst>
          </p:cNvPr>
          <p:cNvSpPr txBox="1">
            <a:spLocks/>
          </p:cNvSpPr>
          <p:nvPr/>
        </p:nvSpPr>
        <p:spPr>
          <a:xfrm>
            <a:off x="109538" y="6551038"/>
            <a:ext cx="2743200" cy="365125"/>
          </a:xfrm>
          <a:prstGeom prst="rect">
            <a:avLst/>
          </a:prstGeom>
        </p:spPr>
        <p:txBody>
          <a:bodyPr anchor="ctr" anchorCtr="0"/>
          <a:lstStyle>
            <a:defPPr>
              <a:defRPr lang="fr-FR"/>
            </a:defPPr>
            <a:lvl1pPr marL="0" algn="l" defTabSz="914400" rtl="0" eaLnBrk="1" latinLnBrk="0" hangingPunct="1">
              <a:defRPr sz="1000" kern="1200">
                <a:solidFill>
                  <a:schemeClr val="tx1"/>
                </a:solidFill>
                <a:latin typeface="Aptos Light" panose="020B0004020202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noProof="0"/>
              <a:t>December 2025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EF45C58-28BD-8FCF-B69A-AADE56FDA913}"/>
              </a:ext>
            </a:extLst>
          </p:cNvPr>
          <p:cNvSpPr/>
          <p:nvPr/>
        </p:nvSpPr>
        <p:spPr>
          <a:xfrm>
            <a:off x="10026073" y="1432414"/>
            <a:ext cx="2045118" cy="4794774"/>
          </a:xfrm>
          <a:prstGeom prst="rect">
            <a:avLst/>
          </a:prstGeom>
          <a:solidFill>
            <a:srgbClr val="F3F8FF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fr-FR" sz="1200" dirty="0">
              <a:solidFill>
                <a:schemeClr val="tx1"/>
              </a:solidFill>
              <a:latin typeface="Calibri"/>
              <a:cs typeface="Calibri"/>
            </a:endParaRPr>
          </a:p>
        </p:txBody>
      </p:sp>
      <p:pic>
        <p:nvPicPr>
          <p:cNvPr id="20" name="Image 19">
            <a:extLst>
              <a:ext uri="{FF2B5EF4-FFF2-40B4-BE49-F238E27FC236}">
                <a16:creationId xmlns:a16="http://schemas.microsoft.com/office/drawing/2014/main" id="{B36E4441-0BB5-E8C6-4A58-2B519D0396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71854" y="615950"/>
            <a:ext cx="2172690" cy="2115363"/>
          </a:xfrm>
          <a:prstGeom prst="rect">
            <a:avLst/>
          </a:prstGeom>
        </p:spPr>
      </p:pic>
      <p:pic>
        <p:nvPicPr>
          <p:cNvPr id="25" name="Image 24">
            <a:extLst>
              <a:ext uri="{FF2B5EF4-FFF2-40B4-BE49-F238E27FC236}">
                <a16:creationId xmlns:a16="http://schemas.microsoft.com/office/drawing/2014/main" id="{0FA10675-F5C9-D123-6D8F-44EB2DFD03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527736" y="3494184"/>
            <a:ext cx="3616808" cy="2374110"/>
          </a:xfrm>
          <a:prstGeom prst="rect">
            <a:avLst/>
          </a:prstGeom>
        </p:spPr>
      </p:pic>
      <p:pic>
        <p:nvPicPr>
          <p:cNvPr id="29" name="Image 28" descr="Une image contenant texte, capture d’écran, Police, nombre&#10;&#10;Le contenu généré par l’IA peut être incorrect.">
            <a:extLst>
              <a:ext uri="{FF2B5EF4-FFF2-40B4-BE49-F238E27FC236}">
                <a16:creationId xmlns:a16="http://schemas.microsoft.com/office/drawing/2014/main" id="{47DA3A84-EF20-B60C-D4CD-A49D3059C0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301044" y="6916163"/>
            <a:ext cx="6382641" cy="3829584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4EC18AAF-20E2-0057-60BA-A465B416524E}"/>
              </a:ext>
            </a:extLst>
          </p:cNvPr>
          <p:cNvSpPr/>
          <p:nvPr/>
        </p:nvSpPr>
        <p:spPr>
          <a:xfrm>
            <a:off x="438365" y="1332616"/>
            <a:ext cx="9452083" cy="490428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PH_LKR_1</a:t>
            </a:r>
          </a:p>
        </p:txBody>
      </p:sp>
      <p:pic>
        <p:nvPicPr>
          <p:cNvPr id="5" name="Image 2">
            <a:extLst>
              <a:ext uri="{FF2B5EF4-FFF2-40B4-BE49-F238E27FC236}">
                <a16:creationId xmlns:a16="http://schemas.microsoft.com/office/drawing/2014/main" id="{AB216AA3-1532-3539-E437-7CC36380BCE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52521" y="211973"/>
            <a:ext cx="857370" cy="690659"/>
          </a:xfrm>
          <a:prstGeom prst="rect">
            <a:avLst/>
          </a:prstGeom>
        </p:spPr>
      </p:pic>
      <p:pic>
        <p:nvPicPr>
          <p:cNvPr id="7" name="Picture 2" descr="Drapeau de l'Espagne — Wikipédia">
            <a:extLst>
              <a:ext uri="{FF2B5EF4-FFF2-40B4-BE49-F238E27FC236}">
                <a16:creationId xmlns:a16="http://schemas.microsoft.com/office/drawing/2014/main" id="{47A53D18-2AA6-F0BC-FB5D-578B87EC204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17756" y="250095"/>
            <a:ext cx="1007014" cy="67134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01948377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686EF4-FF1B-7027-1B8F-FD4516E559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F756F22-8A7D-BE75-FBA2-14A70797CE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8763" y="155449"/>
            <a:ext cx="10515600" cy="594299"/>
          </a:xfrm>
        </p:spPr>
        <p:txBody>
          <a:bodyPr>
            <a:normAutofit/>
          </a:bodyPr>
          <a:lstStyle/>
          <a:p>
            <a:pPr>
              <a:spcBef>
                <a:spcPts val="1000"/>
              </a:spcBef>
            </a:pPr>
            <a:r>
              <a:rPr lang="en-US" b="1">
                <a:ea typeface="+mn-ea"/>
              </a:rPr>
              <a:t>LEAD DEEP DIVE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EB0DB1B6-F128-6C3B-68D2-014E7F3EF04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11621" y="614795"/>
            <a:ext cx="12244886" cy="573088"/>
          </a:xfrm>
        </p:spPr>
        <p:txBody>
          <a:bodyPr>
            <a:normAutofit/>
          </a:bodyPr>
          <a:lstStyle/>
          <a:p>
            <a:pPr marL="92075"/>
            <a:r>
              <a:rPr lang="en-US" b="1">
                <a:ea typeface="+mn-ea"/>
              </a:rPr>
              <a:t>By acquisition channel</a:t>
            </a:r>
          </a:p>
          <a:p>
            <a:endParaRPr lang="fr-FR" sz="2400" b="1">
              <a:solidFill>
                <a:srgbClr val="043882"/>
              </a:solidFill>
              <a:latin typeface="Calibri bold" panose="020F0702030404030204" pitchFamily="34" charset="0"/>
              <a:ea typeface="+mn-ea"/>
              <a:cs typeface="Calibri bold" panose="020F0702030404030204" pitchFamily="34" charset="0"/>
            </a:endParaRP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A2BC909C-1F6B-F44A-41BE-33F97F52A42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6A88250-4A72-4719-B696-DC572B6C1A1F}" type="slidenum">
              <a:rPr kumimoji="0" lang="en-US" sz="10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 Light" panose="020B0004020202020204" pitchFamily="34" charset="0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39</a:t>
            </a:fld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82000"/>
                </a:prstClr>
              </a:solidFill>
              <a:effectLst/>
              <a:uLnTx/>
              <a:uFillTx/>
              <a:latin typeface="Aptos Light" panose="020B0004020202020204" pitchFamily="34" charset="0"/>
              <a:ea typeface="+mn-ea"/>
              <a:cs typeface="+mn-cs"/>
            </a:endParaRPr>
          </a:p>
        </p:txBody>
      </p:sp>
      <p:sp>
        <p:nvSpPr>
          <p:cNvPr id="4" name="ZoneTexte 2">
            <a:extLst>
              <a:ext uri="{FF2B5EF4-FFF2-40B4-BE49-F238E27FC236}">
                <a16:creationId xmlns:a16="http://schemas.microsoft.com/office/drawing/2014/main" id="{AF242CA0-9489-E987-DBCF-754B15D45D67}"/>
              </a:ext>
            </a:extLst>
          </p:cNvPr>
          <p:cNvSpPr txBox="1"/>
          <p:nvPr/>
        </p:nvSpPr>
        <p:spPr>
          <a:xfrm>
            <a:off x="-815" y="6345866"/>
            <a:ext cx="367177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i="1"/>
              <a:t>Source : Autobiz</a:t>
            </a:r>
          </a:p>
        </p:txBody>
      </p:sp>
      <p:sp>
        <p:nvSpPr>
          <p:cNvPr id="7" name="Espace réservé de la date 1">
            <a:extLst>
              <a:ext uri="{FF2B5EF4-FFF2-40B4-BE49-F238E27FC236}">
                <a16:creationId xmlns:a16="http://schemas.microsoft.com/office/drawing/2014/main" id="{7A8C8B7D-257B-4762-27DE-5ABF773D8E07}"/>
              </a:ext>
            </a:extLst>
          </p:cNvPr>
          <p:cNvSpPr txBox="1">
            <a:spLocks/>
          </p:cNvSpPr>
          <p:nvPr/>
        </p:nvSpPr>
        <p:spPr>
          <a:xfrm>
            <a:off x="109538" y="6551038"/>
            <a:ext cx="2743200" cy="365125"/>
          </a:xfrm>
          <a:prstGeom prst="rect">
            <a:avLst/>
          </a:prstGeom>
        </p:spPr>
        <p:txBody>
          <a:bodyPr anchor="ctr" anchorCtr="0"/>
          <a:lstStyle>
            <a:defPPr>
              <a:defRPr lang="fr-FR"/>
            </a:defPPr>
            <a:lvl1pPr marL="0" algn="l" defTabSz="914400" rtl="0" eaLnBrk="1" latinLnBrk="0" hangingPunct="1">
              <a:defRPr sz="1000" kern="1200">
                <a:solidFill>
                  <a:schemeClr val="tx1"/>
                </a:solidFill>
                <a:latin typeface="Aptos Light" panose="020B0004020202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noProof="0"/>
              <a:t>December 2025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9892527-0819-CCBD-CED7-B04A6DC4198A}"/>
              </a:ext>
            </a:extLst>
          </p:cNvPr>
          <p:cNvSpPr/>
          <p:nvPr/>
        </p:nvSpPr>
        <p:spPr>
          <a:xfrm>
            <a:off x="10026073" y="1451464"/>
            <a:ext cx="2045118" cy="4794774"/>
          </a:xfrm>
          <a:prstGeom prst="rect">
            <a:avLst/>
          </a:prstGeom>
          <a:solidFill>
            <a:srgbClr val="F3F8FF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3736" indent="-173736" algn="l" rtl="0" eaLnBrk="1" latinLnBrk="0" hangingPunct="1">
              <a:spcAft>
                <a:spcPts val="1200"/>
              </a:spcAft>
              <a:buFont typeface="Arial" panose="020B0604020202020204" pitchFamily="34" charset="0"/>
              <a:buChar char="•"/>
            </a:pPr>
            <a:endParaRPr lang="en-US" sz="1200" dirty="0">
              <a:solidFill>
                <a:srgbClr val="000000"/>
              </a:solidFill>
              <a:effectLst/>
              <a:latin typeface="Calibri" panose="020F0502020204030204" pitchFamily="34" charset="0"/>
            </a:endParaRPr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3D64ABA4-CB2F-023E-1654-627895B2916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8272"/>
          <a:stretch/>
        </p:blipFill>
        <p:spPr>
          <a:xfrm>
            <a:off x="10237167" y="5337443"/>
            <a:ext cx="1505893" cy="63351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018A489B-1D3D-EB9C-5B93-F17EBE5697A1}"/>
              </a:ext>
            </a:extLst>
          </p:cNvPr>
          <p:cNvSpPr/>
          <p:nvPr/>
        </p:nvSpPr>
        <p:spPr>
          <a:xfrm>
            <a:off x="109538" y="1376819"/>
            <a:ext cx="9788227" cy="491662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PH_TBL</a:t>
            </a:r>
          </a:p>
        </p:txBody>
      </p:sp>
      <p:pic>
        <p:nvPicPr>
          <p:cNvPr id="9" name="Image 2">
            <a:extLst>
              <a:ext uri="{FF2B5EF4-FFF2-40B4-BE49-F238E27FC236}">
                <a16:creationId xmlns:a16="http://schemas.microsoft.com/office/drawing/2014/main" id="{3F59DBD3-10B3-E044-2D4E-F757F3527E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52521" y="211973"/>
            <a:ext cx="857370" cy="690659"/>
          </a:xfrm>
          <a:prstGeom prst="rect">
            <a:avLst/>
          </a:prstGeom>
        </p:spPr>
      </p:pic>
      <p:pic>
        <p:nvPicPr>
          <p:cNvPr id="5" name="Picture 2" descr="Drapeau de l'Espagne — Wikipédia">
            <a:extLst>
              <a:ext uri="{FF2B5EF4-FFF2-40B4-BE49-F238E27FC236}">
                <a16:creationId xmlns:a16="http://schemas.microsoft.com/office/drawing/2014/main" id="{683A3D10-AAC7-0711-F9EA-8FA8EEC92F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17756" y="250095"/>
            <a:ext cx="1007014" cy="67134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53397362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8C2ED6-8500-B3F4-364D-1438B567B7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BBBC430-63C1-8545-BEEF-83647FA7D2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8709" y="171472"/>
            <a:ext cx="10515600" cy="594299"/>
          </a:xfrm>
        </p:spPr>
        <p:txBody>
          <a:bodyPr>
            <a:normAutofit/>
          </a:bodyPr>
          <a:lstStyle/>
          <a:p>
            <a:pPr>
              <a:spcBef>
                <a:spcPts val="1000"/>
              </a:spcBef>
            </a:pPr>
            <a:r>
              <a:rPr lang="en-US" b="1">
                <a:ea typeface="+mn-ea"/>
              </a:rPr>
              <a:t>LEAD DEEP DIVE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CE038E9E-87B2-6E46-2588-82ED586F43C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11621" y="638738"/>
            <a:ext cx="12244886" cy="573088"/>
          </a:xfrm>
        </p:spPr>
        <p:txBody>
          <a:bodyPr>
            <a:normAutofit/>
          </a:bodyPr>
          <a:lstStyle/>
          <a:p>
            <a:pPr marL="92075"/>
            <a:r>
              <a:rPr lang="en-US" b="1">
                <a:ea typeface="+mn-ea"/>
              </a:rPr>
              <a:t>By main website CTA</a:t>
            </a:r>
          </a:p>
          <a:p>
            <a:endParaRPr lang="fr-FR" sz="2400" b="1">
              <a:solidFill>
                <a:srgbClr val="043882"/>
              </a:solidFill>
              <a:latin typeface="Calibri bold" panose="020F0702030404030204" pitchFamily="34" charset="0"/>
              <a:ea typeface="+mn-ea"/>
              <a:cs typeface="Calibri bold" panose="020F0702030404030204" pitchFamily="34" charset="0"/>
            </a:endParaRP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8722C15-93CF-26BA-6E73-7AE77BE24E9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6A88250-4A72-4719-B696-DC572B6C1A1F}" type="slidenum">
              <a:rPr kumimoji="0" lang="en-US" sz="10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 Light" panose="020B0004020202020204" pitchFamily="34" charset="0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40</a:t>
            </a:fld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82000"/>
                </a:prstClr>
              </a:solidFill>
              <a:effectLst/>
              <a:uLnTx/>
              <a:uFillTx/>
              <a:latin typeface="Aptos Light" panose="020B0004020202020204" pitchFamily="34" charset="0"/>
              <a:ea typeface="+mn-ea"/>
              <a:cs typeface="+mn-cs"/>
            </a:endParaRPr>
          </a:p>
        </p:txBody>
      </p:sp>
      <p:sp>
        <p:nvSpPr>
          <p:cNvPr id="4" name="ZoneTexte 2">
            <a:extLst>
              <a:ext uri="{FF2B5EF4-FFF2-40B4-BE49-F238E27FC236}">
                <a16:creationId xmlns:a16="http://schemas.microsoft.com/office/drawing/2014/main" id="{0337CBD7-4B5B-4C30-25EC-CF72B10F76D0}"/>
              </a:ext>
            </a:extLst>
          </p:cNvPr>
          <p:cNvSpPr txBox="1"/>
          <p:nvPr/>
        </p:nvSpPr>
        <p:spPr>
          <a:xfrm>
            <a:off x="-815" y="6345866"/>
            <a:ext cx="367177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i="1"/>
              <a:t>Source : Autobiz</a:t>
            </a:r>
          </a:p>
        </p:txBody>
      </p:sp>
      <p:sp>
        <p:nvSpPr>
          <p:cNvPr id="7" name="Espace réservé de la date 1">
            <a:extLst>
              <a:ext uri="{FF2B5EF4-FFF2-40B4-BE49-F238E27FC236}">
                <a16:creationId xmlns:a16="http://schemas.microsoft.com/office/drawing/2014/main" id="{154FAEA5-04EE-2E44-A7B5-29F3C3A37CD3}"/>
              </a:ext>
            </a:extLst>
          </p:cNvPr>
          <p:cNvSpPr txBox="1">
            <a:spLocks/>
          </p:cNvSpPr>
          <p:nvPr/>
        </p:nvSpPr>
        <p:spPr>
          <a:xfrm>
            <a:off x="109538" y="6551038"/>
            <a:ext cx="2743200" cy="365125"/>
          </a:xfrm>
          <a:prstGeom prst="rect">
            <a:avLst/>
          </a:prstGeom>
        </p:spPr>
        <p:txBody>
          <a:bodyPr anchor="ctr" anchorCtr="0"/>
          <a:lstStyle>
            <a:defPPr>
              <a:defRPr lang="fr-FR"/>
            </a:defPPr>
            <a:lvl1pPr marL="0" algn="l" defTabSz="914400" rtl="0" eaLnBrk="1" latinLnBrk="0" hangingPunct="1">
              <a:defRPr sz="1000" kern="1200">
                <a:solidFill>
                  <a:schemeClr val="tx1"/>
                </a:solidFill>
                <a:latin typeface="Aptos Light" panose="020B0004020202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noProof="0"/>
              <a:t>December 2025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77A5B0F-9163-3467-3148-DD7F15F0EB02}"/>
              </a:ext>
            </a:extLst>
          </p:cNvPr>
          <p:cNvSpPr/>
          <p:nvPr/>
        </p:nvSpPr>
        <p:spPr>
          <a:xfrm>
            <a:off x="9921263" y="1320922"/>
            <a:ext cx="2045118" cy="4921128"/>
          </a:xfrm>
          <a:prstGeom prst="rect">
            <a:avLst/>
          </a:prstGeom>
          <a:solidFill>
            <a:srgbClr val="F3F8FF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3736" indent="-173736" algn="l" rtl="0" eaLnBrk="1" latinLnBrk="0" hangingPunct="1">
              <a:spcAft>
                <a:spcPts val="1200"/>
              </a:spcAft>
              <a:buFont typeface="Arial" panose="020B0604020202020204" pitchFamily="34" charset="0"/>
              <a:buChar char="•"/>
            </a:pPr>
            <a:endParaRPr lang="en-US" sz="1200" dirty="0">
              <a:solidFill>
                <a:srgbClr val="000000"/>
              </a:solidFill>
              <a:effectLst/>
              <a:latin typeface="Calibri" panose="020F0502020204030204" pitchFamily="34" charset="0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AFE0C53-6B5B-9CCB-8B7D-CE44720AD495}"/>
              </a:ext>
            </a:extLst>
          </p:cNvPr>
          <p:cNvSpPr/>
          <p:nvPr/>
        </p:nvSpPr>
        <p:spPr>
          <a:xfrm>
            <a:off x="2239033" y="3992136"/>
            <a:ext cx="1431925" cy="1791699"/>
          </a:xfrm>
          <a:prstGeom prst="rect">
            <a:avLst/>
          </a:prstGeom>
          <a:noFill/>
          <a:ln w="28575"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9DC278D-F70D-134F-3720-C8F56A75A457}"/>
              </a:ext>
            </a:extLst>
          </p:cNvPr>
          <p:cNvSpPr/>
          <p:nvPr/>
        </p:nvSpPr>
        <p:spPr>
          <a:xfrm>
            <a:off x="5516509" y="2053650"/>
            <a:ext cx="1505893" cy="1077218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fr-FR" sz="1600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highlight>
                  <a:srgbClr val="FFFF00"/>
                </a:highlight>
              </a:rPr>
              <a:t>Display the </a:t>
            </a:r>
            <a:r>
              <a:rPr lang="fr-FR" sz="1600" err="1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highlight>
                  <a:srgbClr val="FFFF00"/>
                </a:highlight>
              </a:rPr>
              <a:t>different</a:t>
            </a:r>
            <a:r>
              <a:rPr lang="fr-FR" sz="1600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highlight>
                  <a:srgbClr val="FFFF00"/>
                </a:highlight>
              </a:rPr>
              <a:t> CTA </a:t>
            </a:r>
            <a:r>
              <a:rPr lang="fr-FR" sz="1600" err="1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highlight>
                  <a:srgbClr val="FFFF00"/>
                </a:highlight>
              </a:rPr>
              <a:t>related</a:t>
            </a:r>
            <a:r>
              <a:rPr lang="fr-FR" sz="1600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highlight>
                  <a:srgbClr val="FFFF00"/>
                </a:highlight>
              </a:rPr>
              <a:t> to main </a:t>
            </a:r>
            <a:r>
              <a:rPr lang="fr-FR" sz="1600" err="1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highlight>
                  <a:srgbClr val="FFFF00"/>
                </a:highlight>
              </a:rPr>
              <a:t>website</a:t>
            </a:r>
            <a:r>
              <a:rPr lang="fr-FR" sz="1600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highlight>
                  <a:srgbClr val="FFFF00"/>
                </a:highlight>
              </a:rPr>
              <a:t> source</a:t>
            </a:r>
          </a:p>
        </p:txBody>
      </p:sp>
      <p:pic>
        <p:nvPicPr>
          <p:cNvPr id="12" name="Image 11">
            <a:extLst>
              <a:ext uri="{FF2B5EF4-FFF2-40B4-BE49-F238E27FC236}">
                <a16:creationId xmlns:a16="http://schemas.microsoft.com/office/drawing/2014/main" id="{F198F5D9-ED0D-6F99-2AD5-211E3BD129E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8272"/>
          <a:stretch/>
        </p:blipFill>
        <p:spPr>
          <a:xfrm>
            <a:off x="10190875" y="5423616"/>
            <a:ext cx="1505893" cy="633510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9526CFFA-1ACF-FBC8-56D9-FBD7A9874CCD}"/>
              </a:ext>
            </a:extLst>
          </p:cNvPr>
          <p:cNvSpPr/>
          <p:nvPr/>
        </p:nvSpPr>
        <p:spPr>
          <a:xfrm>
            <a:off x="188914" y="1211826"/>
            <a:ext cx="9304792" cy="505767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PH_TBL</a:t>
            </a:r>
          </a:p>
        </p:txBody>
      </p:sp>
      <p:pic>
        <p:nvPicPr>
          <p:cNvPr id="9" name="Image 2">
            <a:extLst>
              <a:ext uri="{FF2B5EF4-FFF2-40B4-BE49-F238E27FC236}">
                <a16:creationId xmlns:a16="http://schemas.microsoft.com/office/drawing/2014/main" id="{499D1D32-6CF0-BE88-202E-9192B23C94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52521" y="211973"/>
            <a:ext cx="857370" cy="690659"/>
          </a:xfrm>
          <a:prstGeom prst="rect">
            <a:avLst/>
          </a:prstGeom>
        </p:spPr>
      </p:pic>
      <p:pic>
        <p:nvPicPr>
          <p:cNvPr id="5" name="Picture 2" descr="Drapeau de l'Espagne — Wikipédia">
            <a:extLst>
              <a:ext uri="{FF2B5EF4-FFF2-40B4-BE49-F238E27FC236}">
                <a16:creationId xmlns:a16="http://schemas.microsoft.com/office/drawing/2014/main" id="{E971D31D-3E3C-476D-7EC1-3A32FDB93F9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17756" y="250095"/>
            <a:ext cx="1007014" cy="67134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48423752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B1CEF7-B214-FC08-F2CC-B0BBA3868D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56F653F-110D-1CC9-DC2E-DB4ECB7480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817" y="183190"/>
            <a:ext cx="10515600" cy="594299"/>
          </a:xfrm>
        </p:spPr>
        <p:txBody>
          <a:bodyPr>
            <a:normAutofit/>
          </a:bodyPr>
          <a:lstStyle/>
          <a:p>
            <a:pPr>
              <a:spcBef>
                <a:spcPts val="1000"/>
              </a:spcBef>
            </a:pPr>
            <a:r>
              <a:rPr lang="en-US" b="1">
                <a:ea typeface="+mn-ea"/>
              </a:rPr>
              <a:t>LEAD DEEP DIVE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A1570BF6-7A4B-184A-14B1-A79A51FA256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58763" y="615950"/>
            <a:ext cx="12244886" cy="573088"/>
          </a:xfrm>
        </p:spPr>
        <p:txBody>
          <a:bodyPr>
            <a:normAutofit/>
          </a:bodyPr>
          <a:lstStyle/>
          <a:p>
            <a:pPr marL="92075"/>
            <a:r>
              <a:rPr lang="en-US" b="1">
                <a:ea typeface="+mn-ea"/>
              </a:rPr>
              <a:t>By marketing code</a:t>
            </a:r>
          </a:p>
          <a:p>
            <a:endParaRPr lang="fr-FR" sz="2400" b="1">
              <a:solidFill>
                <a:srgbClr val="043882"/>
              </a:solidFill>
              <a:latin typeface="Calibri bold" panose="020F0702030404030204" pitchFamily="34" charset="0"/>
              <a:ea typeface="+mn-ea"/>
              <a:cs typeface="Calibri bold" panose="020F0702030404030204" pitchFamily="34" charset="0"/>
            </a:endParaRP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7B8DD06C-FB52-2E7D-887D-DCBA6CA0568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6A88250-4A72-4719-B696-DC572B6C1A1F}" type="slidenum">
              <a:rPr kumimoji="0" lang="en-US" sz="10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 Light" panose="020B0004020202020204" pitchFamily="34" charset="0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41</a:t>
            </a:fld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82000"/>
                </a:prstClr>
              </a:solidFill>
              <a:effectLst/>
              <a:uLnTx/>
              <a:uFillTx/>
              <a:latin typeface="Aptos Light" panose="020B0004020202020204" pitchFamily="34" charset="0"/>
              <a:ea typeface="+mn-ea"/>
              <a:cs typeface="+mn-cs"/>
            </a:endParaRPr>
          </a:p>
        </p:txBody>
      </p:sp>
      <p:sp>
        <p:nvSpPr>
          <p:cNvPr id="4" name="ZoneTexte 2">
            <a:extLst>
              <a:ext uri="{FF2B5EF4-FFF2-40B4-BE49-F238E27FC236}">
                <a16:creationId xmlns:a16="http://schemas.microsoft.com/office/drawing/2014/main" id="{E13EAFC0-71D2-2D10-4F6F-F0535C337239}"/>
              </a:ext>
            </a:extLst>
          </p:cNvPr>
          <p:cNvSpPr txBox="1"/>
          <p:nvPr/>
        </p:nvSpPr>
        <p:spPr>
          <a:xfrm>
            <a:off x="-815" y="6345866"/>
            <a:ext cx="367177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i="1"/>
              <a:t>Source : Autobiz</a:t>
            </a:r>
          </a:p>
        </p:txBody>
      </p:sp>
      <p:sp>
        <p:nvSpPr>
          <p:cNvPr id="7" name="Espace réservé de la date 1">
            <a:extLst>
              <a:ext uri="{FF2B5EF4-FFF2-40B4-BE49-F238E27FC236}">
                <a16:creationId xmlns:a16="http://schemas.microsoft.com/office/drawing/2014/main" id="{95D1C393-5C9F-7143-C4BE-9F84F5784326}"/>
              </a:ext>
            </a:extLst>
          </p:cNvPr>
          <p:cNvSpPr txBox="1">
            <a:spLocks/>
          </p:cNvSpPr>
          <p:nvPr/>
        </p:nvSpPr>
        <p:spPr>
          <a:xfrm>
            <a:off x="109538" y="6551038"/>
            <a:ext cx="2743200" cy="365125"/>
          </a:xfrm>
          <a:prstGeom prst="rect">
            <a:avLst/>
          </a:prstGeom>
        </p:spPr>
        <p:txBody>
          <a:bodyPr anchor="ctr" anchorCtr="0"/>
          <a:lstStyle>
            <a:defPPr>
              <a:defRPr lang="fr-FR"/>
            </a:defPPr>
            <a:lvl1pPr marL="0" algn="l" defTabSz="914400" rtl="0" eaLnBrk="1" latinLnBrk="0" hangingPunct="1">
              <a:defRPr sz="1000" kern="1200">
                <a:solidFill>
                  <a:schemeClr val="tx1"/>
                </a:solidFill>
                <a:latin typeface="Aptos Light" panose="020B0004020202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noProof="0"/>
              <a:t>December 2025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A1DD9EF-DEC1-3B55-1DF2-F4F3774E68BB}"/>
              </a:ext>
            </a:extLst>
          </p:cNvPr>
          <p:cNvSpPr/>
          <p:nvPr/>
        </p:nvSpPr>
        <p:spPr>
          <a:xfrm>
            <a:off x="9921263" y="1320922"/>
            <a:ext cx="2045118" cy="4921128"/>
          </a:xfrm>
          <a:prstGeom prst="rect">
            <a:avLst/>
          </a:prstGeom>
          <a:solidFill>
            <a:srgbClr val="F3F8FF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3736" indent="-173736" algn="l" rtl="0" eaLnBrk="1" latinLnBrk="0" hangingPunct="1">
              <a:spcAft>
                <a:spcPts val="1200"/>
              </a:spcAft>
              <a:buFont typeface="Arial" panose="020B0604020202020204" pitchFamily="34" charset="0"/>
              <a:buChar char="•"/>
            </a:pPr>
            <a:endParaRPr lang="en-US" sz="1200" dirty="0">
              <a:solidFill>
                <a:srgbClr val="000000"/>
              </a:solidFill>
              <a:effectLst/>
              <a:latin typeface="Calibri" panose="020F0502020204030204" pitchFamily="34" charset="0"/>
            </a:endParaRPr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342DF847-760F-8685-92FE-BA0F1C82B92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8272"/>
          <a:stretch/>
        </p:blipFill>
        <p:spPr>
          <a:xfrm>
            <a:off x="10190875" y="5220323"/>
            <a:ext cx="1505893" cy="63351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0C398041-A283-FB1A-C60F-16B73BA2885E}"/>
              </a:ext>
            </a:extLst>
          </p:cNvPr>
          <p:cNvSpPr/>
          <p:nvPr/>
        </p:nvSpPr>
        <p:spPr>
          <a:xfrm>
            <a:off x="109538" y="1416195"/>
            <a:ext cx="9602083" cy="492722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PH_TBL</a:t>
            </a:r>
          </a:p>
        </p:txBody>
      </p:sp>
      <p:pic>
        <p:nvPicPr>
          <p:cNvPr id="9" name="Image 2">
            <a:extLst>
              <a:ext uri="{FF2B5EF4-FFF2-40B4-BE49-F238E27FC236}">
                <a16:creationId xmlns:a16="http://schemas.microsoft.com/office/drawing/2014/main" id="{B881BF15-0CDF-7933-AB5C-F5BD1063C7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52521" y="211973"/>
            <a:ext cx="857370" cy="690659"/>
          </a:xfrm>
          <a:prstGeom prst="rect">
            <a:avLst/>
          </a:prstGeom>
        </p:spPr>
      </p:pic>
      <p:pic>
        <p:nvPicPr>
          <p:cNvPr id="5" name="Picture 2" descr="Drapeau de l'Espagne — Wikipédia">
            <a:extLst>
              <a:ext uri="{FF2B5EF4-FFF2-40B4-BE49-F238E27FC236}">
                <a16:creationId xmlns:a16="http://schemas.microsoft.com/office/drawing/2014/main" id="{F11C0B3C-A788-1BF7-78C0-BF8C1247649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17756" y="250095"/>
            <a:ext cx="1007014" cy="67134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16431878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4087A3-0235-2BE9-F147-FD9F84C7A3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03B44D6-02BB-362F-A51D-D10E4D4F8A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8559" y="193896"/>
            <a:ext cx="10515600" cy="594299"/>
          </a:xfrm>
        </p:spPr>
        <p:txBody>
          <a:bodyPr>
            <a:normAutofit/>
          </a:bodyPr>
          <a:lstStyle/>
          <a:p>
            <a:pPr>
              <a:spcBef>
                <a:spcPts val="1000"/>
              </a:spcBef>
            </a:pPr>
            <a:r>
              <a:rPr lang="en-US" b="1">
                <a:ea typeface="+mn-ea"/>
              </a:rPr>
              <a:t>TRAFFICS DEEP DIVE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D8302277-ABE0-60F1-E7BF-37210D19966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58709" y="738317"/>
            <a:ext cx="12244886" cy="573088"/>
          </a:xfrm>
        </p:spPr>
        <p:txBody>
          <a:bodyPr>
            <a:normAutofit/>
          </a:bodyPr>
          <a:lstStyle/>
          <a:p>
            <a:pPr marL="92075"/>
            <a:r>
              <a:rPr lang="en-US" b="1">
                <a:ea typeface="+mn-ea"/>
              </a:rPr>
              <a:t>Traffic</a:t>
            </a:r>
          </a:p>
          <a:p>
            <a:endParaRPr lang="fr-FR" sz="2400" b="1">
              <a:solidFill>
                <a:srgbClr val="043882"/>
              </a:solidFill>
              <a:latin typeface="Calibri bold" panose="020F0702030404030204" pitchFamily="34" charset="0"/>
              <a:ea typeface="+mn-ea"/>
              <a:cs typeface="Calibri bold" panose="020F0702030404030204" pitchFamily="34" charset="0"/>
            </a:endParaRP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11FA1599-DFC7-D560-537C-B1CFA8DA573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6A88250-4A72-4719-B696-DC572B6C1A1F}" type="slidenum">
              <a:rPr kumimoji="0" lang="en-US" sz="10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 Light" panose="020B0004020202020204" pitchFamily="34" charset="0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42</a:t>
            </a:fld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82000"/>
                </a:prstClr>
              </a:solidFill>
              <a:effectLst/>
              <a:uLnTx/>
              <a:uFillTx/>
              <a:latin typeface="Aptos Light" panose="020B0004020202020204" pitchFamily="34" charset="0"/>
              <a:ea typeface="+mn-ea"/>
              <a:cs typeface="+mn-cs"/>
            </a:endParaRPr>
          </a:p>
        </p:txBody>
      </p:sp>
      <p:sp>
        <p:nvSpPr>
          <p:cNvPr id="4" name="ZoneTexte 2">
            <a:extLst>
              <a:ext uri="{FF2B5EF4-FFF2-40B4-BE49-F238E27FC236}">
                <a16:creationId xmlns:a16="http://schemas.microsoft.com/office/drawing/2014/main" id="{4B082D66-3BD7-0726-0CC2-69DDB3474E60}"/>
              </a:ext>
            </a:extLst>
          </p:cNvPr>
          <p:cNvSpPr txBox="1"/>
          <p:nvPr/>
        </p:nvSpPr>
        <p:spPr>
          <a:xfrm>
            <a:off x="0" y="6340233"/>
            <a:ext cx="367177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i="1"/>
              <a:t>Source : GA4/</a:t>
            </a:r>
            <a:r>
              <a:rPr lang="fr-FR" sz="1200" i="1" err="1"/>
              <a:t>Autobiz</a:t>
            </a:r>
            <a:endParaRPr lang="fr-FR" sz="1200" i="1"/>
          </a:p>
        </p:txBody>
      </p:sp>
      <p:sp>
        <p:nvSpPr>
          <p:cNvPr id="9" name="Espace réservé de la date 1">
            <a:extLst>
              <a:ext uri="{FF2B5EF4-FFF2-40B4-BE49-F238E27FC236}">
                <a16:creationId xmlns:a16="http://schemas.microsoft.com/office/drawing/2014/main" id="{0F639B8C-D9FF-1C80-78B7-1E2FA39B737E}"/>
              </a:ext>
            </a:extLst>
          </p:cNvPr>
          <p:cNvSpPr txBox="1">
            <a:spLocks/>
          </p:cNvSpPr>
          <p:nvPr/>
        </p:nvSpPr>
        <p:spPr>
          <a:xfrm>
            <a:off x="109538" y="6551038"/>
            <a:ext cx="2743200" cy="365125"/>
          </a:xfrm>
          <a:prstGeom prst="rect">
            <a:avLst/>
          </a:prstGeom>
        </p:spPr>
        <p:txBody>
          <a:bodyPr anchor="ctr" anchorCtr="0"/>
          <a:lstStyle>
            <a:defPPr>
              <a:defRPr lang="fr-FR"/>
            </a:defPPr>
            <a:lvl1pPr marL="0" algn="l" defTabSz="914400" rtl="0" eaLnBrk="1" latinLnBrk="0" hangingPunct="1">
              <a:defRPr sz="1000" kern="1200">
                <a:solidFill>
                  <a:schemeClr val="tx1"/>
                </a:solidFill>
                <a:latin typeface="Aptos Light" panose="020B0004020202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noProof="0"/>
              <a:t>December 2025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FBBAA41-D50A-1F46-E665-D6091A86FAE1}"/>
              </a:ext>
            </a:extLst>
          </p:cNvPr>
          <p:cNvSpPr/>
          <p:nvPr/>
        </p:nvSpPr>
        <p:spPr>
          <a:xfrm>
            <a:off x="10026073" y="1432414"/>
            <a:ext cx="2045118" cy="4794774"/>
          </a:xfrm>
          <a:prstGeom prst="rect">
            <a:avLst/>
          </a:prstGeom>
          <a:solidFill>
            <a:srgbClr val="F3F8FF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fr-FR" sz="1200" dirty="0">
              <a:solidFill>
                <a:schemeClr val="tx1"/>
              </a:solidFill>
              <a:latin typeface="Calibri"/>
              <a:cs typeface="Calibri"/>
            </a:endParaRPr>
          </a:p>
        </p:txBody>
      </p:sp>
      <p:pic>
        <p:nvPicPr>
          <p:cNvPr id="20" name="Image 19">
            <a:extLst>
              <a:ext uri="{FF2B5EF4-FFF2-40B4-BE49-F238E27FC236}">
                <a16:creationId xmlns:a16="http://schemas.microsoft.com/office/drawing/2014/main" id="{506EA394-62F9-8DAF-4DA4-EDC75E60C9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71854" y="615950"/>
            <a:ext cx="2172690" cy="2115363"/>
          </a:xfrm>
          <a:prstGeom prst="rect">
            <a:avLst/>
          </a:prstGeom>
        </p:spPr>
      </p:pic>
      <p:pic>
        <p:nvPicPr>
          <p:cNvPr id="25" name="Image 24">
            <a:extLst>
              <a:ext uri="{FF2B5EF4-FFF2-40B4-BE49-F238E27FC236}">
                <a16:creationId xmlns:a16="http://schemas.microsoft.com/office/drawing/2014/main" id="{2B771FB2-F5C8-A508-AA0C-35EEDBCF4B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527736" y="3494184"/>
            <a:ext cx="3616808" cy="2374110"/>
          </a:xfrm>
          <a:prstGeom prst="rect">
            <a:avLst/>
          </a:prstGeom>
        </p:spPr>
      </p:pic>
      <p:pic>
        <p:nvPicPr>
          <p:cNvPr id="29" name="Image 28" descr="Une image contenant texte, capture d’écran, Police, nombre&#10;&#10;Le contenu généré par l’IA peut être incorrect.">
            <a:extLst>
              <a:ext uri="{FF2B5EF4-FFF2-40B4-BE49-F238E27FC236}">
                <a16:creationId xmlns:a16="http://schemas.microsoft.com/office/drawing/2014/main" id="{C4E35A5E-9EEC-20CE-A811-AEC574C6C7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301044" y="6916163"/>
            <a:ext cx="6382641" cy="3829584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7A3DCF41-4F5F-C99A-8435-C7931873EB1F}"/>
              </a:ext>
            </a:extLst>
          </p:cNvPr>
          <p:cNvSpPr/>
          <p:nvPr/>
        </p:nvSpPr>
        <p:spPr>
          <a:xfrm>
            <a:off x="438365" y="1332616"/>
            <a:ext cx="9452083" cy="490428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PH_LKR_1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62B6CFAC-C1D1-2504-96B1-42C21847597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02951" y="250095"/>
            <a:ext cx="756509" cy="756509"/>
          </a:xfrm>
          <a:prstGeom prst="rect">
            <a:avLst/>
          </a:prstGeom>
        </p:spPr>
      </p:pic>
      <p:pic>
        <p:nvPicPr>
          <p:cNvPr id="7" name="Picture 2" descr="Drapeau de l'Espagne — Wikipédia">
            <a:extLst>
              <a:ext uri="{FF2B5EF4-FFF2-40B4-BE49-F238E27FC236}">
                <a16:creationId xmlns:a16="http://schemas.microsoft.com/office/drawing/2014/main" id="{65BF6252-2DB8-2018-5F27-8B84920A19E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17756" y="250095"/>
            <a:ext cx="1007014" cy="67134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017814414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E2A528-962C-64FF-6D1B-C87DF6E590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6507361-6C16-44C8-9600-88DBBFC9EE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8763" y="155449"/>
            <a:ext cx="10515600" cy="594299"/>
          </a:xfrm>
        </p:spPr>
        <p:txBody>
          <a:bodyPr>
            <a:normAutofit/>
          </a:bodyPr>
          <a:lstStyle/>
          <a:p>
            <a:pPr>
              <a:spcBef>
                <a:spcPts val="1000"/>
              </a:spcBef>
            </a:pPr>
            <a:r>
              <a:rPr lang="en-US" b="1">
                <a:ea typeface="+mn-ea"/>
              </a:rPr>
              <a:t>LEAD DEEP DIVE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F0DBA005-42AE-1E44-B5FF-2ADE8DD396B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11621" y="614795"/>
            <a:ext cx="12244886" cy="573088"/>
          </a:xfrm>
        </p:spPr>
        <p:txBody>
          <a:bodyPr>
            <a:normAutofit/>
          </a:bodyPr>
          <a:lstStyle/>
          <a:p>
            <a:pPr marL="92075"/>
            <a:r>
              <a:rPr lang="en-US" b="1">
                <a:ea typeface="+mn-ea"/>
              </a:rPr>
              <a:t>By acquisition channel</a:t>
            </a:r>
          </a:p>
          <a:p>
            <a:endParaRPr lang="fr-FR" sz="2400" b="1">
              <a:solidFill>
                <a:srgbClr val="043882"/>
              </a:solidFill>
              <a:latin typeface="Calibri bold" panose="020F0702030404030204" pitchFamily="34" charset="0"/>
              <a:ea typeface="+mn-ea"/>
              <a:cs typeface="Calibri bold" panose="020F0702030404030204" pitchFamily="34" charset="0"/>
            </a:endParaRP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6A655B0C-602E-A1F0-80BA-912FFC4A337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6A88250-4A72-4719-B696-DC572B6C1A1F}" type="slidenum">
              <a:rPr kumimoji="0" lang="en-US" sz="10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 Light" panose="020B0004020202020204" pitchFamily="34" charset="0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43</a:t>
            </a:fld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82000"/>
                </a:prstClr>
              </a:solidFill>
              <a:effectLst/>
              <a:uLnTx/>
              <a:uFillTx/>
              <a:latin typeface="Aptos Light" panose="020B0004020202020204" pitchFamily="34" charset="0"/>
              <a:ea typeface="+mn-ea"/>
              <a:cs typeface="+mn-cs"/>
            </a:endParaRPr>
          </a:p>
        </p:txBody>
      </p:sp>
      <p:sp>
        <p:nvSpPr>
          <p:cNvPr id="4" name="ZoneTexte 2">
            <a:extLst>
              <a:ext uri="{FF2B5EF4-FFF2-40B4-BE49-F238E27FC236}">
                <a16:creationId xmlns:a16="http://schemas.microsoft.com/office/drawing/2014/main" id="{87D4C390-4F8E-BB2C-2736-34226B06A88D}"/>
              </a:ext>
            </a:extLst>
          </p:cNvPr>
          <p:cNvSpPr txBox="1"/>
          <p:nvPr/>
        </p:nvSpPr>
        <p:spPr>
          <a:xfrm>
            <a:off x="-815" y="6345866"/>
            <a:ext cx="367177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i="1"/>
              <a:t>Source : Autobiz</a:t>
            </a:r>
          </a:p>
        </p:txBody>
      </p:sp>
      <p:sp>
        <p:nvSpPr>
          <p:cNvPr id="7" name="Espace réservé de la date 1">
            <a:extLst>
              <a:ext uri="{FF2B5EF4-FFF2-40B4-BE49-F238E27FC236}">
                <a16:creationId xmlns:a16="http://schemas.microsoft.com/office/drawing/2014/main" id="{73F47167-B304-4B38-F152-78DC46ADBCAC}"/>
              </a:ext>
            </a:extLst>
          </p:cNvPr>
          <p:cNvSpPr txBox="1">
            <a:spLocks/>
          </p:cNvSpPr>
          <p:nvPr/>
        </p:nvSpPr>
        <p:spPr>
          <a:xfrm>
            <a:off x="109538" y="6551038"/>
            <a:ext cx="2743200" cy="365125"/>
          </a:xfrm>
          <a:prstGeom prst="rect">
            <a:avLst/>
          </a:prstGeom>
        </p:spPr>
        <p:txBody>
          <a:bodyPr anchor="ctr" anchorCtr="0"/>
          <a:lstStyle>
            <a:defPPr>
              <a:defRPr lang="fr-FR"/>
            </a:defPPr>
            <a:lvl1pPr marL="0" algn="l" defTabSz="914400" rtl="0" eaLnBrk="1" latinLnBrk="0" hangingPunct="1">
              <a:defRPr sz="1000" kern="1200">
                <a:solidFill>
                  <a:schemeClr val="tx1"/>
                </a:solidFill>
                <a:latin typeface="Aptos Light" panose="020B0004020202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noProof="0"/>
              <a:t>December 2025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DCF4C4C-C4F4-84A1-49E8-CEF034CAC164}"/>
              </a:ext>
            </a:extLst>
          </p:cNvPr>
          <p:cNvSpPr/>
          <p:nvPr/>
        </p:nvSpPr>
        <p:spPr>
          <a:xfrm>
            <a:off x="10026073" y="1451464"/>
            <a:ext cx="2045118" cy="4794774"/>
          </a:xfrm>
          <a:prstGeom prst="rect">
            <a:avLst/>
          </a:prstGeom>
          <a:solidFill>
            <a:srgbClr val="F3F8FF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3736" indent="-173736" algn="l" rtl="0" eaLnBrk="1" latinLnBrk="0" hangingPunct="1">
              <a:spcAft>
                <a:spcPts val="1200"/>
              </a:spcAft>
              <a:buFont typeface="Arial" panose="020B0604020202020204" pitchFamily="34" charset="0"/>
              <a:buChar char="•"/>
            </a:pPr>
            <a:endParaRPr lang="en-US" sz="1200" dirty="0">
              <a:solidFill>
                <a:srgbClr val="000000"/>
              </a:solidFill>
              <a:effectLst/>
              <a:latin typeface="Calibri" panose="020F0502020204030204" pitchFamily="34" charset="0"/>
            </a:endParaRPr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6629BB90-5B35-6DE0-8BAB-71AB55BB28A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8272"/>
          <a:stretch/>
        </p:blipFill>
        <p:spPr>
          <a:xfrm>
            <a:off x="10237167" y="5337443"/>
            <a:ext cx="1505893" cy="63351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47B6D05B-3CD4-03C3-F70A-89E2740909AC}"/>
              </a:ext>
            </a:extLst>
          </p:cNvPr>
          <p:cNvSpPr/>
          <p:nvPr/>
        </p:nvSpPr>
        <p:spPr>
          <a:xfrm>
            <a:off x="109538" y="1376819"/>
            <a:ext cx="9788227" cy="491662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PH_TBL</a:t>
            </a:r>
          </a:p>
        </p:txBody>
      </p:sp>
      <p:pic>
        <p:nvPicPr>
          <p:cNvPr id="9" name="Image 8">
            <a:extLst>
              <a:ext uri="{FF2B5EF4-FFF2-40B4-BE49-F238E27FC236}">
                <a16:creationId xmlns:a16="http://schemas.microsoft.com/office/drawing/2014/main" id="{DA4D51F9-B4DA-D34A-7227-724D5812864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02951" y="250095"/>
            <a:ext cx="756509" cy="756509"/>
          </a:xfrm>
          <a:prstGeom prst="rect">
            <a:avLst/>
          </a:prstGeom>
        </p:spPr>
      </p:pic>
      <p:pic>
        <p:nvPicPr>
          <p:cNvPr id="5" name="Picture 2" descr="Drapeau de l'Espagne — Wikipédia">
            <a:extLst>
              <a:ext uri="{FF2B5EF4-FFF2-40B4-BE49-F238E27FC236}">
                <a16:creationId xmlns:a16="http://schemas.microsoft.com/office/drawing/2014/main" id="{A0F414DF-D6BC-0EB0-2BF0-A84883B17AE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17756" y="250095"/>
            <a:ext cx="1007014" cy="67134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66753449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279A0D-F44F-3916-455E-F066B0FB73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FE412A1-B448-39E0-2EE5-ACA0837C20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8709" y="171472"/>
            <a:ext cx="10515600" cy="594299"/>
          </a:xfrm>
        </p:spPr>
        <p:txBody>
          <a:bodyPr>
            <a:normAutofit/>
          </a:bodyPr>
          <a:lstStyle/>
          <a:p>
            <a:pPr>
              <a:spcBef>
                <a:spcPts val="1000"/>
              </a:spcBef>
            </a:pPr>
            <a:r>
              <a:rPr lang="en-US" b="1">
                <a:ea typeface="+mn-ea"/>
              </a:rPr>
              <a:t>LEAD DEEP DIVE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910246BD-0F6E-6A93-48C6-5D1C2B306C9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11621" y="638738"/>
            <a:ext cx="12244886" cy="573088"/>
          </a:xfrm>
        </p:spPr>
        <p:txBody>
          <a:bodyPr>
            <a:normAutofit/>
          </a:bodyPr>
          <a:lstStyle/>
          <a:p>
            <a:pPr marL="92075"/>
            <a:r>
              <a:rPr lang="en-US" b="1">
                <a:ea typeface="+mn-ea"/>
              </a:rPr>
              <a:t>By main website CTA</a:t>
            </a:r>
          </a:p>
          <a:p>
            <a:endParaRPr lang="fr-FR" sz="2400" b="1">
              <a:solidFill>
                <a:srgbClr val="043882"/>
              </a:solidFill>
              <a:latin typeface="Calibri bold" panose="020F0702030404030204" pitchFamily="34" charset="0"/>
              <a:ea typeface="+mn-ea"/>
              <a:cs typeface="Calibri bold" panose="020F0702030404030204" pitchFamily="34" charset="0"/>
            </a:endParaRP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1CDFD98-E3C5-E740-2B05-A81888221F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6A88250-4A72-4719-B696-DC572B6C1A1F}" type="slidenum">
              <a:rPr kumimoji="0" lang="en-US" sz="10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 Light" panose="020B0004020202020204" pitchFamily="34" charset="0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44</a:t>
            </a:fld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82000"/>
                </a:prstClr>
              </a:solidFill>
              <a:effectLst/>
              <a:uLnTx/>
              <a:uFillTx/>
              <a:latin typeface="Aptos Light" panose="020B0004020202020204" pitchFamily="34" charset="0"/>
              <a:ea typeface="+mn-ea"/>
              <a:cs typeface="+mn-cs"/>
            </a:endParaRPr>
          </a:p>
        </p:txBody>
      </p:sp>
      <p:sp>
        <p:nvSpPr>
          <p:cNvPr id="4" name="ZoneTexte 2">
            <a:extLst>
              <a:ext uri="{FF2B5EF4-FFF2-40B4-BE49-F238E27FC236}">
                <a16:creationId xmlns:a16="http://schemas.microsoft.com/office/drawing/2014/main" id="{AE53E5E1-DABE-F907-765B-CB18DB47B63B}"/>
              </a:ext>
            </a:extLst>
          </p:cNvPr>
          <p:cNvSpPr txBox="1"/>
          <p:nvPr/>
        </p:nvSpPr>
        <p:spPr>
          <a:xfrm>
            <a:off x="-815" y="6345866"/>
            <a:ext cx="367177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i="1"/>
              <a:t>Source : Autobiz</a:t>
            </a:r>
          </a:p>
        </p:txBody>
      </p:sp>
      <p:sp>
        <p:nvSpPr>
          <p:cNvPr id="7" name="Espace réservé de la date 1">
            <a:extLst>
              <a:ext uri="{FF2B5EF4-FFF2-40B4-BE49-F238E27FC236}">
                <a16:creationId xmlns:a16="http://schemas.microsoft.com/office/drawing/2014/main" id="{9A4962DA-E4AD-657F-729E-BA1AFF06FFC1}"/>
              </a:ext>
            </a:extLst>
          </p:cNvPr>
          <p:cNvSpPr txBox="1">
            <a:spLocks/>
          </p:cNvSpPr>
          <p:nvPr/>
        </p:nvSpPr>
        <p:spPr>
          <a:xfrm>
            <a:off x="109538" y="6551038"/>
            <a:ext cx="2743200" cy="365125"/>
          </a:xfrm>
          <a:prstGeom prst="rect">
            <a:avLst/>
          </a:prstGeom>
        </p:spPr>
        <p:txBody>
          <a:bodyPr anchor="ctr" anchorCtr="0"/>
          <a:lstStyle>
            <a:defPPr>
              <a:defRPr lang="fr-FR"/>
            </a:defPPr>
            <a:lvl1pPr marL="0" algn="l" defTabSz="914400" rtl="0" eaLnBrk="1" latinLnBrk="0" hangingPunct="1">
              <a:defRPr sz="1000" kern="1200">
                <a:solidFill>
                  <a:schemeClr val="tx1"/>
                </a:solidFill>
                <a:latin typeface="Aptos Light" panose="020B0004020202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noProof="0"/>
              <a:t>December 2025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A9D9167-6BE6-2A71-6AD3-5CCABBE2D51F}"/>
              </a:ext>
            </a:extLst>
          </p:cNvPr>
          <p:cNvSpPr/>
          <p:nvPr/>
        </p:nvSpPr>
        <p:spPr>
          <a:xfrm>
            <a:off x="9921263" y="1320922"/>
            <a:ext cx="2045118" cy="4921128"/>
          </a:xfrm>
          <a:prstGeom prst="rect">
            <a:avLst/>
          </a:prstGeom>
          <a:solidFill>
            <a:srgbClr val="F3F8FF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3736" indent="-173736" algn="l" rtl="0" eaLnBrk="1" latinLnBrk="0" hangingPunct="1">
              <a:spcAft>
                <a:spcPts val="1200"/>
              </a:spcAft>
              <a:buFont typeface="Arial" panose="020B0604020202020204" pitchFamily="34" charset="0"/>
              <a:buChar char="•"/>
            </a:pPr>
            <a:endParaRPr lang="en-US" sz="1200" dirty="0">
              <a:solidFill>
                <a:srgbClr val="000000"/>
              </a:solidFill>
              <a:effectLst/>
              <a:latin typeface="Calibri" panose="020F0502020204030204" pitchFamily="34" charset="0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3BB4883-B060-BA8A-749F-A60DE159FE43}"/>
              </a:ext>
            </a:extLst>
          </p:cNvPr>
          <p:cNvSpPr/>
          <p:nvPr/>
        </p:nvSpPr>
        <p:spPr>
          <a:xfrm>
            <a:off x="2239033" y="3992136"/>
            <a:ext cx="1431925" cy="1791699"/>
          </a:xfrm>
          <a:prstGeom prst="rect">
            <a:avLst/>
          </a:prstGeom>
          <a:noFill/>
          <a:ln w="28575"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3A5A06F-1F7F-E46B-0ED1-EA042587C40F}"/>
              </a:ext>
            </a:extLst>
          </p:cNvPr>
          <p:cNvSpPr/>
          <p:nvPr/>
        </p:nvSpPr>
        <p:spPr>
          <a:xfrm>
            <a:off x="5516509" y="2053650"/>
            <a:ext cx="1505893" cy="1077218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fr-FR" sz="1600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highlight>
                  <a:srgbClr val="FFFF00"/>
                </a:highlight>
              </a:rPr>
              <a:t>Display the </a:t>
            </a:r>
            <a:r>
              <a:rPr lang="fr-FR" sz="1600" err="1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highlight>
                  <a:srgbClr val="FFFF00"/>
                </a:highlight>
              </a:rPr>
              <a:t>different</a:t>
            </a:r>
            <a:r>
              <a:rPr lang="fr-FR" sz="1600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highlight>
                  <a:srgbClr val="FFFF00"/>
                </a:highlight>
              </a:rPr>
              <a:t> CTA </a:t>
            </a:r>
            <a:r>
              <a:rPr lang="fr-FR" sz="1600" err="1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highlight>
                  <a:srgbClr val="FFFF00"/>
                </a:highlight>
              </a:rPr>
              <a:t>related</a:t>
            </a:r>
            <a:r>
              <a:rPr lang="fr-FR" sz="1600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highlight>
                  <a:srgbClr val="FFFF00"/>
                </a:highlight>
              </a:rPr>
              <a:t> to main </a:t>
            </a:r>
            <a:r>
              <a:rPr lang="fr-FR" sz="1600" err="1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highlight>
                  <a:srgbClr val="FFFF00"/>
                </a:highlight>
              </a:rPr>
              <a:t>website</a:t>
            </a:r>
            <a:r>
              <a:rPr lang="fr-FR" sz="1600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highlight>
                  <a:srgbClr val="FFFF00"/>
                </a:highlight>
              </a:rPr>
              <a:t> source</a:t>
            </a:r>
          </a:p>
        </p:txBody>
      </p:sp>
      <p:pic>
        <p:nvPicPr>
          <p:cNvPr id="12" name="Image 11">
            <a:extLst>
              <a:ext uri="{FF2B5EF4-FFF2-40B4-BE49-F238E27FC236}">
                <a16:creationId xmlns:a16="http://schemas.microsoft.com/office/drawing/2014/main" id="{A6755055-FDBF-9743-5B5D-D8C71B3E261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8272"/>
          <a:stretch/>
        </p:blipFill>
        <p:spPr>
          <a:xfrm>
            <a:off x="10190875" y="5423616"/>
            <a:ext cx="1505893" cy="633510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1B64D8E7-B24A-5163-AAD4-4DB80128E601}"/>
              </a:ext>
            </a:extLst>
          </p:cNvPr>
          <p:cNvSpPr/>
          <p:nvPr/>
        </p:nvSpPr>
        <p:spPr>
          <a:xfrm>
            <a:off x="188914" y="1211826"/>
            <a:ext cx="9304792" cy="505767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PH_TBL</a:t>
            </a:r>
          </a:p>
        </p:txBody>
      </p:sp>
      <p:pic>
        <p:nvPicPr>
          <p:cNvPr id="9" name="Image 8">
            <a:extLst>
              <a:ext uri="{FF2B5EF4-FFF2-40B4-BE49-F238E27FC236}">
                <a16:creationId xmlns:a16="http://schemas.microsoft.com/office/drawing/2014/main" id="{B61B8C6E-6C5C-CDC4-A7BE-865A6337133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02951" y="250095"/>
            <a:ext cx="756509" cy="756509"/>
          </a:xfrm>
          <a:prstGeom prst="rect">
            <a:avLst/>
          </a:prstGeom>
        </p:spPr>
      </p:pic>
      <p:pic>
        <p:nvPicPr>
          <p:cNvPr id="5" name="Picture 2" descr="Drapeau de l'Espagne — Wikipédia">
            <a:extLst>
              <a:ext uri="{FF2B5EF4-FFF2-40B4-BE49-F238E27FC236}">
                <a16:creationId xmlns:a16="http://schemas.microsoft.com/office/drawing/2014/main" id="{EB4EFFB1-641E-3C34-2E5C-A523DE27048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17756" y="250095"/>
            <a:ext cx="1007014" cy="67134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225324705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5A13E4-CA45-6C47-C88F-B4434EC4F7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EA6C272-6B57-D043-549F-28BCEB394B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817" y="183190"/>
            <a:ext cx="10515600" cy="594299"/>
          </a:xfrm>
        </p:spPr>
        <p:txBody>
          <a:bodyPr>
            <a:normAutofit/>
          </a:bodyPr>
          <a:lstStyle/>
          <a:p>
            <a:pPr>
              <a:spcBef>
                <a:spcPts val="1000"/>
              </a:spcBef>
            </a:pPr>
            <a:r>
              <a:rPr lang="en-US" b="1">
                <a:ea typeface="+mn-ea"/>
              </a:rPr>
              <a:t>LEAD DEEP DIVE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9020579E-C51B-E741-3902-C701B6B8B4E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58763" y="615950"/>
            <a:ext cx="12244886" cy="573088"/>
          </a:xfrm>
        </p:spPr>
        <p:txBody>
          <a:bodyPr>
            <a:normAutofit/>
          </a:bodyPr>
          <a:lstStyle/>
          <a:p>
            <a:pPr marL="92075"/>
            <a:r>
              <a:rPr lang="en-US" b="1">
                <a:ea typeface="+mn-ea"/>
              </a:rPr>
              <a:t>By marketing code</a:t>
            </a:r>
          </a:p>
          <a:p>
            <a:endParaRPr lang="fr-FR" sz="2400" b="1">
              <a:solidFill>
                <a:srgbClr val="043882"/>
              </a:solidFill>
              <a:latin typeface="Calibri bold" panose="020F0702030404030204" pitchFamily="34" charset="0"/>
              <a:ea typeface="+mn-ea"/>
              <a:cs typeface="Calibri bold" panose="020F0702030404030204" pitchFamily="34" charset="0"/>
            </a:endParaRP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CB2AF382-224C-3561-C36C-3AA3730D4B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6A88250-4A72-4719-B696-DC572B6C1A1F}" type="slidenum">
              <a:rPr kumimoji="0" lang="en-US" sz="10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 Light" panose="020B0004020202020204" pitchFamily="34" charset="0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45</a:t>
            </a:fld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82000"/>
                </a:prstClr>
              </a:solidFill>
              <a:effectLst/>
              <a:uLnTx/>
              <a:uFillTx/>
              <a:latin typeface="Aptos Light" panose="020B0004020202020204" pitchFamily="34" charset="0"/>
              <a:ea typeface="+mn-ea"/>
              <a:cs typeface="+mn-cs"/>
            </a:endParaRPr>
          </a:p>
        </p:txBody>
      </p:sp>
      <p:sp>
        <p:nvSpPr>
          <p:cNvPr id="4" name="ZoneTexte 2">
            <a:extLst>
              <a:ext uri="{FF2B5EF4-FFF2-40B4-BE49-F238E27FC236}">
                <a16:creationId xmlns:a16="http://schemas.microsoft.com/office/drawing/2014/main" id="{FAE42550-1CDE-E7BB-9569-50BF57DFFBF2}"/>
              </a:ext>
            </a:extLst>
          </p:cNvPr>
          <p:cNvSpPr txBox="1"/>
          <p:nvPr/>
        </p:nvSpPr>
        <p:spPr>
          <a:xfrm>
            <a:off x="-815" y="6345866"/>
            <a:ext cx="367177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i="1"/>
              <a:t>Source : Autobiz</a:t>
            </a:r>
          </a:p>
        </p:txBody>
      </p:sp>
      <p:sp>
        <p:nvSpPr>
          <p:cNvPr id="7" name="Espace réservé de la date 1">
            <a:extLst>
              <a:ext uri="{FF2B5EF4-FFF2-40B4-BE49-F238E27FC236}">
                <a16:creationId xmlns:a16="http://schemas.microsoft.com/office/drawing/2014/main" id="{3DDE1AB0-65A6-1021-C220-BF52F1E4CF56}"/>
              </a:ext>
            </a:extLst>
          </p:cNvPr>
          <p:cNvSpPr txBox="1">
            <a:spLocks/>
          </p:cNvSpPr>
          <p:nvPr/>
        </p:nvSpPr>
        <p:spPr>
          <a:xfrm>
            <a:off x="109538" y="6551038"/>
            <a:ext cx="2743200" cy="365125"/>
          </a:xfrm>
          <a:prstGeom prst="rect">
            <a:avLst/>
          </a:prstGeom>
        </p:spPr>
        <p:txBody>
          <a:bodyPr anchor="ctr" anchorCtr="0"/>
          <a:lstStyle>
            <a:defPPr>
              <a:defRPr lang="fr-FR"/>
            </a:defPPr>
            <a:lvl1pPr marL="0" algn="l" defTabSz="914400" rtl="0" eaLnBrk="1" latinLnBrk="0" hangingPunct="1">
              <a:defRPr sz="1000" kern="1200">
                <a:solidFill>
                  <a:schemeClr val="tx1"/>
                </a:solidFill>
                <a:latin typeface="Aptos Light" panose="020B0004020202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noProof="0"/>
              <a:t>December 2025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CB80244-F964-152B-BD8C-D59EE6FE1146}"/>
              </a:ext>
            </a:extLst>
          </p:cNvPr>
          <p:cNvSpPr/>
          <p:nvPr/>
        </p:nvSpPr>
        <p:spPr>
          <a:xfrm>
            <a:off x="9921263" y="1320922"/>
            <a:ext cx="2045118" cy="4921128"/>
          </a:xfrm>
          <a:prstGeom prst="rect">
            <a:avLst/>
          </a:prstGeom>
          <a:solidFill>
            <a:srgbClr val="F3F8FF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3736" indent="-173736" algn="l" rtl="0" eaLnBrk="1" latinLnBrk="0" hangingPunct="1">
              <a:spcAft>
                <a:spcPts val="1200"/>
              </a:spcAft>
              <a:buFont typeface="Arial" panose="020B0604020202020204" pitchFamily="34" charset="0"/>
              <a:buChar char="•"/>
            </a:pPr>
            <a:endParaRPr lang="en-US" sz="1200" dirty="0">
              <a:solidFill>
                <a:srgbClr val="000000"/>
              </a:solidFill>
              <a:effectLst/>
              <a:latin typeface="Calibri" panose="020F0502020204030204" pitchFamily="34" charset="0"/>
            </a:endParaRPr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3AD6A79C-B584-1585-B2AF-85F30937A19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8272"/>
          <a:stretch/>
        </p:blipFill>
        <p:spPr>
          <a:xfrm>
            <a:off x="10190875" y="5220323"/>
            <a:ext cx="1505893" cy="63351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31F41298-28C8-DE10-A7E1-7B88F8E2B933}"/>
              </a:ext>
            </a:extLst>
          </p:cNvPr>
          <p:cNvSpPr/>
          <p:nvPr/>
        </p:nvSpPr>
        <p:spPr>
          <a:xfrm>
            <a:off x="109538" y="1416195"/>
            <a:ext cx="9602083" cy="492722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PH_TBL</a:t>
            </a:r>
          </a:p>
        </p:txBody>
      </p:sp>
      <p:pic>
        <p:nvPicPr>
          <p:cNvPr id="9" name="Image 8">
            <a:extLst>
              <a:ext uri="{FF2B5EF4-FFF2-40B4-BE49-F238E27FC236}">
                <a16:creationId xmlns:a16="http://schemas.microsoft.com/office/drawing/2014/main" id="{8A754F58-C9F1-9399-72E4-C7F21988D53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02951" y="250095"/>
            <a:ext cx="756509" cy="756509"/>
          </a:xfrm>
          <a:prstGeom prst="rect">
            <a:avLst/>
          </a:prstGeom>
        </p:spPr>
      </p:pic>
      <p:pic>
        <p:nvPicPr>
          <p:cNvPr id="5" name="Picture 2" descr="Drapeau de l'Espagne — Wikipédia">
            <a:extLst>
              <a:ext uri="{FF2B5EF4-FFF2-40B4-BE49-F238E27FC236}">
                <a16:creationId xmlns:a16="http://schemas.microsoft.com/office/drawing/2014/main" id="{D6366287-643C-2B40-CB0B-17BF6FF2744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17756" y="250095"/>
            <a:ext cx="1007014" cy="67134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579509777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E85056-3252-74A5-1E36-9EA2EED236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0D6F347-195A-AE4B-59F5-E3BB534AB6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8559" y="193896"/>
            <a:ext cx="10515600" cy="594299"/>
          </a:xfrm>
        </p:spPr>
        <p:txBody>
          <a:bodyPr>
            <a:normAutofit/>
          </a:bodyPr>
          <a:lstStyle/>
          <a:p>
            <a:pPr>
              <a:spcBef>
                <a:spcPts val="1000"/>
              </a:spcBef>
            </a:pPr>
            <a:r>
              <a:rPr lang="en-US" b="1">
                <a:ea typeface="+mn-ea"/>
              </a:rPr>
              <a:t>TRAFFICS DEEP DIVE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9052DA60-AE83-71E6-84D1-27D12CE76DF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58709" y="738317"/>
            <a:ext cx="12244886" cy="573088"/>
          </a:xfrm>
        </p:spPr>
        <p:txBody>
          <a:bodyPr>
            <a:normAutofit/>
          </a:bodyPr>
          <a:lstStyle/>
          <a:p>
            <a:pPr marL="92075"/>
            <a:r>
              <a:rPr lang="en-US" b="1">
                <a:ea typeface="+mn-ea"/>
              </a:rPr>
              <a:t>Traffic</a:t>
            </a:r>
          </a:p>
          <a:p>
            <a:endParaRPr lang="fr-FR" sz="2400" b="1">
              <a:solidFill>
                <a:srgbClr val="043882"/>
              </a:solidFill>
              <a:latin typeface="Calibri bold" panose="020F0702030404030204" pitchFamily="34" charset="0"/>
              <a:ea typeface="+mn-ea"/>
              <a:cs typeface="Calibri bold" panose="020F0702030404030204" pitchFamily="34" charset="0"/>
            </a:endParaRP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225780E0-E0FC-1048-A25A-513A72D5074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6A88250-4A72-4719-B696-DC572B6C1A1F}" type="slidenum">
              <a:rPr kumimoji="0" lang="en-US" sz="10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 Light" panose="020B0004020202020204" pitchFamily="34" charset="0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46</a:t>
            </a:fld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82000"/>
                </a:prstClr>
              </a:solidFill>
              <a:effectLst/>
              <a:uLnTx/>
              <a:uFillTx/>
              <a:latin typeface="Aptos Light" panose="020B0004020202020204" pitchFamily="34" charset="0"/>
              <a:ea typeface="+mn-ea"/>
              <a:cs typeface="+mn-cs"/>
            </a:endParaRPr>
          </a:p>
        </p:txBody>
      </p:sp>
      <p:sp>
        <p:nvSpPr>
          <p:cNvPr id="4" name="ZoneTexte 2">
            <a:extLst>
              <a:ext uri="{FF2B5EF4-FFF2-40B4-BE49-F238E27FC236}">
                <a16:creationId xmlns:a16="http://schemas.microsoft.com/office/drawing/2014/main" id="{C7C3D04A-1355-419D-A4FC-DBC83DB61F25}"/>
              </a:ext>
            </a:extLst>
          </p:cNvPr>
          <p:cNvSpPr txBox="1"/>
          <p:nvPr/>
        </p:nvSpPr>
        <p:spPr>
          <a:xfrm>
            <a:off x="0" y="6340233"/>
            <a:ext cx="367177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i="1"/>
              <a:t>Source : GA4/</a:t>
            </a:r>
            <a:r>
              <a:rPr lang="fr-FR" sz="1200" i="1" err="1"/>
              <a:t>Autobiz</a:t>
            </a:r>
            <a:endParaRPr lang="fr-FR" sz="1200" i="1"/>
          </a:p>
        </p:txBody>
      </p:sp>
      <p:sp>
        <p:nvSpPr>
          <p:cNvPr id="9" name="Espace réservé de la date 1">
            <a:extLst>
              <a:ext uri="{FF2B5EF4-FFF2-40B4-BE49-F238E27FC236}">
                <a16:creationId xmlns:a16="http://schemas.microsoft.com/office/drawing/2014/main" id="{45DE3394-D15A-36D0-3BF9-33D20F48B0C7}"/>
              </a:ext>
            </a:extLst>
          </p:cNvPr>
          <p:cNvSpPr txBox="1">
            <a:spLocks/>
          </p:cNvSpPr>
          <p:nvPr/>
        </p:nvSpPr>
        <p:spPr>
          <a:xfrm>
            <a:off x="109538" y="6551038"/>
            <a:ext cx="2743200" cy="365125"/>
          </a:xfrm>
          <a:prstGeom prst="rect">
            <a:avLst/>
          </a:prstGeom>
        </p:spPr>
        <p:txBody>
          <a:bodyPr anchor="ctr" anchorCtr="0"/>
          <a:lstStyle>
            <a:defPPr>
              <a:defRPr lang="fr-FR"/>
            </a:defPPr>
            <a:lvl1pPr marL="0" algn="l" defTabSz="914400" rtl="0" eaLnBrk="1" latinLnBrk="0" hangingPunct="1">
              <a:defRPr sz="1000" kern="1200">
                <a:solidFill>
                  <a:schemeClr val="tx1"/>
                </a:solidFill>
                <a:latin typeface="Aptos Light" panose="020B0004020202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noProof="0"/>
              <a:t>December 2025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1DFA593-AA92-492B-F257-164DC48DBF3D}"/>
              </a:ext>
            </a:extLst>
          </p:cNvPr>
          <p:cNvSpPr/>
          <p:nvPr/>
        </p:nvSpPr>
        <p:spPr>
          <a:xfrm>
            <a:off x="10026073" y="1432414"/>
            <a:ext cx="2045118" cy="4794774"/>
          </a:xfrm>
          <a:prstGeom prst="rect">
            <a:avLst/>
          </a:prstGeom>
          <a:solidFill>
            <a:srgbClr val="F3F8FF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fr-FR" sz="1200" dirty="0">
              <a:solidFill>
                <a:schemeClr val="tx1"/>
              </a:solidFill>
              <a:latin typeface="Calibri"/>
              <a:cs typeface="Calibri"/>
            </a:endParaRPr>
          </a:p>
        </p:txBody>
      </p:sp>
      <p:pic>
        <p:nvPicPr>
          <p:cNvPr id="20" name="Image 19">
            <a:extLst>
              <a:ext uri="{FF2B5EF4-FFF2-40B4-BE49-F238E27FC236}">
                <a16:creationId xmlns:a16="http://schemas.microsoft.com/office/drawing/2014/main" id="{4BB8C75D-8315-F55C-2DB7-FA69B123FE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71854" y="615950"/>
            <a:ext cx="2172690" cy="2115363"/>
          </a:xfrm>
          <a:prstGeom prst="rect">
            <a:avLst/>
          </a:prstGeom>
        </p:spPr>
      </p:pic>
      <p:pic>
        <p:nvPicPr>
          <p:cNvPr id="25" name="Image 24">
            <a:extLst>
              <a:ext uri="{FF2B5EF4-FFF2-40B4-BE49-F238E27FC236}">
                <a16:creationId xmlns:a16="http://schemas.microsoft.com/office/drawing/2014/main" id="{0CA39D51-3B97-508D-0239-81CF6EF16CC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527736" y="3494184"/>
            <a:ext cx="3616808" cy="2374110"/>
          </a:xfrm>
          <a:prstGeom prst="rect">
            <a:avLst/>
          </a:prstGeom>
        </p:spPr>
      </p:pic>
      <p:pic>
        <p:nvPicPr>
          <p:cNvPr id="29" name="Image 28" descr="Une image contenant texte, capture d’écran, Police, nombre&#10;&#10;Le contenu généré par l’IA peut être incorrect.">
            <a:extLst>
              <a:ext uri="{FF2B5EF4-FFF2-40B4-BE49-F238E27FC236}">
                <a16:creationId xmlns:a16="http://schemas.microsoft.com/office/drawing/2014/main" id="{18EC7631-35DC-C833-A6C4-8175D3CB097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301044" y="6916163"/>
            <a:ext cx="6382641" cy="3829584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DC38E9FA-254F-C2D8-2E55-BD4451965E18}"/>
              </a:ext>
            </a:extLst>
          </p:cNvPr>
          <p:cNvSpPr/>
          <p:nvPr/>
        </p:nvSpPr>
        <p:spPr>
          <a:xfrm>
            <a:off x="438365" y="1332616"/>
            <a:ext cx="9452083" cy="490428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PH_LKR_1</a:t>
            </a:r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6613168C-F223-1E54-E818-50391727D9DC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t="55731" r="85895" b="30104"/>
          <a:stretch/>
        </p:blipFill>
        <p:spPr>
          <a:xfrm>
            <a:off x="6096000" y="113584"/>
            <a:ext cx="933915" cy="905117"/>
          </a:xfrm>
          <a:prstGeom prst="rect">
            <a:avLst/>
          </a:prstGeom>
        </p:spPr>
      </p:pic>
      <p:pic>
        <p:nvPicPr>
          <p:cNvPr id="5" name="Picture 2" descr="Drapeau de l'Espagne — Wikipédia">
            <a:extLst>
              <a:ext uri="{FF2B5EF4-FFF2-40B4-BE49-F238E27FC236}">
                <a16:creationId xmlns:a16="http://schemas.microsoft.com/office/drawing/2014/main" id="{3C7E5AAD-CDA5-3F7B-F5A4-28857331D91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17756" y="250095"/>
            <a:ext cx="1007014" cy="67134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371344053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1192FA-4BB2-3BD7-3B80-13D9BA92C6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71F5D45-8495-DAEE-5058-0EE5606FEA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8763" y="155449"/>
            <a:ext cx="10515600" cy="594299"/>
          </a:xfrm>
        </p:spPr>
        <p:txBody>
          <a:bodyPr>
            <a:normAutofit/>
          </a:bodyPr>
          <a:lstStyle/>
          <a:p>
            <a:pPr>
              <a:spcBef>
                <a:spcPts val="1000"/>
              </a:spcBef>
            </a:pPr>
            <a:r>
              <a:rPr lang="en-US" b="1">
                <a:ea typeface="+mn-ea"/>
              </a:rPr>
              <a:t>LEAD DEEP DIVE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87ADF3E3-D955-FF84-546B-9E0ABA143D2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11621" y="614795"/>
            <a:ext cx="12244886" cy="573088"/>
          </a:xfrm>
        </p:spPr>
        <p:txBody>
          <a:bodyPr>
            <a:normAutofit/>
          </a:bodyPr>
          <a:lstStyle/>
          <a:p>
            <a:pPr marL="92075"/>
            <a:r>
              <a:rPr lang="en-US" b="1">
                <a:ea typeface="+mn-ea"/>
              </a:rPr>
              <a:t>By acquisition channel</a:t>
            </a:r>
          </a:p>
          <a:p>
            <a:endParaRPr lang="fr-FR" sz="2400" b="1">
              <a:solidFill>
                <a:srgbClr val="043882"/>
              </a:solidFill>
              <a:latin typeface="Calibri bold" panose="020F0702030404030204" pitchFamily="34" charset="0"/>
              <a:ea typeface="+mn-ea"/>
              <a:cs typeface="Calibri bold" panose="020F0702030404030204" pitchFamily="34" charset="0"/>
            </a:endParaRP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752D158B-FBF0-3F68-07DF-8DE5BD7C24F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6A88250-4A72-4719-B696-DC572B6C1A1F}" type="slidenum">
              <a:rPr kumimoji="0" lang="en-US" sz="10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 Light" panose="020B0004020202020204" pitchFamily="34" charset="0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47</a:t>
            </a:fld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82000"/>
                </a:prstClr>
              </a:solidFill>
              <a:effectLst/>
              <a:uLnTx/>
              <a:uFillTx/>
              <a:latin typeface="Aptos Light" panose="020B0004020202020204" pitchFamily="34" charset="0"/>
              <a:ea typeface="+mn-ea"/>
              <a:cs typeface="+mn-cs"/>
            </a:endParaRPr>
          </a:p>
        </p:txBody>
      </p:sp>
      <p:sp>
        <p:nvSpPr>
          <p:cNvPr id="4" name="ZoneTexte 2">
            <a:extLst>
              <a:ext uri="{FF2B5EF4-FFF2-40B4-BE49-F238E27FC236}">
                <a16:creationId xmlns:a16="http://schemas.microsoft.com/office/drawing/2014/main" id="{975AE1F7-A1D2-2787-AB04-40AA49EFF6C1}"/>
              </a:ext>
            </a:extLst>
          </p:cNvPr>
          <p:cNvSpPr txBox="1"/>
          <p:nvPr/>
        </p:nvSpPr>
        <p:spPr>
          <a:xfrm>
            <a:off x="-815" y="6345866"/>
            <a:ext cx="367177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i="1"/>
              <a:t>Source : Autobiz</a:t>
            </a:r>
          </a:p>
        </p:txBody>
      </p:sp>
      <p:sp>
        <p:nvSpPr>
          <p:cNvPr id="7" name="Espace réservé de la date 1">
            <a:extLst>
              <a:ext uri="{FF2B5EF4-FFF2-40B4-BE49-F238E27FC236}">
                <a16:creationId xmlns:a16="http://schemas.microsoft.com/office/drawing/2014/main" id="{236AD65F-1A07-5E5B-7C84-C67782BAB019}"/>
              </a:ext>
            </a:extLst>
          </p:cNvPr>
          <p:cNvSpPr txBox="1">
            <a:spLocks/>
          </p:cNvSpPr>
          <p:nvPr/>
        </p:nvSpPr>
        <p:spPr>
          <a:xfrm>
            <a:off x="109538" y="6551038"/>
            <a:ext cx="2743200" cy="365125"/>
          </a:xfrm>
          <a:prstGeom prst="rect">
            <a:avLst/>
          </a:prstGeom>
        </p:spPr>
        <p:txBody>
          <a:bodyPr anchor="ctr" anchorCtr="0"/>
          <a:lstStyle>
            <a:defPPr>
              <a:defRPr lang="fr-FR"/>
            </a:defPPr>
            <a:lvl1pPr marL="0" algn="l" defTabSz="914400" rtl="0" eaLnBrk="1" latinLnBrk="0" hangingPunct="1">
              <a:defRPr sz="1000" kern="1200">
                <a:solidFill>
                  <a:schemeClr val="tx1"/>
                </a:solidFill>
                <a:latin typeface="Aptos Light" panose="020B0004020202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noProof="0"/>
              <a:t>December 2025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DE9B4F4-4332-5DE4-05DB-36620123EDE4}"/>
              </a:ext>
            </a:extLst>
          </p:cNvPr>
          <p:cNvSpPr/>
          <p:nvPr/>
        </p:nvSpPr>
        <p:spPr>
          <a:xfrm>
            <a:off x="10026073" y="1451464"/>
            <a:ext cx="2045118" cy="4794774"/>
          </a:xfrm>
          <a:prstGeom prst="rect">
            <a:avLst/>
          </a:prstGeom>
          <a:solidFill>
            <a:srgbClr val="F3F8FF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3736" indent="-173736" algn="l" rtl="0" eaLnBrk="1" latinLnBrk="0" hangingPunct="1">
              <a:spcAft>
                <a:spcPts val="1200"/>
              </a:spcAft>
              <a:buFont typeface="Arial" panose="020B0604020202020204" pitchFamily="34" charset="0"/>
              <a:buChar char="•"/>
            </a:pPr>
            <a:endParaRPr lang="en-US" sz="1200" dirty="0">
              <a:solidFill>
                <a:srgbClr val="000000"/>
              </a:solidFill>
              <a:effectLst/>
              <a:latin typeface="Calibri" panose="020F0502020204030204" pitchFamily="34" charset="0"/>
            </a:endParaRPr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C2673776-DCE5-7DE1-2938-62187A09082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8272"/>
          <a:stretch/>
        </p:blipFill>
        <p:spPr>
          <a:xfrm>
            <a:off x="10237167" y="5337443"/>
            <a:ext cx="1505893" cy="63351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B053199D-1B19-0509-4FC4-19F20B2BD1B3}"/>
              </a:ext>
            </a:extLst>
          </p:cNvPr>
          <p:cNvSpPr/>
          <p:nvPr/>
        </p:nvSpPr>
        <p:spPr>
          <a:xfrm>
            <a:off x="109538" y="1376819"/>
            <a:ext cx="9788227" cy="491662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PH_TBL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3BC1A3C4-6592-2C69-83EA-FFF541181C9C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55731" r="85895" b="30104"/>
          <a:stretch/>
        </p:blipFill>
        <p:spPr>
          <a:xfrm>
            <a:off x="6096000" y="113584"/>
            <a:ext cx="933915" cy="905117"/>
          </a:xfrm>
          <a:prstGeom prst="rect">
            <a:avLst/>
          </a:prstGeom>
        </p:spPr>
      </p:pic>
      <p:pic>
        <p:nvPicPr>
          <p:cNvPr id="9" name="Picture 2" descr="Drapeau de l'Espagne — Wikipédia">
            <a:extLst>
              <a:ext uri="{FF2B5EF4-FFF2-40B4-BE49-F238E27FC236}">
                <a16:creationId xmlns:a16="http://schemas.microsoft.com/office/drawing/2014/main" id="{D2766B63-A700-0E1E-11F1-D4A118E8BC9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17756" y="250095"/>
            <a:ext cx="1007014" cy="67134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852088791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A9E278-A6CD-7962-8CB6-A0B510011A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2993A65-5904-3832-75F8-EAD0F71276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8709" y="171472"/>
            <a:ext cx="10515600" cy="594299"/>
          </a:xfrm>
        </p:spPr>
        <p:txBody>
          <a:bodyPr>
            <a:normAutofit/>
          </a:bodyPr>
          <a:lstStyle/>
          <a:p>
            <a:pPr>
              <a:spcBef>
                <a:spcPts val="1000"/>
              </a:spcBef>
            </a:pPr>
            <a:r>
              <a:rPr lang="en-US" b="1">
                <a:ea typeface="+mn-ea"/>
              </a:rPr>
              <a:t>LEAD DEEP DIVE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6D1FD338-C349-AF59-1F20-31B1537AB773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11621" y="638738"/>
            <a:ext cx="12244886" cy="573088"/>
          </a:xfrm>
        </p:spPr>
        <p:txBody>
          <a:bodyPr>
            <a:normAutofit/>
          </a:bodyPr>
          <a:lstStyle/>
          <a:p>
            <a:pPr marL="92075"/>
            <a:r>
              <a:rPr lang="en-US" b="1">
                <a:ea typeface="+mn-ea"/>
              </a:rPr>
              <a:t>By main website CTA</a:t>
            </a:r>
          </a:p>
          <a:p>
            <a:endParaRPr lang="fr-FR" sz="2400" b="1">
              <a:solidFill>
                <a:srgbClr val="043882"/>
              </a:solidFill>
              <a:latin typeface="Calibri bold" panose="020F0702030404030204" pitchFamily="34" charset="0"/>
              <a:ea typeface="+mn-ea"/>
              <a:cs typeface="Calibri bold" panose="020F0702030404030204" pitchFamily="34" charset="0"/>
            </a:endParaRP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171D1F21-C6A1-928B-F8AA-06BC45E7D2F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6A88250-4A72-4719-B696-DC572B6C1A1F}" type="slidenum">
              <a:rPr kumimoji="0" lang="en-US" sz="10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 Light" panose="020B0004020202020204" pitchFamily="34" charset="0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48</a:t>
            </a:fld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82000"/>
                </a:prstClr>
              </a:solidFill>
              <a:effectLst/>
              <a:uLnTx/>
              <a:uFillTx/>
              <a:latin typeface="Aptos Light" panose="020B0004020202020204" pitchFamily="34" charset="0"/>
              <a:ea typeface="+mn-ea"/>
              <a:cs typeface="+mn-cs"/>
            </a:endParaRPr>
          </a:p>
        </p:txBody>
      </p:sp>
      <p:sp>
        <p:nvSpPr>
          <p:cNvPr id="4" name="ZoneTexte 2">
            <a:extLst>
              <a:ext uri="{FF2B5EF4-FFF2-40B4-BE49-F238E27FC236}">
                <a16:creationId xmlns:a16="http://schemas.microsoft.com/office/drawing/2014/main" id="{8D02547B-9F59-A307-E112-34862DCA1537}"/>
              </a:ext>
            </a:extLst>
          </p:cNvPr>
          <p:cNvSpPr txBox="1"/>
          <p:nvPr/>
        </p:nvSpPr>
        <p:spPr>
          <a:xfrm>
            <a:off x="-815" y="6345866"/>
            <a:ext cx="367177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i="1"/>
              <a:t>Source : Autobiz</a:t>
            </a:r>
          </a:p>
        </p:txBody>
      </p:sp>
      <p:sp>
        <p:nvSpPr>
          <p:cNvPr id="7" name="Espace réservé de la date 1">
            <a:extLst>
              <a:ext uri="{FF2B5EF4-FFF2-40B4-BE49-F238E27FC236}">
                <a16:creationId xmlns:a16="http://schemas.microsoft.com/office/drawing/2014/main" id="{D974CDA3-1317-EC03-8803-A633F72A98D2}"/>
              </a:ext>
            </a:extLst>
          </p:cNvPr>
          <p:cNvSpPr txBox="1">
            <a:spLocks/>
          </p:cNvSpPr>
          <p:nvPr/>
        </p:nvSpPr>
        <p:spPr>
          <a:xfrm>
            <a:off x="109538" y="6551038"/>
            <a:ext cx="2743200" cy="365125"/>
          </a:xfrm>
          <a:prstGeom prst="rect">
            <a:avLst/>
          </a:prstGeom>
        </p:spPr>
        <p:txBody>
          <a:bodyPr anchor="ctr" anchorCtr="0"/>
          <a:lstStyle>
            <a:defPPr>
              <a:defRPr lang="fr-FR"/>
            </a:defPPr>
            <a:lvl1pPr marL="0" algn="l" defTabSz="914400" rtl="0" eaLnBrk="1" latinLnBrk="0" hangingPunct="1">
              <a:defRPr sz="1000" kern="1200">
                <a:solidFill>
                  <a:schemeClr val="tx1"/>
                </a:solidFill>
                <a:latin typeface="Aptos Light" panose="020B0004020202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noProof="0"/>
              <a:t>December 2025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0F42229-4C16-9B0C-09E0-7EA43844FB14}"/>
              </a:ext>
            </a:extLst>
          </p:cNvPr>
          <p:cNvSpPr/>
          <p:nvPr/>
        </p:nvSpPr>
        <p:spPr>
          <a:xfrm>
            <a:off x="9921263" y="1320922"/>
            <a:ext cx="2045118" cy="4921128"/>
          </a:xfrm>
          <a:prstGeom prst="rect">
            <a:avLst/>
          </a:prstGeom>
          <a:solidFill>
            <a:srgbClr val="F3F8FF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3736" indent="-173736" algn="l" rtl="0" eaLnBrk="1" latinLnBrk="0" hangingPunct="1">
              <a:spcAft>
                <a:spcPts val="1200"/>
              </a:spcAft>
              <a:buFont typeface="Arial" panose="020B0604020202020204" pitchFamily="34" charset="0"/>
              <a:buChar char="•"/>
            </a:pPr>
            <a:endParaRPr lang="en-US" sz="1200" dirty="0">
              <a:solidFill>
                <a:srgbClr val="000000"/>
              </a:solidFill>
              <a:effectLst/>
              <a:latin typeface="Calibri" panose="020F0502020204030204" pitchFamily="34" charset="0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7EE1646-9349-9EAF-D148-388C224CE470}"/>
              </a:ext>
            </a:extLst>
          </p:cNvPr>
          <p:cNvSpPr/>
          <p:nvPr/>
        </p:nvSpPr>
        <p:spPr>
          <a:xfrm>
            <a:off x="2239033" y="3992136"/>
            <a:ext cx="1431925" cy="1791699"/>
          </a:xfrm>
          <a:prstGeom prst="rect">
            <a:avLst/>
          </a:prstGeom>
          <a:noFill/>
          <a:ln w="28575"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CCF0167-A5DE-2EA5-0E5F-1CD4CD3FDA39}"/>
              </a:ext>
            </a:extLst>
          </p:cNvPr>
          <p:cNvSpPr/>
          <p:nvPr/>
        </p:nvSpPr>
        <p:spPr>
          <a:xfrm>
            <a:off x="5516509" y="2053650"/>
            <a:ext cx="1505893" cy="1077218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fr-FR" sz="1600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highlight>
                  <a:srgbClr val="FFFF00"/>
                </a:highlight>
              </a:rPr>
              <a:t>Display the </a:t>
            </a:r>
            <a:r>
              <a:rPr lang="fr-FR" sz="1600" err="1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highlight>
                  <a:srgbClr val="FFFF00"/>
                </a:highlight>
              </a:rPr>
              <a:t>different</a:t>
            </a:r>
            <a:r>
              <a:rPr lang="fr-FR" sz="1600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highlight>
                  <a:srgbClr val="FFFF00"/>
                </a:highlight>
              </a:rPr>
              <a:t> CTA </a:t>
            </a:r>
            <a:r>
              <a:rPr lang="fr-FR" sz="1600" err="1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highlight>
                  <a:srgbClr val="FFFF00"/>
                </a:highlight>
              </a:rPr>
              <a:t>related</a:t>
            </a:r>
            <a:r>
              <a:rPr lang="fr-FR" sz="1600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highlight>
                  <a:srgbClr val="FFFF00"/>
                </a:highlight>
              </a:rPr>
              <a:t> to main </a:t>
            </a:r>
            <a:r>
              <a:rPr lang="fr-FR" sz="1600" err="1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highlight>
                  <a:srgbClr val="FFFF00"/>
                </a:highlight>
              </a:rPr>
              <a:t>website</a:t>
            </a:r>
            <a:r>
              <a:rPr lang="fr-FR" sz="1600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highlight>
                  <a:srgbClr val="FFFF00"/>
                </a:highlight>
              </a:rPr>
              <a:t> source</a:t>
            </a:r>
          </a:p>
        </p:txBody>
      </p:sp>
      <p:pic>
        <p:nvPicPr>
          <p:cNvPr id="12" name="Image 11">
            <a:extLst>
              <a:ext uri="{FF2B5EF4-FFF2-40B4-BE49-F238E27FC236}">
                <a16:creationId xmlns:a16="http://schemas.microsoft.com/office/drawing/2014/main" id="{FD25CE46-BCCF-E1AF-A86C-80347586D47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8272"/>
          <a:stretch/>
        </p:blipFill>
        <p:spPr>
          <a:xfrm>
            <a:off x="10190875" y="5423616"/>
            <a:ext cx="1505893" cy="633510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C7E5A0C5-4CB4-CA32-8B23-DA0C7CDDB420}"/>
              </a:ext>
            </a:extLst>
          </p:cNvPr>
          <p:cNvSpPr/>
          <p:nvPr/>
        </p:nvSpPr>
        <p:spPr>
          <a:xfrm>
            <a:off x="188914" y="1211826"/>
            <a:ext cx="9304792" cy="505767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PH_TBL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824DDD31-8954-81D7-30DF-E9DB1BAAED53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55731" r="85895" b="30104"/>
          <a:stretch/>
        </p:blipFill>
        <p:spPr>
          <a:xfrm>
            <a:off x="6096000" y="113584"/>
            <a:ext cx="933915" cy="905117"/>
          </a:xfrm>
          <a:prstGeom prst="rect">
            <a:avLst/>
          </a:prstGeom>
        </p:spPr>
      </p:pic>
      <p:pic>
        <p:nvPicPr>
          <p:cNvPr id="9" name="Picture 2" descr="Drapeau de l'Espagne — Wikipédia">
            <a:extLst>
              <a:ext uri="{FF2B5EF4-FFF2-40B4-BE49-F238E27FC236}">
                <a16:creationId xmlns:a16="http://schemas.microsoft.com/office/drawing/2014/main" id="{2A8F8224-303D-E6B0-1944-54BC58FF490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17756" y="250095"/>
            <a:ext cx="1007014" cy="67134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381870867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520DBE-EA5D-262E-227B-1F2A75E05C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5112C3F-4BEE-EB2F-B739-582A0FE169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817" y="183190"/>
            <a:ext cx="10515600" cy="594299"/>
          </a:xfrm>
        </p:spPr>
        <p:txBody>
          <a:bodyPr>
            <a:normAutofit/>
          </a:bodyPr>
          <a:lstStyle/>
          <a:p>
            <a:pPr>
              <a:spcBef>
                <a:spcPts val="1000"/>
              </a:spcBef>
            </a:pPr>
            <a:r>
              <a:rPr lang="en-US" b="1">
                <a:ea typeface="+mn-ea"/>
              </a:rPr>
              <a:t>LEAD DEEP DIVE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5747DDE6-B196-CBF3-15BD-7CE93EA955E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58763" y="615950"/>
            <a:ext cx="12244886" cy="573088"/>
          </a:xfrm>
        </p:spPr>
        <p:txBody>
          <a:bodyPr>
            <a:normAutofit/>
          </a:bodyPr>
          <a:lstStyle/>
          <a:p>
            <a:pPr marL="92075"/>
            <a:r>
              <a:rPr lang="en-US" b="1">
                <a:ea typeface="+mn-ea"/>
              </a:rPr>
              <a:t>By marketing code</a:t>
            </a:r>
          </a:p>
          <a:p>
            <a:endParaRPr lang="fr-FR" sz="2400" b="1">
              <a:solidFill>
                <a:srgbClr val="043882"/>
              </a:solidFill>
              <a:latin typeface="Calibri bold" panose="020F0702030404030204" pitchFamily="34" charset="0"/>
              <a:ea typeface="+mn-ea"/>
              <a:cs typeface="Calibri bold" panose="020F0702030404030204" pitchFamily="34" charset="0"/>
            </a:endParaRP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67F5F8C9-EA22-925A-B4A7-72BE23191EC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6A88250-4A72-4719-B696-DC572B6C1A1F}" type="slidenum">
              <a:rPr kumimoji="0" lang="en-US" sz="10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 Light" panose="020B0004020202020204" pitchFamily="34" charset="0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49</a:t>
            </a:fld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82000"/>
                </a:prstClr>
              </a:solidFill>
              <a:effectLst/>
              <a:uLnTx/>
              <a:uFillTx/>
              <a:latin typeface="Aptos Light" panose="020B0004020202020204" pitchFamily="34" charset="0"/>
              <a:ea typeface="+mn-ea"/>
              <a:cs typeface="+mn-cs"/>
            </a:endParaRPr>
          </a:p>
        </p:txBody>
      </p:sp>
      <p:sp>
        <p:nvSpPr>
          <p:cNvPr id="4" name="ZoneTexte 2">
            <a:extLst>
              <a:ext uri="{FF2B5EF4-FFF2-40B4-BE49-F238E27FC236}">
                <a16:creationId xmlns:a16="http://schemas.microsoft.com/office/drawing/2014/main" id="{22A6B991-8934-ADEE-4D04-474A38C37047}"/>
              </a:ext>
            </a:extLst>
          </p:cNvPr>
          <p:cNvSpPr txBox="1"/>
          <p:nvPr/>
        </p:nvSpPr>
        <p:spPr>
          <a:xfrm>
            <a:off x="-815" y="6345866"/>
            <a:ext cx="367177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i="1"/>
              <a:t>Source : Autobiz</a:t>
            </a:r>
          </a:p>
        </p:txBody>
      </p:sp>
      <p:sp>
        <p:nvSpPr>
          <p:cNvPr id="7" name="Espace réservé de la date 1">
            <a:extLst>
              <a:ext uri="{FF2B5EF4-FFF2-40B4-BE49-F238E27FC236}">
                <a16:creationId xmlns:a16="http://schemas.microsoft.com/office/drawing/2014/main" id="{2A4B0E1D-2971-D024-6786-F7B622F2D3C2}"/>
              </a:ext>
            </a:extLst>
          </p:cNvPr>
          <p:cNvSpPr txBox="1">
            <a:spLocks/>
          </p:cNvSpPr>
          <p:nvPr/>
        </p:nvSpPr>
        <p:spPr>
          <a:xfrm>
            <a:off x="109538" y="6551038"/>
            <a:ext cx="2743200" cy="365125"/>
          </a:xfrm>
          <a:prstGeom prst="rect">
            <a:avLst/>
          </a:prstGeom>
        </p:spPr>
        <p:txBody>
          <a:bodyPr anchor="ctr" anchorCtr="0"/>
          <a:lstStyle>
            <a:defPPr>
              <a:defRPr lang="fr-FR"/>
            </a:defPPr>
            <a:lvl1pPr marL="0" algn="l" defTabSz="914400" rtl="0" eaLnBrk="1" latinLnBrk="0" hangingPunct="1">
              <a:defRPr sz="1000" kern="1200">
                <a:solidFill>
                  <a:schemeClr val="tx1"/>
                </a:solidFill>
                <a:latin typeface="Aptos Light" panose="020B0004020202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noProof="0"/>
              <a:t>December 2025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0A86A59-4A8D-0D74-E1DE-6DA4A82363A6}"/>
              </a:ext>
            </a:extLst>
          </p:cNvPr>
          <p:cNvSpPr/>
          <p:nvPr/>
        </p:nvSpPr>
        <p:spPr>
          <a:xfrm>
            <a:off x="9921263" y="1320922"/>
            <a:ext cx="2045118" cy="4921128"/>
          </a:xfrm>
          <a:prstGeom prst="rect">
            <a:avLst/>
          </a:prstGeom>
          <a:solidFill>
            <a:srgbClr val="F3F8FF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3736" indent="-173736" algn="l" rtl="0" eaLnBrk="1" latinLnBrk="0" hangingPunct="1">
              <a:spcAft>
                <a:spcPts val="1200"/>
              </a:spcAft>
              <a:buFont typeface="Arial" panose="020B0604020202020204" pitchFamily="34" charset="0"/>
              <a:buChar char="•"/>
            </a:pPr>
            <a:endParaRPr lang="en-US" sz="1200" dirty="0">
              <a:solidFill>
                <a:srgbClr val="000000"/>
              </a:solidFill>
              <a:effectLst/>
              <a:latin typeface="Calibri" panose="020F0502020204030204" pitchFamily="34" charset="0"/>
            </a:endParaRPr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7FF183DF-B159-561B-E4C3-74D208A3D5E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8272"/>
          <a:stretch/>
        </p:blipFill>
        <p:spPr>
          <a:xfrm>
            <a:off x="10190875" y="5220323"/>
            <a:ext cx="1505893" cy="63351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FFAF4629-852B-5E69-DC2A-20691C749E99}"/>
              </a:ext>
            </a:extLst>
          </p:cNvPr>
          <p:cNvSpPr/>
          <p:nvPr/>
        </p:nvSpPr>
        <p:spPr>
          <a:xfrm>
            <a:off x="109538" y="1416195"/>
            <a:ext cx="9602083" cy="492722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PH_TBL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BF8A932F-D456-5D13-69FE-9B27A248B9EB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55731" r="85895" b="30104"/>
          <a:stretch/>
        </p:blipFill>
        <p:spPr>
          <a:xfrm>
            <a:off x="6096000" y="113584"/>
            <a:ext cx="933915" cy="905117"/>
          </a:xfrm>
          <a:prstGeom prst="rect">
            <a:avLst/>
          </a:prstGeom>
        </p:spPr>
      </p:pic>
      <p:pic>
        <p:nvPicPr>
          <p:cNvPr id="9" name="Picture 2" descr="Drapeau de l'Espagne — Wikipédia">
            <a:extLst>
              <a:ext uri="{FF2B5EF4-FFF2-40B4-BE49-F238E27FC236}">
                <a16:creationId xmlns:a16="http://schemas.microsoft.com/office/drawing/2014/main" id="{3F2CC0F3-7E31-FCC2-7173-AD16F0A68C8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17756" y="250095"/>
            <a:ext cx="1007014" cy="67134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993440693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90FBFF-998E-9732-6356-02575A84A2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84611BA-8741-A84D-F1AF-D1674C9F7F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8559" y="193896"/>
            <a:ext cx="10515600" cy="594299"/>
          </a:xfrm>
        </p:spPr>
        <p:txBody>
          <a:bodyPr>
            <a:normAutofit/>
          </a:bodyPr>
          <a:lstStyle/>
          <a:p>
            <a:pPr>
              <a:spcBef>
                <a:spcPts val="1000"/>
              </a:spcBef>
            </a:pPr>
            <a:r>
              <a:rPr lang="en-US" b="1">
                <a:ea typeface="+mn-ea"/>
              </a:rPr>
              <a:t>TRAFFICS DEEP DIVE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F7654E47-505B-77F6-153E-A2CA15C9BEB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58709" y="738317"/>
            <a:ext cx="12244886" cy="573088"/>
          </a:xfrm>
        </p:spPr>
        <p:txBody>
          <a:bodyPr>
            <a:normAutofit/>
          </a:bodyPr>
          <a:lstStyle/>
          <a:p>
            <a:pPr marL="92075"/>
            <a:r>
              <a:rPr lang="en-US" b="1">
                <a:ea typeface="+mn-ea"/>
              </a:rPr>
              <a:t>Traffic</a:t>
            </a:r>
          </a:p>
          <a:p>
            <a:endParaRPr lang="fr-FR" sz="2400" b="1">
              <a:solidFill>
                <a:srgbClr val="043882"/>
              </a:solidFill>
              <a:latin typeface="Calibri bold" panose="020F0702030404030204" pitchFamily="34" charset="0"/>
              <a:ea typeface="+mn-ea"/>
              <a:cs typeface="Calibri bold" panose="020F0702030404030204" pitchFamily="34" charset="0"/>
            </a:endParaRP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F49FB0B-15C7-352B-BCA7-00E18A3E30A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6A88250-4A72-4719-B696-DC572B6C1A1F}" type="slidenum">
              <a:rPr kumimoji="0" lang="en-US" sz="10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 Light" panose="020B0004020202020204" pitchFamily="34" charset="0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50</a:t>
            </a:fld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82000"/>
                </a:prstClr>
              </a:solidFill>
              <a:effectLst/>
              <a:uLnTx/>
              <a:uFillTx/>
              <a:latin typeface="Aptos Light" panose="020B0004020202020204" pitchFamily="34" charset="0"/>
              <a:ea typeface="+mn-ea"/>
              <a:cs typeface="+mn-cs"/>
            </a:endParaRPr>
          </a:p>
        </p:txBody>
      </p:sp>
      <p:sp>
        <p:nvSpPr>
          <p:cNvPr id="4" name="ZoneTexte 2">
            <a:extLst>
              <a:ext uri="{FF2B5EF4-FFF2-40B4-BE49-F238E27FC236}">
                <a16:creationId xmlns:a16="http://schemas.microsoft.com/office/drawing/2014/main" id="{8727B997-5AE1-638F-DF2A-47E8D9460B9B}"/>
              </a:ext>
            </a:extLst>
          </p:cNvPr>
          <p:cNvSpPr txBox="1"/>
          <p:nvPr/>
        </p:nvSpPr>
        <p:spPr>
          <a:xfrm>
            <a:off x="0" y="6340233"/>
            <a:ext cx="367177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i="1"/>
              <a:t>Source : GA4/</a:t>
            </a:r>
            <a:r>
              <a:rPr lang="fr-FR" sz="1200" i="1" err="1"/>
              <a:t>Autobiz</a:t>
            </a:r>
            <a:endParaRPr lang="fr-FR" sz="1200" i="1"/>
          </a:p>
        </p:txBody>
      </p:sp>
      <p:sp>
        <p:nvSpPr>
          <p:cNvPr id="9" name="Espace réservé de la date 1">
            <a:extLst>
              <a:ext uri="{FF2B5EF4-FFF2-40B4-BE49-F238E27FC236}">
                <a16:creationId xmlns:a16="http://schemas.microsoft.com/office/drawing/2014/main" id="{9C9C3BC1-0D1C-5229-9B34-54E7BF0EEEB7}"/>
              </a:ext>
            </a:extLst>
          </p:cNvPr>
          <p:cNvSpPr txBox="1">
            <a:spLocks/>
          </p:cNvSpPr>
          <p:nvPr/>
        </p:nvSpPr>
        <p:spPr>
          <a:xfrm>
            <a:off x="109538" y="6551038"/>
            <a:ext cx="2743200" cy="365125"/>
          </a:xfrm>
          <a:prstGeom prst="rect">
            <a:avLst/>
          </a:prstGeom>
        </p:spPr>
        <p:txBody>
          <a:bodyPr anchor="ctr" anchorCtr="0"/>
          <a:lstStyle>
            <a:defPPr>
              <a:defRPr lang="fr-FR"/>
            </a:defPPr>
            <a:lvl1pPr marL="0" algn="l" defTabSz="914400" rtl="0" eaLnBrk="1" latinLnBrk="0" hangingPunct="1">
              <a:defRPr sz="1000" kern="1200">
                <a:solidFill>
                  <a:schemeClr val="tx1"/>
                </a:solidFill>
                <a:latin typeface="Aptos Light" panose="020B0004020202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noProof="0"/>
              <a:t>December 2025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D47D117-1085-ACCF-158A-8D53846A36B0}"/>
              </a:ext>
            </a:extLst>
          </p:cNvPr>
          <p:cNvSpPr/>
          <p:nvPr/>
        </p:nvSpPr>
        <p:spPr>
          <a:xfrm>
            <a:off x="10026073" y="1432414"/>
            <a:ext cx="2045118" cy="4794774"/>
          </a:xfrm>
          <a:prstGeom prst="rect">
            <a:avLst/>
          </a:prstGeom>
          <a:solidFill>
            <a:srgbClr val="F3F8FF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fr-FR" sz="1200" dirty="0">
              <a:solidFill>
                <a:schemeClr val="tx1"/>
              </a:solidFill>
              <a:latin typeface="Calibri"/>
              <a:cs typeface="Calibri"/>
            </a:endParaRPr>
          </a:p>
        </p:txBody>
      </p:sp>
      <p:pic>
        <p:nvPicPr>
          <p:cNvPr id="20" name="Image 19">
            <a:extLst>
              <a:ext uri="{FF2B5EF4-FFF2-40B4-BE49-F238E27FC236}">
                <a16:creationId xmlns:a16="http://schemas.microsoft.com/office/drawing/2014/main" id="{DF0F1CF2-60AD-5243-D9F3-54C2868E71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71854" y="615950"/>
            <a:ext cx="2172690" cy="2115363"/>
          </a:xfrm>
          <a:prstGeom prst="rect">
            <a:avLst/>
          </a:prstGeom>
        </p:spPr>
      </p:pic>
      <p:pic>
        <p:nvPicPr>
          <p:cNvPr id="25" name="Image 24">
            <a:extLst>
              <a:ext uri="{FF2B5EF4-FFF2-40B4-BE49-F238E27FC236}">
                <a16:creationId xmlns:a16="http://schemas.microsoft.com/office/drawing/2014/main" id="{73A86E78-8758-E5E1-22BF-CB48865E78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527736" y="3494184"/>
            <a:ext cx="3616808" cy="2374110"/>
          </a:xfrm>
          <a:prstGeom prst="rect">
            <a:avLst/>
          </a:prstGeom>
        </p:spPr>
      </p:pic>
      <p:pic>
        <p:nvPicPr>
          <p:cNvPr id="29" name="Image 28" descr="Une image contenant texte, capture d’écran, Police, nombre&#10;&#10;Le contenu généré par l’IA peut être incorrect.">
            <a:extLst>
              <a:ext uri="{FF2B5EF4-FFF2-40B4-BE49-F238E27FC236}">
                <a16:creationId xmlns:a16="http://schemas.microsoft.com/office/drawing/2014/main" id="{CCB69F78-2CE2-741F-CD41-F9E33C38987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301044" y="6916163"/>
            <a:ext cx="6382641" cy="3829584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412F41FA-C336-F57B-1B67-172588068A28}"/>
              </a:ext>
            </a:extLst>
          </p:cNvPr>
          <p:cNvSpPr/>
          <p:nvPr/>
        </p:nvSpPr>
        <p:spPr>
          <a:xfrm>
            <a:off x="438365" y="1332616"/>
            <a:ext cx="9452083" cy="490428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PH_LKR_1</a:t>
            </a:r>
          </a:p>
        </p:txBody>
      </p:sp>
      <p:pic>
        <p:nvPicPr>
          <p:cNvPr id="5" name="Picture 2" descr="Drapeau de l'Espagne — Wikipédia">
            <a:extLst>
              <a:ext uri="{FF2B5EF4-FFF2-40B4-BE49-F238E27FC236}">
                <a16:creationId xmlns:a16="http://schemas.microsoft.com/office/drawing/2014/main" id="{58421988-2DF6-1B5A-1D4B-D8D3C82E659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17756" y="250095"/>
            <a:ext cx="1007014" cy="67134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8" name="Image 7" descr="Une image contenant Emblème, symbole, logo, Marque&#10;&#10;Description générée automatiquement">
            <a:extLst>
              <a:ext uri="{FF2B5EF4-FFF2-40B4-BE49-F238E27FC236}">
                <a16:creationId xmlns:a16="http://schemas.microsoft.com/office/drawing/2014/main" id="{26763FE0-2D2C-AE39-0929-E7B45E5DE61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92293" y="250095"/>
            <a:ext cx="777826" cy="7778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2314960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CDD186-3C5C-E6D9-CEC9-B053C4173B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A66AEFF-12E0-67A6-E799-AE85E4E07F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8763" y="155449"/>
            <a:ext cx="10515600" cy="594299"/>
          </a:xfrm>
        </p:spPr>
        <p:txBody>
          <a:bodyPr>
            <a:normAutofit/>
          </a:bodyPr>
          <a:lstStyle/>
          <a:p>
            <a:pPr>
              <a:spcBef>
                <a:spcPts val="1000"/>
              </a:spcBef>
            </a:pPr>
            <a:r>
              <a:rPr lang="en-US" b="1">
                <a:ea typeface="+mn-ea"/>
              </a:rPr>
              <a:t>LEAD DEEP DIVE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D9C44AE5-A303-2712-EB6A-60875CC9E45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11621" y="614795"/>
            <a:ext cx="12244886" cy="573088"/>
          </a:xfrm>
        </p:spPr>
        <p:txBody>
          <a:bodyPr>
            <a:normAutofit/>
          </a:bodyPr>
          <a:lstStyle/>
          <a:p>
            <a:pPr marL="92075"/>
            <a:r>
              <a:rPr lang="en-US" b="1">
                <a:ea typeface="+mn-ea"/>
              </a:rPr>
              <a:t>By acquisition channel</a:t>
            </a:r>
          </a:p>
          <a:p>
            <a:endParaRPr lang="fr-FR" sz="2400" b="1">
              <a:solidFill>
                <a:srgbClr val="043882"/>
              </a:solidFill>
              <a:latin typeface="Calibri bold" panose="020F0702030404030204" pitchFamily="34" charset="0"/>
              <a:ea typeface="+mn-ea"/>
              <a:cs typeface="Calibri bold" panose="020F0702030404030204" pitchFamily="34" charset="0"/>
            </a:endParaRP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395E8085-3FA7-E0E3-9D0B-34F46557BAC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6A88250-4A72-4719-B696-DC572B6C1A1F}" type="slidenum">
              <a:rPr kumimoji="0" lang="en-US" sz="10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 Light" panose="020B0004020202020204" pitchFamily="34" charset="0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51</a:t>
            </a:fld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82000"/>
                </a:prstClr>
              </a:solidFill>
              <a:effectLst/>
              <a:uLnTx/>
              <a:uFillTx/>
              <a:latin typeface="Aptos Light" panose="020B0004020202020204" pitchFamily="34" charset="0"/>
              <a:ea typeface="+mn-ea"/>
              <a:cs typeface="+mn-cs"/>
            </a:endParaRPr>
          </a:p>
        </p:txBody>
      </p:sp>
      <p:sp>
        <p:nvSpPr>
          <p:cNvPr id="4" name="ZoneTexte 2">
            <a:extLst>
              <a:ext uri="{FF2B5EF4-FFF2-40B4-BE49-F238E27FC236}">
                <a16:creationId xmlns:a16="http://schemas.microsoft.com/office/drawing/2014/main" id="{D00305D4-5D2A-8C92-252B-CA8A852A6CF5}"/>
              </a:ext>
            </a:extLst>
          </p:cNvPr>
          <p:cNvSpPr txBox="1"/>
          <p:nvPr/>
        </p:nvSpPr>
        <p:spPr>
          <a:xfrm>
            <a:off x="-815" y="6345866"/>
            <a:ext cx="367177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i="1"/>
              <a:t>Source : Autobiz</a:t>
            </a:r>
          </a:p>
        </p:txBody>
      </p:sp>
      <p:sp>
        <p:nvSpPr>
          <p:cNvPr id="7" name="Espace réservé de la date 1">
            <a:extLst>
              <a:ext uri="{FF2B5EF4-FFF2-40B4-BE49-F238E27FC236}">
                <a16:creationId xmlns:a16="http://schemas.microsoft.com/office/drawing/2014/main" id="{1D1BCD49-3224-9474-40AC-10CC089724F7}"/>
              </a:ext>
            </a:extLst>
          </p:cNvPr>
          <p:cNvSpPr txBox="1">
            <a:spLocks/>
          </p:cNvSpPr>
          <p:nvPr/>
        </p:nvSpPr>
        <p:spPr>
          <a:xfrm>
            <a:off x="109538" y="6551038"/>
            <a:ext cx="2743200" cy="365125"/>
          </a:xfrm>
          <a:prstGeom prst="rect">
            <a:avLst/>
          </a:prstGeom>
        </p:spPr>
        <p:txBody>
          <a:bodyPr anchor="ctr" anchorCtr="0"/>
          <a:lstStyle>
            <a:defPPr>
              <a:defRPr lang="fr-FR"/>
            </a:defPPr>
            <a:lvl1pPr marL="0" algn="l" defTabSz="914400" rtl="0" eaLnBrk="1" latinLnBrk="0" hangingPunct="1">
              <a:defRPr sz="1000" kern="1200">
                <a:solidFill>
                  <a:schemeClr val="tx1"/>
                </a:solidFill>
                <a:latin typeface="Aptos Light" panose="020B0004020202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noProof="0"/>
              <a:t>December 2025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7380CB8-6643-78F1-CC64-96FA1BFBF1D5}"/>
              </a:ext>
            </a:extLst>
          </p:cNvPr>
          <p:cNvSpPr/>
          <p:nvPr/>
        </p:nvSpPr>
        <p:spPr>
          <a:xfrm>
            <a:off x="10026073" y="1451464"/>
            <a:ext cx="2045118" cy="4794774"/>
          </a:xfrm>
          <a:prstGeom prst="rect">
            <a:avLst/>
          </a:prstGeom>
          <a:solidFill>
            <a:srgbClr val="F3F8FF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3736" indent="-173736" algn="l" rtl="0" eaLnBrk="1" latinLnBrk="0" hangingPunct="1">
              <a:spcAft>
                <a:spcPts val="1200"/>
              </a:spcAft>
              <a:buFont typeface="Arial" panose="020B0604020202020204" pitchFamily="34" charset="0"/>
              <a:buChar char="•"/>
            </a:pPr>
            <a:endParaRPr lang="en-US" sz="1200" dirty="0">
              <a:solidFill>
                <a:srgbClr val="000000"/>
              </a:solidFill>
              <a:effectLst/>
              <a:latin typeface="Calibri" panose="020F0502020204030204" pitchFamily="34" charset="0"/>
            </a:endParaRPr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86C71C38-5DEF-F79A-9F88-2096607D7B6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8272"/>
          <a:stretch/>
        </p:blipFill>
        <p:spPr>
          <a:xfrm>
            <a:off x="10237167" y="5337443"/>
            <a:ext cx="1505893" cy="63351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131EB18A-62B7-CC38-4EC8-C4640F95F887}"/>
              </a:ext>
            </a:extLst>
          </p:cNvPr>
          <p:cNvSpPr/>
          <p:nvPr/>
        </p:nvSpPr>
        <p:spPr>
          <a:xfrm>
            <a:off x="109538" y="1376819"/>
            <a:ext cx="9788227" cy="491662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PH_TBL</a:t>
            </a:r>
          </a:p>
        </p:txBody>
      </p:sp>
      <p:pic>
        <p:nvPicPr>
          <p:cNvPr id="9" name="Picture 2" descr="Drapeau de l'Espagne — Wikipédia">
            <a:extLst>
              <a:ext uri="{FF2B5EF4-FFF2-40B4-BE49-F238E27FC236}">
                <a16:creationId xmlns:a16="http://schemas.microsoft.com/office/drawing/2014/main" id="{1666A5A2-CA51-F8E8-7ACB-EEBD7D5C0F1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17756" y="250095"/>
            <a:ext cx="1007014" cy="67134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10" name="Image 9" descr="Une image contenant Emblème, symbole, logo, Marque&#10;&#10;Description générée automatiquement">
            <a:extLst>
              <a:ext uri="{FF2B5EF4-FFF2-40B4-BE49-F238E27FC236}">
                <a16:creationId xmlns:a16="http://schemas.microsoft.com/office/drawing/2014/main" id="{9EF90920-CFFF-144A-B306-7F37A02BD6A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92293" y="250095"/>
            <a:ext cx="777826" cy="7778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7613289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6E3237-41E2-9AFD-A4D1-C20466BE7D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C5205D5-A946-41A5-57EB-B391E5E9CA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8709" y="171472"/>
            <a:ext cx="10515600" cy="594299"/>
          </a:xfrm>
        </p:spPr>
        <p:txBody>
          <a:bodyPr>
            <a:normAutofit/>
          </a:bodyPr>
          <a:lstStyle/>
          <a:p>
            <a:pPr>
              <a:spcBef>
                <a:spcPts val="1000"/>
              </a:spcBef>
            </a:pPr>
            <a:r>
              <a:rPr lang="en-US" b="1">
                <a:ea typeface="+mn-ea"/>
              </a:rPr>
              <a:t>LEAD DEEP DIVE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71172D6C-200D-442D-5B88-2C4F809BF46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11621" y="638738"/>
            <a:ext cx="12244886" cy="573088"/>
          </a:xfrm>
        </p:spPr>
        <p:txBody>
          <a:bodyPr>
            <a:normAutofit/>
          </a:bodyPr>
          <a:lstStyle/>
          <a:p>
            <a:pPr marL="92075"/>
            <a:r>
              <a:rPr lang="en-US" b="1">
                <a:ea typeface="+mn-ea"/>
              </a:rPr>
              <a:t>By main website CTA</a:t>
            </a:r>
          </a:p>
          <a:p>
            <a:endParaRPr lang="fr-FR" sz="2400" b="1">
              <a:solidFill>
                <a:srgbClr val="043882"/>
              </a:solidFill>
              <a:latin typeface="Calibri bold" panose="020F0702030404030204" pitchFamily="34" charset="0"/>
              <a:ea typeface="+mn-ea"/>
              <a:cs typeface="Calibri bold" panose="020F0702030404030204" pitchFamily="34" charset="0"/>
            </a:endParaRP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AD262543-2178-44A2-2BA4-A64BCB367F3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6A88250-4A72-4719-B696-DC572B6C1A1F}" type="slidenum">
              <a:rPr kumimoji="0" lang="en-US" sz="10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 Light" panose="020B0004020202020204" pitchFamily="34" charset="0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52</a:t>
            </a:fld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82000"/>
                </a:prstClr>
              </a:solidFill>
              <a:effectLst/>
              <a:uLnTx/>
              <a:uFillTx/>
              <a:latin typeface="Aptos Light" panose="020B0004020202020204" pitchFamily="34" charset="0"/>
              <a:ea typeface="+mn-ea"/>
              <a:cs typeface="+mn-cs"/>
            </a:endParaRPr>
          </a:p>
        </p:txBody>
      </p:sp>
      <p:sp>
        <p:nvSpPr>
          <p:cNvPr id="4" name="ZoneTexte 2">
            <a:extLst>
              <a:ext uri="{FF2B5EF4-FFF2-40B4-BE49-F238E27FC236}">
                <a16:creationId xmlns:a16="http://schemas.microsoft.com/office/drawing/2014/main" id="{8F63982E-D6FC-1541-5AA0-945BE05A0751}"/>
              </a:ext>
            </a:extLst>
          </p:cNvPr>
          <p:cNvSpPr txBox="1"/>
          <p:nvPr/>
        </p:nvSpPr>
        <p:spPr>
          <a:xfrm>
            <a:off x="-815" y="6345866"/>
            <a:ext cx="367177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i="1"/>
              <a:t>Source : Autobiz</a:t>
            </a:r>
          </a:p>
        </p:txBody>
      </p:sp>
      <p:sp>
        <p:nvSpPr>
          <p:cNvPr id="7" name="Espace réservé de la date 1">
            <a:extLst>
              <a:ext uri="{FF2B5EF4-FFF2-40B4-BE49-F238E27FC236}">
                <a16:creationId xmlns:a16="http://schemas.microsoft.com/office/drawing/2014/main" id="{76423BF9-BFA9-8072-F03D-115FDF80EC98}"/>
              </a:ext>
            </a:extLst>
          </p:cNvPr>
          <p:cNvSpPr txBox="1">
            <a:spLocks/>
          </p:cNvSpPr>
          <p:nvPr/>
        </p:nvSpPr>
        <p:spPr>
          <a:xfrm>
            <a:off x="109538" y="6551038"/>
            <a:ext cx="2743200" cy="365125"/>
          </a:xfrm>
          <a:prstGeom prst="rect">
            <a:avLst/>
          </a:prstGeom>
        </p:spPr>
        <p:txBody>
          <a:bodyPr anchor="ctr" anchorCtr="0"/>
          <a:lstStyle>
            <a:defPPr>
              <a:defRPr lang="fr-FR"/>
            </a:defPPr>
            <a:lvl1pPr marL="0" algn="l" defTabSz="914400" rtl="0" eaLnBrk="1" latinLnBrk="0" hangingPunct="1">
              <a:defRPr sz="1000" kern="1200">
                <a:solidFill>
                  <a:schemeClr val="tx1"/>
                </a:solidFill>
                <a:latin typeface="Aptos Light" panose="020B0004020202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noProof="0"/>
              <a:t>December 2025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1775149-5DDD-A768-7890-E09E4BF9F60C}"/>
              </a:ext>
            </a:extLst>
          </p:cNvPr>
          <p:cNvSpPr/>
          <p:nvPr/>
        </p:nvSpPr>
        <p:spPr>
          <a:xfrm>
            <a:off x="9921263" y="1320922"/>
            <a:ext cx="2045118" cy="4921128"/>
          </a:xfrm>
          <a:prstGeom prst="rect">
            <a:avLst/>
          </a:prstGeom>
          <a:solidFill>
            <a:srgbClr val="F3F8FF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3736" indent="-173736" algn="l" rtl="0" eaLnBrk="1" latinLnBrk="0" hangingPunct="1">
              <a:spcAft>
                <a:spcPts val="1200"/>
              </a:spcAft>
              <a:buFont typeface="Arial" panose="020B0604020202020204" pitchFamily="34" charset="0"/>
              <a:buChar char="•"/>
            </a:pPr>
            <a:endParaRPr lang="en-US" sz="1200" dirty="0">
              <a:solidFill>
                <a:srgbClr val="000000"/>
              </a:solidFill>
              <a:effectLst/>
              <a:latin typeface="Calibri" panose="020F0502020204030204" pitchFamily="34" charset="0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7691569-7E8F-C285-A664-1222B1B6E8CE}"/>
              </a:ext>
            </a:extLst>
          </p:cNvPr>
          <p:cNvSpPr/>
          <p:nvPr/>
        </p:nvSpPr>
        <p:spPr>
          <a:xfrm>
            <a:off x="2239033" y="3992136"/>
            <a:ext cx="1431925" cy="1791699"/>
          </a:xfrm>
          <a:prstGeom prst="rect">
            <a:avLst/>
          </a:prstGeom>
          <a:noFill/>
          <a:ln w="28575"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DFC0A04-2221-456E-3234-5E5B65705090}"/>
              </a:ext>
            </a:extLst>
          </p:cNvPr>
          <p:cNvSpPr/>
          <p:nvPr/>
        </p:nvSpPr>
        <p:spPr>
          <a:xfrm>
            <a:off x="5516509" y="2053650"/>
            <a:ext cx="1505893" cy="1077218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fr-FR" sz="1600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highlight>
                  <a:srgbClr val="FFFF00"/>
                </a:highlight>
              </a:rPr>
              <a:t>Display the </a:t>
            </a:r>
            <a:r>
              <a:rPr lang="fr-FR" sz="1600" err="1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highlight>
                  <a:srgbClr val="FFFF00"/>
                </a:highlight>
              </a:rPr>
              <a:t>different</a:t>
            </a:r>
            <a:r>
              <a:rPr lang="fr-FR" sz="1600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highlight>
                  <a:srgbClr val="FFFF00"/>
                </a:highlight>
              </a:rPr>
              <a:t> CTA </a:t>
            </a:r>
            <a:r>
              <a:rPr lang="fr-FR" sz="1600" err="1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highlight>
                  <a:srgbClr val="FFFF00"/>
                </a:highlight>
              </a:rPr>
              <a:t>related</a:t>
            </a:r>
            <a:r>
              <a:rPr lang="fr-FR" sz="1600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highlight>
                  <a:srgbClr val="FFFF00"/>
                </a:highlight>
              </a:rPr>
              <a:t> to main </a:t>
            </a:r>
            <a:r>
              <a:rPr lang="fr-FR" sz="1600" err="1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highlight>
                  <a:srgbClr val="FFFF00"/>
                </a:highlight>
              </a:rPr>
              <a:t>website</a:t>
            </a:r>
            <a:r>
              <a:rPr lang="fr-FR" sz="1600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highlight>
                  <a:srgbClr val="FFFF00"/>
                </a:highlight>
              </a:rPr>
              <a:t> source</a:t>
            </a:r>
          </a:p>
        </p:txBody>
      </p:sp>
      <p:pic>
        <p:nvPicPr>
          <p:cNvPr id="12" name="Image 11">
            <a:extLst>
              <a:ext uri="{FF2B5EF4-FFF2-40B4-BE49-F238E27FC236}">
                <a16:creationId xmlns:a16="http://schemas.microsoft.com/office/drawing/2014/main" id="{E4AD590B-E726-2E60-BE18-263083BE494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8272"/>
          <a:stretch/>
        </p:blipFill>
        <p:spPr>
          <a:xfrm>
            <a:off x="10190875" y="5423616"/>
            <a:ext cx="1505893" cy="633510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39D1401D-82B9-D33D-EDA0-7E32DCE200A2}"/>
              </a:ext>
            </a:extLst>
          </p:cNvPr>
          <p:cNvSpPr/>
          <p:nvPr/>
        </p:nvSpPr>
        <p:spPr>
          <a:xfrm>
            <a:off x="188914" y="1211826"/>
            <a:ext cx="9304792" cy="505767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PH_TBL</a:t>
            </a:r>
          </a:p>
        </p:txBody>
      </p:sp>
      <p:pic>
        <p:nvPicPr>
          <p:cNvPr id="9" name="Picture 2" descr="Drapeau de l'Espagne — Wikipédia">
            <a:extLst>
              <a:ext uri="{FF2B5EF4-FFF2-40B4-BE49-F238E27FC236}">
                <a16:creationId xmlns:a16="http://schemas.microsoft.com/office/drawing/2014/main" id="{E3573D19-621A-C579-4769-49958EABB9C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17756" y="250095"/>
            <a:ext cx="1007014" cy="67134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10" name="Image 9" descr="Une image contenant Emblème, symbole, logo, Marque&#10;&#10;Description générée automatiquement">
            <a:extLst>
              <a:ext uri="{FF2B5EF4-FFF2-40B4-BE49-F238E27FC236}">
                <a16:creationId xmlns:a16="http://schemas.microsoft.com/office/drawing/2014/main" id="{110CA9A3-D05A-64DF-7E7B-A3E3F41CCF9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92293" y="250095"/>
            <a:ext cx="777826" cy="7778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5799914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C9984F-3E4D-A73F-F681-E040682CD8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08CF9B9-EE65-1DE6-25BC-90241F59E0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817" y="183190"/>
            <a:ext cx="10515600" cy="594299"/>
          </a:xfrm>
        </p:spPr>
        <p:txBody>
          <a:bodyPr>
            <a:normAutofit/>
          </a:bodyPr>
          <a:lstStyle/>
          <a:p>
            <a:pPr>
              <a:spcBef>
                <a:spcPts val="1000"/>
              </a:spcBef>
            </a:pPr>
            <a:r>
              <a:rPr lang="en-US" b="1">
                <a:ea typeface="+mn-ea"/>
              </a:rPr>
              <a:t>LEAD DEEP DIVE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54533CAC-4246-37AC-BC66-CD4820AE313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58763" y="615950"/>
            <a:ext cx="12244886" cy="573088"/>
          </a:xfrm>
        </p:spPr>
        <p:txBody>
          <a:bodyPr>
            <a:normAutofit/>
          </a:bodyPr>
          <a:lstStyle/>
          <a:p>
            <a:pPr marL="92075"/>
            <a:r>
              <a:rPr lang="en-US" b="1">
                <a:ea typeface="+mn-ea"/>
              </a:rPr>
              <a:t>By marketing code</a:t>
            </a:r>
          </a:p>
          <a:p>
            <a:endParaRPr lang="fr-FR" sz="2400" b="1">
              <a:solidFill>
                <a:srgbClr val="043882"/>
              </a:solidFill>
              <a:latin typeface="Calibri bold" panose="020F0702030404030204" pitchFamily="34" charset="0"/>
              <a:ea typeface="+mn-ea"/>
              <a:cs typeface="Calibri bold" panose="020F0702030404030204" pitchFamily="34" charset="0"/>
            </a:endParaRP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2D1507EE-E588-4B2A-3C48-BACFD490972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6A88250-4A72-4719-B696-DC572B6C1A1F}" type="slidenum">
              <a:rPr kumimoji="0" lang="en-US" sz="10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 Light" panose="020B0004020202020204" pitchFamily="34" charset="0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53</a:t>
            </a:fld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82000"/>
                </a:prstClr>
              </a:solidFill>
              <a:effectLst/>
              <a:uLnTx/>
              <a:uFillTx/>
              <a:latin typeface="Aptos Light" panose="020B0004020202020204" pitchFamily="34" charset="0"/>
              <a:ea typeface="+mn-ea"/>
              <a:cs typeface="+mn-cs"/>
            </a:endParaRPr>
          </a:p>
        </p:txBody>
      </p:sp>
      <p:sp>
        <p:nvSpPr>
          <p:cNvPr id="4" name="ZoneTexte 2">
            <a:extLst>
              <a:ext uri="{FF2B5EF4-FFF2-40B4-BE49-F238E27FC236}">
                <a16:creationId xmlns:a16="http://schemas.microsoft.com/office/drawing/2014/main" id="{0E756423-7DFF-FF72-0269-048BCFB0E3D6}"/>
              </a:ext>
            </a:extLst>
          </p:cNvPr>
          <p:cNvSpPr txBox="1"/>
          <p:nvPr/>
        </p:nvSpPr>
        <p:spPr>
          <a:xfrm>
            <a:off x="-815" y="6345866"/>
            <a:ext cx="367177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i="1"/>
              <a:t>Source : Autobiz</a:t>
            </a:r>
          </a:p>
        </p:txBody>
      </p:sp>
      <p:sp>
        <p:nvSpPr>
          <p:cNvPr id="7" name="Espace réservé de la date 1">
            <a:extLst>
              <a:ext uri="{FF2B5EF4-FFF2-40B4-BE49-F238E27FC236}">
                <a16:creationId xmlns:a16="http://schemas.microsoft.com/office/drawing/2014/main" id="{B3790563-B9F7-E141-9CDC-CCFBFAAB5A3E}"/>
              </a:ext>
            </a:extLst>
          </p:cNvPr>
          <p:cNvSpPr txBox="1">
            <a:spLocks/>
          </p:cNvSpPr>
          <p:nvPr/>
        </p:nvSpPr>
        <p:spPr>
          <a:xfrm>
            <a:off x="109538" y="6551038"/>
            <a:ext cx="2743200" cy="365125"/>
          </a:xfrm>
          <a:prstGeom prst="rect">
            <a:avLst/>
          </a:prstGeom>
        </p:spPr>
        <p:txBody>
          <a:bodyPr anchor="ctr" anchorCtr="0"/>
          <a:lstStyle>
            <a:defPPr>
              <a:defRPr lang="fr-FR"/>
            </a:defPPr>
            <a:lvl1pPr marL="0" algn="l" defTabSz="914400" rtl="0" eaLnBrk="1" latinLnBrk="0" hangingPunct="1">
              <a:defRPr sz="1000" kern="1200">
                <a:solidFill>
                  <a:schemeClr val="tx1"/>
                </a:solidFill>
                <a:latin typeface="Aptos Light" panose="020B0004020202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noProof="0"/>
              <a:t>December 2025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0A0D340-DD92-BE95-E4B8-7EE5013CC89A}"/>
              </a:ext>
            </a:extLst>
          </p:cNvPr>
          <p:cNvSpPr/>
          <p:nvPr/>
        </p:nvSpPr>
        <p:spPr>
          <a:xfrm>
            <a:off x="9921263" y="1320922"/>
            <a:ext cx="2045118" cy="4921128"/>
          </a:xfrm>
          <a:prstGeom prst="rect">
            <a:avLst/>
          </a:prstGeom>
          <a:solidFill>
            <a:srgbClr val="F3F8FF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3736" indent="-173736" algn="l" rtl="0" eaLnBrk="1" latinLnBrk="0" hangingPunct="1">
              <a:spcAft>
                <a:spcPts val="1200"/>
              </a:spcAft>
              <a:buFont typeface="Arial" panose="020B0604020202020204" pitchFamily="34" charset="0"/>
              <a:buChar char="•"/>
            </a:pPr>
            <a:endParaRPr lang="en-US" sz="1200" dirty="0">
              <a:solidFill>
                <a:srgbClr val="000000"/>
              </a:solidFill>
              <a:effectLst/>
              <a:latin typeface="Calibri" panose="020F0502020204030204" pitchFamily="34" charset="0"/>
            </a:endParaRPr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EE78BC80-4E24-1A4C-B12B-ACD2968EF7F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8272"/>
          <a:stretch/>
        </p:blipFill>
        <p:spPr>
          <a:xfrm>
            <a:off x="10190875" y="5220323"/>
            <a:ext cx="1505893" cy="63351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0C2FC854-B073-48FB-CFBD-7478CC1AFBD8}"/>
              </a:ext>
            </a:extLst>
          </p:cNvPr>
          <p:cNvSpPr/>
          <p:nvPr/>
        </p:nvSpPr>
        <p:spPr>
          <a:xfrm>
            <a:off x="109538" y="1416195"/>
            <a:ext cx="9602083" cy="492722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PH_TBL</a:t>
            </a:r>
          </a:p>
        </p:txBody>
      </p:sp>
      <p:pic>
        <p:nvPicPr>
          <p:cNvPr id="9" name="Picture 2" descr="Drapeau de l'Espagne — Wikipédia">
            <a:extLst>
              <a:ext uri="{FF2B5EF4-FFF2-40B4-BE49-F238E27FC236}">
                <a16:creationId xmlns:a16="http://schemas.microsoft.com/office/drawing/2014/main" id="{ABD42F12-7B99-0758-5661-4D235027EFD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17756" y="250095"/>
            <a:ext cx="1007014" cy="67134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10" name="Image 9" descr="Une image contenant Emblème, symbole, logo, Marque&#10;&#10;Description générée automatiquement">
            <a:extLst>
              <a:ext uri="{FF2B5EF4-FFF2-40B4-BE49-F238E27FC236}">
                <a16:creationId xmlns:a16="http://schemas.microsoft.com/office/drawing/2014/main" id="{4B819E27-292F-8ACC-7C03-3DE90F8A709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92293" y="250095"/>
            <a:ext cx="777826" cy="7778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6696535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674DF8-F48A-24B5-1904-BC33C4EB36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9DA753FD-6CBC-E2DB-A9BB-6640F5AB4245}"/>
              </a:ext>
            </a:extLst>
          </p:cNvPr>
          <p:cNvSpPr/>
          <p:nvPr/>
        </p:nvSpPr>
        <p:spPr>
          <a:xfrm>
            <a:off x="877110" y="3567898"/>
            <a:ext cx="10052551" cy="360000"/>
          </a:xfrm>
          <a:prstGeom prst="roundRect">
            <a:avLst/>
          </a:prstGeom>
          <a:solidFill>
            <a:srgbClr val="F3F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>
                <a:solidFill>
                  <a:schemeClr val="tx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LEADS FOCUS</a:t>
            </a:r>
            <a:endParaRPr lang="en-US" sz="1600" dirty="0">
              <a:solidFill>
                <a:schemeClr val="tx1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F19401CE-E5B2-7F30-B861-631DB8F21F8C}"/>
              </a:ext>
            </a:extLst>
          </p:cNvPr>
          <p:cNvSpPr/>
          <p:nvPr/>
        </p:nvSpPr>
        <p:spPr>
          <a:xfrm>
            <a:off x="877110" y="4034739"/>
            <a:ext cx="10052551" cy="360000"/>
          </a:xfrm>
          <a:prstGeom prst="roundRect">
            <a:avLst/>
          </a:prstGeom>
          <a:solidFill>
            <a:srgbClr val="0438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DEEP DIVE ANALYSIS</a:t>
            </a:r>
          </a:p>
        </p:txBody>
      </p:sp>
      <p:sp>
        <p:nvSpPr>
          <p:cNvPr id="5" name="Titre 4">
            <a:extLst>
              <a:ext uri="{FF2B5EF4-FFF2-40B4-BE49-F238E27FC236}">
                <a16:creationId xmlns:a16="http://schemas.microsoft.com/office/drawing/2014/main" id="{453F1B25-8E83-FF45-CF75-14479B6944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4968" y="209431"/>
            <a:ext cx="10515600" cy="594299"/>
          </a:xfrm>
        </p:spPr>
        <p:txBody>
          <a:bodyPr/>
          <a:lstStyle/>
          <a:p>
            <a:r>
              <a:rPr lang="en-US" noProof="0"/>
              <a:t>Agenda</a:t>
            </a:r>
          </a:p>
        </p:txBody>
      </p:sp>
      <p:sp>
        <p:nvSpPr>
          <p:cNvPr id="10" name="Espace réservé du numéro de diapositive 10">
            <a:extLst>
              <a:ext uri="{FF2B5EF4-FFF2-40B4-BE49-F238E27FC236}">
                <a16:creationId xmlns:a16="http://schemas.microsoft.com/office/drawing/2014/main" id="{0EB48A52-F3CF-91E5-52A7-9AE402A6680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67191" y="6469207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 anchorCtr="0"/>
          <a:lstStyle>
            <a:lvl1pPr algn="r">
              <a:defRPr sz="1000">
                <a:solidFill>
                  <a:schemeClr val="tx1">
                    <a:tint val="82000"/>
                  </a:schemeClr>
                </a:solidFill>
                <a:latin typeface="Aptos Light" panose="020B0004020202020204" pitchFamily="34" charset="0"/>
              </a:defRPr>
            </a:lvl1pPr>
          </a:lstStyle>
          <a:p>
            <a:fld id="{16A88250-4A72-4719-B696-DC572B6C1A1F}" type="slidenum">
              <a:rPr lang="en-US" noProof="0" smtClean="0"/>
              <a:pPr/>
              <a:t>54</a:t>
            </a:fld>
            <a:endParaRPr lang="en-US" noProof="0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5BC3759-B3C9-C3E9-6AD6-89B81CC2ABDB}"/>
              </a:ext>
            </a:extLst>
          </p:cNvPr>
          <p:cNvSpPr/>
          <p:nvPr/>
        </p:nvSpPr>
        <p:spPr>
          <a:xfrm>
            <a:off x="877109" y="4517716"/>
            <a:ext cx="10052551" cy="360000"/>
          </a:xfrm>
          <a:prstGeom prst="roundRect">
            <a:avLst/>
          </a:prstGeom>
          <a:solidFill>
            <a:srgbClr val="F3F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>
                <a:solidFill>
                  <a:schemeClr val="tx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OPEN POINTS</a:t>
            </a:r>
          </a:p>
        </p:txBody>
      </p:sp>
      <p:pic>
        <p:nvPicPr>
          <p:cNvPr id="7" name="Picture 2" descr="Drapeau de l'Espagne — Wikipédia">
            <a:extLst>
              <a:ext uri="{FF2B5EF4-FFF2-40B4-BE49-F238E27FC236}">
                <a16:creationId xmlns:a16="http://schemas.microsoft.com/office/drawing/2014/main" id="{0F0AFAD4-43BB-5115-E4F7-3C9C0F5B01F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17756" y="250095"/>
            <a:ext cx="1007014" cy="67134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4" name="Espace réservé de la date 1">
            <a:extLst>
              <a:ext uri="{FF2B5EF4-FFF2-40B4-BE49-F238E27FC236}">
                <a16:creationId xmlns:a16="http://schemas.microsoft.com/office/drawing/2014/main" id="{AA0EA431-155D-48FD-3E10-A23F82FC6EA0}"/>
              </a:ext>
            </a:extLst>
          </p:cNvPr>
          <p:cNvSpPr txBox="1">
            <a:spLocks/>
          </p:cNvSpPr>
          <p:nvPr/>
        </p:nvSpPr>
        <p:spPr>
          <a:xfrm>
            <a:off x="109538" y="6551038"/>
            <a:ext cx="2743200" cy="365125"/>
          </a:xfrm>
          <a:prstGeom prst="rect">
            <a:avLst/>
          </a:prstGeom>
        </p:spPr>
        <p:txBody>
          <a:bodyPr anchor="ctr" anchorCtr="0"/>
          <a:lstStyle>
            <a:defPPr>
              <a:defRPr lang="fr-FR"/>
            </a:defPPr>
            <a:lvl1pPr marL="0" algn="l" defTabSz="914400" rtl="0" eaLnBrk="1" latinLnBrk="0" hangingPunct="1">
              <a:defRPr sz="1000" kern="1200">
                <a:solidFill>
                  <a:schemeClr val="tx1"/>
                </a:solidFill>
                <a:latin typeface="Aptos Light" panose="020B0004020202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December 2025</a:t>
            </a:r>
            <a:endParaRPr lang="en-US" noProof="0"/>
          </a:p>
        </p:txBody>
      </p:sp>
      <p:sp>
        <p:nvSpPr>
          <p:cNvPr id="6" name="Rectangle: Rounded Corners 25">
            <a:extLst>
              <a:ext uri="{FF2B5EF4-FFF2-40B4-BE49-F238E27FC236}">
                <a16:creationId xmlns:a16="http://schemas.microsoft.com/office/drawing/2014/main" id="{817E9FDF-0E0E-23C8-A54C-BADB55E5740F}"/>
              </a:ext>
            </a:extLst>
          </p:cNvPr>
          <p:cNvSpPr/>
          <p:nvPr/>
        </p:nvSpPr>
        <p:spPr>
          <a:xfrm>
            <a:off x="877110" y="3088588"/>
            <a:ext cx="10052551" cy="360000"/>
          </a:xfrm>
          <a:prstGeom prst="roundRect">
            <a:avLst/>
          </a:prstGeom>
          <a:solidFill>
            <a:srgbClr val="F3F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>
                <a:solidFill>
                  <a:schemeClr val="tx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SALES PERFORMANCE</a:t>
            </a:r>
            <a:endParaRPr lang="en-US" sz="1600" dirty="0">
              <a:solidFill>
                <a:schemeClr val="tx1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8" name="Rectangle: Rounded Corners 28">
            <a:extLst>
              <a:ext uri="{FF2B5EF4-FFF2-40B4-BE49-F238E27FC236}">
                <a16:creationId xmlns:a16="http://schemas.microsoft.com/office/drawing/2014/main" id="{CA50BF36-A06A-5857-5BD7-AE154DAE62F4}"/>
              </a:ext>
            </a:extLst>
          </p:cNvPr>
          <p:cNvSpPr/>
          <p:nvPr/>
        </p:nvSpPr>
        <p:spPr>
          <a:xfrm>
            <a:off x="877115" y="2052858"/>
            <a:ext cx="10052551" cy="360000"/>
          </a:xfrm>
          <a:prstGeom prst="roundRect">
            <a:avLst/>
          </a:prstGeom>
          <a:solidFill>
            <a:srgbClr val="F3F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dirty="0">
                <a:solidFill>
                  <a:schemeClr val="tx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EXECUTIVE SUMMARY</a:t>
            </a:r>
          </a:p>
        </p:txBody>
      </p:sp>
      <p:sp>
        <p:nvSpPr>
          <p:cNvPr id="3" name="Rectangle: Rounded Corners 1">
            <a:extLst>
              <a:ext uri="{FF2B5EF4-FFF2-40B4-BE49-F238E27FC236}">
                <a16:creationId xmlns:a16="http://schemas.microsoft.com/office/drawing/2014/main" id="{6010C27D-FD02-7172-D66D-B5FA5E4396E7}"/>
              </a:ext>
            </a:extLst>
          </p:cNvPr>
          <p:cNvSpPr/>
          <p:nvPr/>
        </p:nvSpPr>
        <p:spPr>
          <a:xfrm>
            <a:off x="877108" y="4990600"/>
            <a:ext cx="10052551" cy="360000"/>
          </a:xfrm>
          <a:prstGeom prst="roundRect">
            <a:avLst/>
          </a:prstGeom>
          <a:solidFill>
            <a:srgbClr val="F3F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dirty="0">
                <a:solidFill>
                  <a:schemeClr val="tx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APPENDIX</a:t>
            </a:r>
          </a:p>
        </p:txBody>
      </p:sp>
      <p:sp>
        <p:nvSpPr>
          <p:cNvPr id="9" name="Rectangle: Rounded Corners 25">
            <a:extLst>
              <a:ext uri="{FF2B5EF4-FFF2-40B4-BE49-F238E27FC236}">
                <a16:creationId xmlns:a16="http://schemas.microsoft.com/office/drawing/2014/main" id="{0502492E-5B6F-F2D2-EB9C-3B30C87BEDC0}"/>
              </a:ext>
            </a:extLst>
          </p:cNvPr>
          <p:cNvSpPr/>
          <p:nvPr/>
        </p:nvSpPr>
        <p:spPr>
          <a:xfrm>
            <a:off x="877111" y="2601704"/>
            <a:ext cx="10052551" cy="360000"/>
          </a:xfrm>
          <a:prstGeom prst="roundRect">
            <a:avLst/>
          </a:prstGeom>
          <a:solidFill>
            <a:srgbClr val="F3F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>
                <a:solidFill>
                  <a:schemeClr val="tx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PERFORMANCE OVERVIEW</a:t>
            </a:r>
            <a:endParaRPr lang="en-US" sz="1600" dirty="0">
              <a:solidFill>
                <a:schemeClr val="tx1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62044358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D90790-42F7-96A2-10B7-63D87975DD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numéro de diapositive 1">
            <a:extLst>
              <a:ext uri="{FF2B5EF4-FFF2-40B4-BE49-F238E27FC236}">
                <a16:creationId xmlns:a16="http://schemas.microsoft.com/office/drawing/2014/main" id="{B93E0267-B421-06A9-57F0-E494C829AF0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968A340-A6CB-DB4C-9998-7796241648B6}" type="slidenum">
              <a:rPr lang="fr-FR" smtClean="0"/>
              <a:pPr/>
              <a:t>55</a:t>
            </a:fld>
            <a:endParaRPr lang="fr-FR"/>
          </a:p>
        </p:txBody>
      </p:sp>
      <p:sp>
        <p:nvSpPr>
          <p:cNvPr id="7" name="Titre 1">
            <a:extLst>
              <a:ext uri="{FF2B5EF4-FFF2-40B4-BE49-F238E27FC236}">
                <a16:creationId xmlns:a16="http://schemas.microsoft.com/office/drawing/2014/main" id="{3E37FC46-FF77-A92E-5FDE-D5638C445EF9}"/>
              </a:ext>
            </a:extLst>
          </p:cNvPr>
          <p:cNvSpPr txBox="1">
            <a:spLocks/>
          </p:cNvSpPr>
          <p:nvPr/>
        </p:nvSpPr>
        <p:spPr>
          <a:xfrm>
            <a:off x="149852" y="585766"/>
            <a:ext cx="10506372" cy="669353"/>
          </a:xfrm>
          <a:prstGeom prst="rect">
            <a:avLst/>
          </a:prstGeom>
        </p:spPr>
        <p:txBody>
          <a:bodyPr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92075"/>
            <a:r>
              <a:rPr lang="en-US" sz="2400" b="1">
                <a:solidFill>
                  <a:schemeClr val="tx2"/>
                </a:solidFill>
                <a:latin typeface="+mn-lt"/>
              </a:rPr>
              <a:t>Top 5 Purchase projects </a:t>
            </a:r>
            <a:r>
              <a:rPr lang="en-US" sz="2400" b="1" err="1">
                <a:solidFill>
                  <a:schemeClr val="tx2"/>
                </a:solidFill>
                <a:latin typeface="+mn-lt"/>
              </a:rPr>
              <a:t>exPSA</a:t>
            </a:r>
            <a:r>
              <a:rPr lang="en-US" sz="2400" b="1">
                <a:solidFill>
                  <a:schemeClr val="tx2"/>
                </a:solidFill>
                <a:latin typeface="+mn-lt"/>
              </a:rPr>
              <a:t> </a:t>
            </a:r>
            <a:endParaRPr lang="en-US" sz="2400">
              <a:solidFill>
                <a:schemeClr val="tx2"/>
              </a:solidFill>
              <a:latin typeface="+mn-lt"/>
            </a:endParaRPr>
          </a:p>
        </p:txBody>
      </p:sp>
      <p:sp>
        <p:nvSpPr>
          <p:cNvPr id="10" name="Espace réservé de la date 3">
            <a:extLst>
              <a:ext uri="{FF2B5EF4-FFF2-40B4-BE49-F238E27FC236}">
                <a16:creationId xmlns:a16="http://schemas.microsoft.com/office/drawing/2014/main" id="{6603DD1D-FCC7-3BA1-DDE9-AAA5E689CC95}"/>
              </a:ext>
            </a:extLst>
          </p:cNvPr>
          <p:cNvSpPr txBox="1">
            <a:spLocks/>
          </p:cNvSpPr>
          <p:nvPr/>
        </p:nvSpPr>
        <p:spPr>
          <a:xfrm>
            <a:off x="0" y="6655424"/>
            <a:ext cx="2743200" cy="2160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fr-FR"/>
            </a:defPPr>
            <a:lvl1pPr marL="0" algn="l" defTabSz="914400" rtl="0" eaLnBrk="1" latinLnBrk="0" hangingPunct="1">
              <a:defRPr sz="1200" b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/>
              <a:t>JAN 2025</a:t>
            </a:r>
            <a:endParaRPr lang="en-US"/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2EA0CBD0-74F7-F009-6D9C-FD10433614CE}"/>
              </a:ext>
            </a:extLst>
          </p:cNvPr>
          <p:cNvSpPr txBox="1"/>
          <p:nvPr/>
        </p:nvSpPr>
        <p:spPr>
          <a:xfrm>
            <a:off x="-44251" y="6378425"/>
            <a:ext cx="367177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i="1"/>
              <a:t>Source : autobiz, , Q4 2025</a:t>
            </a:r>
          </a:p>
        </p:txBody>
      </p:sp>
      <p:sp>
        <p:nvSpPr>
          <p:cNvPr id="8" name="Titre 1">
            <a:extLst>
              <a:ext uri="{FF2B5EF4-FFF2-40B4-BE49-F238E27FC236}">
                <a16:creationId xmlns:a16="http://schemas.microsoft.com/office/drawing/2014/main" id="{85B94C3F-1B48-76C6-99F8-1E74E44295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8709" y="137989"/>
            <a:ext cx="10515600" cy="594299"/>
          </a:xfrm>
        </p:spPr>
        <p:txBody>
          <a:bodyPr>
            <a:normAutofit/>
          </a:bodyPr>
          <a:lstStyle/>
          <a:p>
            <a:pPr>
              <a:spcBef>
                <a:spcPts val="1000"/>
              </a:spcBef>
            </a:pPr>
            <a:r>
              <a:rPr lang="en-US" b="1">
                <a:ea typeface="+mn-ea"/>
              </a:rPr>
              <a:t>MISCELLANEOUS ANALYSIS </a:t>
            </a:r>
          </a:p>
        </p:txBody>
      </p:sp>
      <p:pic>
        <p:nvPicPr>
          <p:cNvPr id="5" name="Picture 2" descr="Drapeau de l'Espagne — Wikipédia">
            <a:extLst>
              <a:ext uri="{FF2B5EF4-FFF2-40B4-BE49-F238E27FC236}">
                <a16:creationId xmlns:a16="http://schemas.microsoft.com/office/drawing/2014/main" id="{2060C788-AE9B-1D14-D1AB-F9C4309779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17756" y="250095"/>
            <a:ext cx="1007014" cy="67134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A021F8E4-A062-0B4A-0141-C8FB93A3D9CB}"/>
              </a:ext>
            </a:extLst>
          </p:cNvPr>
          <p:cNvSpPr/>
          <p:nvPr/>
        </p:nvSpPr>
        <p:spPr>
          <a:xfrm>
            <a:off x="1371600" y="1211826"/>
            <a:ext cx="7756391" cy="505767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PH_TBL</a:t>
            </a:r>
          </a:p>
        </p:txBody>
      </p:sp>
    </p:spTree>
    <p:extLst>
      <p:ext uri="{BB962C8B-B14F-4D97-AF65-F5344CB8AC3E}">
        <p14:creationId xmlns:p14="http://schemas.microsoft.com/office/powerpoint/2010/main" val="2718454362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9E856D-4EFE-5DB6-E898-D9A1134F10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numéro de diapositive 1">
            <a:extLst>
              <a:ext uri="{FF2B5EF4-FFF2-40B4-BE49-F238E27FC236}">
                <a16:creationId xmlns:a16="http://schemas.microsoft.com/office/drawing/2014/main" id="{6714DC8F-258E-BBEC-74D3-82593AB6CE8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968A340-A6CB-DB4C-9998-7796241648B6}" type="slidenum">
              <a:rPr lang="fr-FR" smtClean="0"/>
              <a:pPr/>
              <a:t>56</a:t>
            </a:fld>
            <a:endParaRPr lang="fr-FR"/>
          </a:p>
        </p:txBody>
      </p:sp>
      <p:sp>
        <p:nvSpPr>
          <p:cNvPr id="7" name="Titre 1">
            <a:extLst>
              <a:ext uri="{FF2B5EF4-FFF2-40B4-BE49-F238E27FC236}">
                <a16:creationId xmlns:a16="http://schemas.microsoft.com/office/drawing/2014/main" id="{E02A8668-CDA1-CCC5-CE56-7753CD7085CB}"/>
              </a:ext>
            </a:extLst>
          </p:cNvPr>
          <p:cNvSpPr txBox="1">
            <a:spLocks/>
          </p:cNvSpPr>
          <p:nvPr/>
        </p:nvSpPr>
        <p:spPr>
          <a:xfrm>
            <a:off x="258709" y="616226"/>
            <a:ext cx="10506372" cy="669353"/>
          </a:xfrm>
          <a:prstGeom prst="rect">
            <a:avLst/>
          </a:prstGeom>
        </p:spPr>
        <p:txBody>
          <a:bodyPr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92075"/>
            <a:r>
              <a:rPr lang="en-US" sz="2400" b="1">
                <a:solidFill>
                  <a:schemeClr val="tx2"/>
                </a:solidFill>
                <a:latin typeface="+mn-lt"/>
              </a:rPr>
              <a:t>Top 5 Purchase projects </a:t>
            </a:r>
            <a:r>
              <a:rPr lang="en-US" sz="2400" b="1" err="1">
                <a:solidFill>
                  <a:schemeClr val="tx2"/>
                </a:solidFill>
                <a:latin typeface="+mn-lt"/>
              </a:rPr>
              <a:t>exFCA</a:t>
            </a:r>
            <a:r>
              <a:rPr lang="en-US" sz="2400" b="1">
                <a:solidFill>
                  <a:schemeClr val="tx2"/>
                </a:solidFill>
                <a:latin typeface="+mn-lt"/>
              </a:rPr>
              <a:t> </a:t>
            </a:r>
            <a:endParaRPr lang="en-US" sz="2400">
              <a:solidFill>
                <a:schemeClr val="tx2"/>
              </a:solidFill>
              <a:latin typeface="+mn-lt"/>
            </a:endParaRPr>
          </a:p>
        </p:txBody>
      </p:sp>
      <p:sp>
        <p:nvSpPr>
          <p:cNvPr id="10" name="Espace réservé de la date 3">
            <a:extLst>
              <a:ext uri="{FF2B5EF4-FFF2-40B4-BE49-F238E27FC236}">
                <a16:creationId xmlns:a16="http://schemas.microsoft.com/office/drawing/2014/main" id="{E87DD55E-DEC2-390A-972B-232DED580AC1}"/>
              </a:ext>
            </a:extLst>
          </p:cNvPr>
          <p:cNvSpPr txBox="1">
            <a:spLocks/>
          </p:cNvSpPr>
          <p:nvPr/>
        </p:nvSpPr>
        <p:spPr>
          <a:xfrm>
            <a:off x="0" y="6655424"/>
            <a:ext cx="2743200" cy="2160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fr-FR"/>
            </a:defPPr>
            <a:lvl1pPr marL="0" algn="l" defTabSz="914400" rtl="0" eaLnBrk="1" latinLnBrk="0" hangingPunct="1">
              <a:defRPr sz="1200" b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/>
              <a:t>JAN 2025</a:t>
            </a:r>
            <a:endParaRPr lang="en-US"/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01272B5C-619D-BB02-32A6-74A6E378E530}"/>
              </a:ext>
            </a:extLst>
          </p:cNvPr>
          <p:cNvSpPr txBox="1"/>
          <p:nvPr/>
        </p:nvSpPr>
        <p:spPr>
          <a:xfrm>
            <a:off x="-44251" y="6378425"/>
            <a:ext cx="367177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i="1"/>
              <a:t>Source : autobiz, Q4 2025</a:t>
            </a:r>
          </a:p>
        </p:txBody>
      </p:sp>
      <p:sp>
        <p:nvSpPr>
          <p:cNvPr id="8" name="Titre 1">
            <a:extLst>
              <a:ext uri="{FF2B5EF4-FFF2-40B4-BE49-F238E27FC236}">
                <a16:creationId xmlns:a16="http://schemas.microsoft.com/office/drawing/2014/main" id="{4781432F-6579-43BF-C9A2-6598F77316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9338" y="131751"/>
            <a:ext cx="10515600" cy="594299"/>
          </a:xfrm>
        </p:spPr>
        <p:txBody>
          <a:bodyPr>
            <a:normAutofit/>
          </a:bodyPr>
          <a:lstStyle/>
          <a:p>
            <a:pPr>
              <a:spcBef>
                <a:spcPts val="1000"/>
              </a:spcBef>
            </a:pPr>
            <a:r>
              <a:rPr lang="en-US" b="1"/>
              <a:t>MISCELLANEOUS ANALYSIS </a:t>
            </a:r>
            <a:endParaRPr lang="en-US" b="1">
              <a:ea typeface="+mn-ea"/>
            </a:endParaRPr>
          </a:p>
        </p:txBody>
      </p:sp>
      <p:pic>
        <p:nvPicPr>
          <p:cNvPr id="5" name="Picture 2" descr="Drapeau de l'Espagne — Wikipédia">
            <a:extLst>
              <a:ext uri="{FF2B5EF4-FFF2-40B4-BE49-F238E27FC236}">
                <a16:creationId xmlns:a16="http://schemas.microsoft.com/office/drawing/2014/main" id="{3BA6E75D-8C12-D821-C736-E94EB4FCD8A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17756" y="250095"/>
            <a:ext cx="1007014" cy="67134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EF31961E-56DC-6924-76B1-1E009EE55833}"/>
              </a:ext>
            </a:extLst>
          </p:cNvPr>
          <p:cNvSpPr/>
          <p:nvPr/>
        </p:nvSpPr>
        <p:spPr>
          <a:xfrm>
            <a:off x="1371600" y="1211826"/>
            <a:ext cx="7756391" cy="505767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PH_TBL</a:t>
            </a:r>
          </a:p>
        </p:txBody>
      </p:sp>
    </p:spTree>
    <p:extLst>
      <p:ext uri="{BB962C8B-B14F-4D97-AF65-F5344CB8AC3E}">
        <p14:creationId xmlns:p14="http://schemas.microsoft.com/office/powerpoint/2010/main" val="2945377139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FD9A65A-8133-272E-48B6-F90406019C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8763" y="207173"/>
            <a:ext cx="10515600" cy="594299"/>
          </a:xfrm>
        </p:spPr>
        <p:txBody>
          <a:bodyPr/>
          <a:lstStyle/>
          <a:p>
            <a:r>
              <a:rPr lang="en-US" b="1"/>
              <a:t>MISCELLANEOUS ANALYSIS </a:t>
            </a:r>
            <a:endParaRPr lang="fr-FR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1C9B47C8-C5E9-B992-641F-8362B697A123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fr-FR"/>
              <a:t>Trade-in </a:t>
            </a:r>
            <a:r>
              <a:rPr lang="fr-FR" err="1"/>
              <a:t>vehicle</a:t>
            </a:r>
            <a:r>
              <a:rPr lang="fr-FR"/>
              <a:t> by brands xP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D77EBE9F-E930-E536-4578-84125EE3E4F9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r>
              <a:rPr lang="fr-FR"/>
              <a:t>Octobre &amp; </a:t>
            </a:r>
            <a:r>
              <a:rPr lang="fr-FR" err="1"/>
              <a:t>November</a:t>
            </a:r>
            <a:r>
              <a:rPr lang="fr-FR"/>
              <a:t> 2025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E0279B74-9DDB-A1C7-54A3-8291578DD13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8250-4A72-4719-B696-DC572B6C1A1F}" type="slidenum">
              <a:rPr lang="fr-FR" smtClean="0"/>
              <a:pPr/>
              <a:t>57</a:t>
            </a:fld>
            <a:endParaRPr lang="fr-FR"/>
          </a:p>
        </p:txBody>
      </p:sp>
      <p:pic>
        <p:nvPicPr>
          <p:cNvPr id="7" name="Picture 2" descr="Drapeau de l'Espagne — Wikipédia">
            <a:extLst>
              <a:ext uri="{FF2B5EF4-FFF2-40B4-BE49-F238E27FC236}">
                <a16:creationId xmlns:a16="http://schemas.microsoft.com/office/drawing/2014/main" id="{216E90FA-C0C0-B305-A68E-97B9FFCAE7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17756" y="250095"/>
            <a:ext cx="1007014" cy="67134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ED7E5677-BF12-53DF-CC69-48C4BBD89C6A}"/>
              </a:ext>
            </a:extLst>
          </p:cNvPr>
          <p:cNvSpPr/>
          <p:nvPr/>
        </p:nvSpPr>
        <p:spPr>
          <a:xfrm>
            <a:off x="622658" y="1315787"/>
            <a:ext cx="10446399" cy="505767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PH_TBL</a:t>
            </a:r>
          </a:p>
        </p:txBody>
      </p:sp>
    </p:spTree>
    <p:extLst>
      <p:ext uri="{BB962C8B-B14F-4D97-AF65-F5344CB8AC3E}">
        <p14:creationId xmlns:p14="http://schemas.microsoft.com/office/powerpoint/2010/main" val="1126233307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698F967-29D8-939F-4BA9-950909B67B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8763" y="176264"/>
            <a:ext cx="10515600" cy="594299"/>
          </a:xfrm>
        </p:spPr>
        <p:txBody>
          <a:bodyPr/>
          <a:lstStyle/>
          <a:p>
            <a:r>
              <a:rPr lang="en-US" b="1"/>
              <a:t>MISCELLANEOUS ANALYSIS </a:t>
            </a:r>
            <a:endParaRPr lang="fr-FR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0A58105F-D2C3-E3CF-D9D6-71A59CFF6833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fr-FR"/>
              <a:t>Trade-in </a:t>
            </a:r>
            <a:r>
              <a:rPr lang="fr-FR" err="1"/>
              <a:t>vehicle</a:t>
            </a:r>
            <a:r>
              <a:rPr lang="fr-FR"/>
              <a:t> by brands xF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FB05E671-7621-4ED2-B9E7-B26AD1BF01FC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r>
              <a:rPr lang="fr-FR"/>
              <a:t>Octobre &amp; </a:t>
            </a:r>
            <a:r>
              <a:rPr lang="fr-FR" err="1"/>
              <a:t>November</a:t>
            </a:r>
            <a:r>
              <a:rPr lang="fr-FR"/>
              <a:t> 2025</a:t>
            </a:r>
          </a:p>
        </p:txBody>
      </p:sp>
      <p:pic>
        <p:nvPicPr>
          <p:cNvPr id="7" name="Picture 2" descr="Drapeau de l'Espagne — Wikipédia">
            <a:extLst>
              <a:ext uri="{FF2B5EF4-FFF2-40B4-BE49-F238E27FC236}">
                <a16:creationId xmlns:a16="http://schemas.microsoft.com/office/drawing/2014/main" id="{32D78050-52D3-EBC4-D3C8-97527B0A9B1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17756" y="250095"/>
            <a:ext cx="1007014" cy="67134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A6DB71C4-0162-73AA-DB04-8932BA9E70E0}"/>
              </a:ext>
            </a:extLst>
          </p:cNvPr>
          <p:cNvSpPr/>
          <p:nvPr/>
        </p:nvSpPr>
        <p:spPr>
          <a:xfrm>
            <a:off x="188914" y="1211826"/>
            <a:ext cx="11118184" cy="505767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PH_TBL</a:t>
            </a:r>
          </a:p>
        </p:txBody>
      </p:sp>
    </p:spTree>
    <p:extLst>
      <p:ext uri="{BB962C8B-B14F-4D97-AF65-F5344CB8AC3E}">
        <p14:creationId xmlns:p14="http://schemas.microsoft.com/office/powerpoint/2010/main" val="3074469389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4F901A-1317-917E-3FF5-1708F9469F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5D725652-C7D2-5C80-32E4-DC77DEBCCBFD}"/>
              </a:ext>
            </a:extLst>
          </p:cNvPr>
          <p:cNvSpPr/>
          <p:nvPr/>
        </p:nvSpPr>
        <p:spPr>
          <a:xfrm>
            <a:off x="877110" y="3567898"/>
            <a:ext cx="10052551" cy="360000"/>
          </a:xfrm>
          <a:prstGeom prst="roundRect">
            <a:avLst/>
          </a:prstGeom>
          <a:solidFill>
            <a:srgbClr val="F3F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>
                <a:solidFill>
                  <a:schemeClr val="tx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LEADS FOCUS</a:t>
            </a:r>
            <a:endParaRPr lang="en-US" sz="1600" dirty="0">
              <a:solidFill>
                <a:schemeClr val="tx1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9FD3B730-C6F5-A223-C8C1-493479EB3389}"/>
              </a:ext>
            </a:extLst>
          </p:cNvPr>
          <p:cNvSpPr/>
          <p:nvPr/>
        </p:nvSpPr>
        <p:spPr>
          <a:xfrm>
            <a:off x="877110" y="4034739"/>
            <a:ext cx="10052551" cy="360000"/>
          </a:xfrm>
          <a:prstGeom prst="roundRect">
            <a:avLst/>
          </a:prstGeom>
          <a:solidFill>
            <a:srgbClr val="F3F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dirty="0">
                <a:solidFill>
                  <a:schemeClr val="tx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DEEP </a:t>
            </a:r>
            <a:r>
              <a:rPr lang="en-US" sz="1600">
                <a:solidFill>
                  <a:schemeClr val="tx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DIVE ANALYSIS</a:t>
            </a:r>
            <a:endParaRPr lang="en-US" sz="1600" dirty="0">
              <a:solidFill>
                <a:schemeClr val="tx1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5" name="Titre 4">
            <a:extLst>
              <a:ext uri="{FF2B5EF4-FFF2-40B4-BE49-F238E27FC236}">
                <a16:creationId xmlns:a16="http://schemas.microsoft.com/office/drawing/2014/main" id="{9B4F7439-5567-46E7-1B06-7BA654CF8A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4968" y="209431"/>
            <a:ext cx="10515600" cy="594299"/>
          </a:xfrm>
        </p:spPr>
        <p:txBody>
          <a:bodyPr/>
          <a:lstStyle/>
          <a:p>
            <a:r>
              <a:rPr lang="en-US" noProof="0"/>
              <a:t>Agenda</a:t>
            </a:r>
          </a:p>
        </p:txBody>
      </p:sp>
      <p:sp>
        <p:nvSpPr>
          <p:cNvPr id="10" name="Espace réservé du numéro de diapositive 10">
            <a:extLst>
              <a:ext uri="{FF2B5EF4-FFF2-40B4-BE49-F238E27FC236}">
                <a16:creationId xmlns:a16="http://schemas.microsoft.com/office/drawing/2014/main" id="{0E70A102-FEF5-4E7D-5E42-01BEB173C29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67191" y="6469207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 anchorCtr="0"/>
          <a:lstStyle>
            <a:lvl1pPr algn="r">
              <a:defRPr sz="1000">
                <a:solidFill>
                  <a:schemeClr val="tx1">
                    <a:tint val="82000"/>
                  </a:schemeClr>
                </a:solidFill>
                <a:latin typeface="Aptos Light" panose="020B0004020202020204" pitchFamily="34" charset="0"/>
              </a:defRPr>
            </a:lvl1pPr>
          </a:lstStyle>
          <a:p>
            <a:fld id="{16A88250-4A72-4719-B696-DC572B6C1A1F}" type="slidenum">
              <a:rPr lang="en-US" noProof="0" smtClean="0"/>
              <a:pPr/>
              <a:t>59</a:t>
            </a:fld>
            <a:endParaRPr lang="en-US" noProof="0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E7194EF2-0AA0-1ED3-1B4A-AEA84E15EC1A}"/>
              </a:ext>
            </a:extLst>
          </p:cNvPr>
          <p:cNvSpPr/>
          <p:nvPr/>
        </p:nvSpPr>
        <p:spPr>
          <a:xfrm>
            <a:off x="877109" y="4517716"/>
            <a:ext cx="10052551" cy="360000"/>
          </a:xfrm>
          <a:prstGeom prst="roundRect">
            <a:avLst/>
          </a:prstGeom>
          <a:solidFill>
            <a:srgbClr val="0438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OPEN POINTS</a:t>
            </a:r>
          </a:p>
        </p:txBody>
      </p:sp>
      <p:pic>
        <p:nvPicPr>
          <p:cNvPr id="7" name="Picture 2" descr="Drapeau de l'Espagne — Wikipédia">
            <a:extLst>
              <a:ext uri="{FF2B5EF4-FFF2-40B4-BE49-F238E27FC236}">
                <a16:creationId xmlns:a16="http://schemas.microsoft.com/office/drawing/2014/main" id="{A9809A5A-9543-8E07-7303-FE411A11E80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17756" y="250095"/>
            <a:ext cx="1007014" cy="67134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4" name="Espace réservé de la date 1">
            <a:extLst>
              <a:ext uri="{FF2B5EF4-FFF2-40B4-BE49-F238E27FC236}">
                <a16:creationId xmlns:a16="http://schemas.microsoft.com/office/drawing/2014/main" id="{91A140F6-B283-2A53-35A6-FB14078F9023}"/>
              </a:ext>
            </a:extLst>
          </p:cNvPr>
          <p:cNvSpPr txBox="1">
            <a:spLocks/>
          </p:cNvSpPr>
          <p:nvPr/>
        </p:nvSpPr>
        <p:spPr>
          <a:xfrm>
            <a:off x="109538" y="6551038"/>
            <a:ext cx="2743200" cy="365125"/>
          </a:xfrm>
          <a:prstGeom prst="rect">
            <a:avLst/>
          </a:prstGeom>
        </p:spPr>
        <p:txBody>
          <a:bodyPr anchor="ctr" anchorCtr="0"/>
          <a:lstStyle>
            <a:defPPr>
              <a:defRPr lang="fr-FR"/>
            </a:defPPr>
            <a:lvl1pPr marL="0" algn="l" defTabSz="914400" rtl="0" eaLnBrk="1" latinLnBrk="0" hangingPunct="1">
              <a:defRPr sz="1000" kern="1200">
                <a:solidFill>
                  <a:schemeClr val="tx1"/>
                </a:solidFill>
                <a:latin typeface="Aptos Light" panose="020B0004020202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December 2025</a:t>
            </a:r>
            <a:endParaRPr lang="en-US" noProof="0"/>
          </a:p>
        </p:txBody>
      </p:sp>
      <p:sp>
        <p:nvSpPr>
          <p:cNvPr id="6" name="Rectangle: Rounded Corners 25">
            <a:extLst>
              <a:ext uri="{FF2B5EF4-FFF2-40B4-BE49-F238E27FC236}">
                <a16:creationId xmlns:a16="http://schemas.microsoft.com/office/drawing/2014/main" id="{DACC09BE-EE2E-80D7-FC5C-42343AEAFADD}"/>
              </a:ext>
            </a:extLst>
          </p:cNvPr>
          <p:cNvSpPr/>
          <p:nvPr/>
        </p:nvSpPr>
        <p:spPr>
          <a:xfrm>
            <a:off x="877110" y="3088588"/>
            <a:ext cx="10052551" cy="360000"/>
          </a:xfrm>
          <a:prstGeom prst="roundRect">
            <a:avLst/>
          </a:prstGeom>
          <a:solidFill>
            <a:srgbClr val="F3F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>
                <a:solidFill>
                  <a:schemeClr val="tx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SALES PERFORMANCE</a:t>
            </a:r>
            <a:endParaRPr lang="en-US" sz="1600" dirty="0">
              <a:solidFill>
                <a:schemeClr val="tx1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8" name="Rectangle: Rounded Corners 28">
            <a:extLst>
              <a:ext uri="{FF2B5EF4-FFF2-40B4-BE49-F238E27FC236}">
                <a16:creationId xmlns:a16="http://schemas.microsoft.com/office/drawing/2014/main" id="{03832BE3-2BD7-EC2B-0CE4-F59E929451CC}"/>
              </a:ext>
            </a:extLst>
          </p:cNvPr>
          <p:cNvSpPr/>
          <p:nvPr/>
        </p:nvSpPr>
        <p:spPr>
          <a:xfrm>
            <a:off x="877115" y="2052858"/>
            <a:ext cx="10052551" cy="360000"/>
          </a:xfrm>
          <a:prstGeom prst="roundRect">
            <a:avLst/>
          </a:prstGeom>
          <a:solidFill>
            <a:srgbClr val="F3F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dirty="0">
                <a:solidFill>
                  <a:schemeClr val="tx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EXECUTIVE SUMMARY</a:t>
            </a:r>
          </a:p>
        </p:txBody>
      </p:sp>
      <p:sp>
        <p:nvSpPr>
          <p:cNvPr id="3" name="Rectangle: Rounded Corners 1">
            <a:extLst>
              <a:ext uri="{FF2B5EF4-FFF2-40B4-BE49-F238E27FC236}">
                <a16:creationId xmlns:a16="http://schemas.microsoft.com/office/drawing/2014/main" id="{D3814E67-38F5-1120-5573-E6950E5BD9E7}"/>
              </a:ext>
            </a:extLst>
          </p:cNvPr>
          <p:cNvSpPr/>
          <p:nvPr/>
        </p:nvSpPr>
        <p:spPr>
          <a:xfrm>
            <a:off x="877108" y="4990600"/>
            <a:ext cx="10052551" cy="360000"/>
          </a:xfrm>
          <a:prstGeom prst="roundRect">
            <a:avLst/>
          </a:prstGeom>
          <a:solidFill>
            <a:srgbClr val="F3F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dirty="0">
                <a:solidFill>
                  <a:schemeClr val="tx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APPENDIX</a:t>
            </a:r>
          </a:p>
        </p:txBody>
      </p:sp>
      <p:sp>
        <p:nvSpPr>
          <p:cNvPr id="9" name="Rectangle: Rounded Corners 25">
            <a:extLst>
              <a:ext uri="{FF2B5EF4-FFF2-40B4-BE49-F238E27FC236}">
                <a16:creationId xmlns:a16="http://schemas.microsoft.com/office/drawing/2014/main" id="{41B4859E-3771-A8CA-A263-0C70694C118E}"/>
              </a:ext>
            </a:extLst>
          </p:cNvPr>
          <p:cNvSpPr/>
          <p:nvPr/>
        </p:nvSpPr>
        <p:spPr>
          <a:xfrm>
            <a:off x="877111" y="2601704"/>
            <a:ext cx="10052551" cy="360000"/>
          </a:xfrm>
          <a:prstGeom prst="roundRect">
            <a:avLst/>
          </a:prstGeom>
          <a:solidFill>
            <a:srgbClr val="F3F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>
                <a:solidFill>
                  <a:schemeClr val="tx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PERFORMANCE OVERVIEW</a:t>
            </a:r>
            <a:endParaRPr lang="en-US" sz="1600" dirty="0">
              <a:solidFill>
                <a:schemeClr val="tx1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22759140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ED8867-BA91-F64E-7C09-237D99693B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96F2041-A1D7-0262-3836-347FD1DE8E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3940" y="107929"/>
            <a:ext cx="10515600" cy="594299"/>
          </a:xfrm>
        </p:spPr>
        <p:txBody>
          <a:bodyPr/>
          <a:lstStyle/>
          <a:p>
            <a:r>
              <a:rPr lang="en-US"/>
              <a:t>OPEN POINTS</a:t>
            </a:r>
            <a:endParaRPr lang="en-US" noProof="0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6A5F77FA-905E-6543-C4F3-4FE566ABAA6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8250-4A72-4719-B696-DC572B6C1A1F}" type="slidenum">
              <a:rPr lang="en-US" noProof="0" smtClean="0"/>
              <a:pPr/>
              <a:t>60</a:t>
            </a:fld>
            <a:endParaRPr lang="en-US" noProof="0"/>
          </a:p>
        </p:txBody>
      </p:sp>
      <p:grpSp>
        <p:nvGrpSpPr>
          <p:cNvPr id="21" name="Groupe 20">
            <a:extLst>
              <a:ext uri="{FF2B5EF4-FFF2-40B4-BE49-F238E27FC236}">
                <a16:creationId xmlns:a16="http://schemas.microsoft.com/office/drawing/2014/main" id="{8B728726-6385-4E55-2FCA-A3EA55D90FCE}"/>
              </a:ext>
            </a:extLst>
          </p:cNvPr>
          <p:cNvGrpSpPr/>
          <p:nvPr/>
        </p:nvGrpSpPr>
        <p:grpSpPr>
          <a:xfrm>
            <a:off x="839771" y="979867"/>
            <a:ext cx="9879769" cy="2996232"/>
            <a:chOff x="1555261" y="1293678"/>
            <a:chExt cx="9563365" cy="2823451"/>
          </a:xfrm>
        </p:grpSpPr>
        <p:sp>
          <p:nvSpPr>
            <p:cNvPr id="22" name="Rectangle : coins arrondis 21">
              <a:extLst>
                <a:ext uri="{FF2B5EF4-FFF2-40B4-BE49-F238E27FC236}">
                  <a16:creationId xmlns:a16="http://schemas.microsoft.com/office/drawing/2014/main" id="{5C924B77-AC11-6055-1B13-F0FD6E906CCB}"/>
                </a:ext>
              </a:extLst>
            </p:cNvPr>
            <p:cNvSpPr/>
            <p:nvPr>
              <p:custDataLst>
                <p:tags r:id="rId2"/>
              </p:custDataLst>
            </p:nvPr>
          </p:nvSpPr>
          <p:spPr bwMode="auto">
            <a:xfrm>
              <a:off x="1555261" y="1293680"/>
              <a:ext cx="1436329" cy="2823449"/>
            </a:xfrm>
            <a:prstGeom prst="roundRect">
              <a:avLst>
                <a:gd name="adj" fmla="val 2817"/>
              </a:avLst>
            </a:prstGeom>
            <a:solidFill>
              <a:srgbClr val="043882"/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0" tIns="38957" rIns="0" bIns="38957" numCol="1" rtlCol="0" anchor="ctr" anchorCtr="0" compatLnSpc="1">
              <a:prstTxWarp prst="textNoShape">
                <a:avLst/>
              </a:prstTxWarp>
            </a:bodyPr>
            <a:lstStyle/>
            <a:p>
              <a:pPr algn="ctr" defTabSz="779154" eaLnBrk="0" fontAlgn="base" hangingPunct="0">
                <a:spcBef>
                  <a:spcPct val="0"/>
                </a:spcBef>
                <a:spcAft>
                  <a:spcPts val="511"/>
                </a:spcAft>
              </a:pPr>
              <a:r>
                <a:rPr lang="en-US" sz="1400" b="1">
                  <a:solidFill>
                    <a:prstClr val="white"/>
                  </a:solidFill>
                  <a:cs typeface="Calibri Light" panose="020F0302020204030204" pitchFamily="34" charset="0"/>
                </a:rPr>
                <a:t>VISIBILITY</a:t>
              </a:r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2FC8FA50-9DD9-D611-E811-5F3EE535CC03}"/>
                </a:ext>
              </a:extLst>
            </p:cNvPr>
            <p:cNvSpPr/>
            <p:nvPr/>
          </p:nvSpPr>
          <p:spPr bwMode="auto">
            <a:xfrm>
              <a:off x="2971016" y="1293678"/>
              <a:ext cx="8147610" cy="2823449"/>
            </a:xfrm>
            <a:prstGeom prst="rect">
              <a:avLst/>
            </a:prstGeom>
            <a:solidFill>
              <a:srgbClr val="F3F8FF"/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457200" algn="just">
                <a:lnSpc>
                  <a:spcPct val="150000"/>
                </a:lnSpc>
              </a:pPr>
              <a:endParaRPr lang="en-US" sz="1200" b="1" dirty="0">
                <a:solidFill>
                  <a:srgbClr val="002060"/>
                </a:solidFill>
              </a:endParaRPr>
            </a:p>
          </p:txBody>
        </p:sp>
      </p:grpSp>
      <p:grpSp>
        <p:nvGrpSpPr>
          <p:cNvPr id="3" name="Groupe 2">
            <a:extLst>
              <a:ext uri="{FF2B5EF4-FFF2-40B4-BE49-F238E27FC236}">
                <a16:creationId xmlns:a16="http://schemas.microsoft.com/office/drawing/2014/main" id="{FD64A491-EEFE-E773-4844-316CDFD216A7}"/>
              </a:ext>
            </a:extLst>
          </p:cNvPr>
          <p:cNvGrpSpPr/>
          <p:nvPr/>
        </p:nvGrpSpPr>
        <p:grpSpPr>
          <a:xfrm>
            <a:off x="839771" y="4071286"/>
            <a:ext cx="9879769" cy="2508252"/>
            <a:chOff x="1555261" y="1293678"/>
            <a:chExt cx="9563365" cy="2202148"/>
          </a:xfrm>
        </p:grpSpPr>
        <p:sp>
          <p:nvSpPr>
            <p:cNvPr id="4" name="Rectangle : coins arrondis 3">
              <a:extLst>
                <a:ext uri="{FF2B5EF4-FFF2-40B4-BE49-F238E27FC236}">
                  <a16:creationId xmlns:a16="http://schemas.microsoft.com/office/drawing/2014/main" id="{59209C66-1846-7D17-3482-80B6E174FD3F}"/>
                </a:ext>
              </a:extLst>
            </p:cNvPr>
            <p:cNvSpPr/>
            <p:nvPr>
              <p:custDataLst>
                <p:tags r:id="rId1"/>
              </p:custDataLst>
            </p:nvPr>
          </p:nvSpPr>
          <p:spPr bwMode="auto">
            <a:xfrm>
              <a:off x="1555261" y="1293680"/>
              <a:ext cx="1436329" cy="2202146"/>
            </a:xfrm>
            <a:prstGeom prst="roundRect">
              <a:avLst>
                <a:gd name="adj" fmla="val 2817"/>
              </a:avLst>
            </a:prstGeom>
            <a:solidFill>
              <a:srgbClr val="043882"/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0" tIns="38957" rIns="0" bIns="38957" numCol="1" rtlCol="0" anchor="ctr" anchorCtr="0" compatLnSpc="1">
              <a:prstTxWarp prst="textNoShape">
                <a:avLst/>
              </a:prstTxWarp>
            </a:bodyPr>
            <a:lstStyle/>
            <a:p>
              <a:pPr algn="ctr" defTabSz="779154" eaLnBrk="0" fontAlgn="base" hangingPunct="0">
                <a:spcBef>
                  <a:spcPct val="0"/>
                </a:spcBef>
                <a:spcAft>
                  <a:spcPts val="511"/>
                </a:spcAft>
              </a:pPr>
              <a:r>
                <a:rPr lang="en-US" sz="1400" b="1">
                  <a:solidFill>
                    <a:prstClr val="white"/>
                  </a:solidFill>
                  <a:cs typeface="Calibri Light" panose="020F0302020204030204" pitchFamily="34" charset="0"/>
                </a:rPr>
                <a:t>JOURNEY</a:t>
              </a:r>
            </a:p>
            <a:p>
              <a:pPr algn="ctr" defTabSz="779154" eaLnBrk="0" fontAlgn="base" hangingPunct="0">
                <a:spcBef>
                  <a:spcPct val="0"/>
                </a:spcBef>
                <a:spcAft>
                  <a:spcPts val="511"/>
                </a:spcAft>
              </a:pPr>
              <a:r>
                <a:rPr lang="en-US" sz="1400" b="1">
                  <a:solidFill>
                    <a:prstClr val="white"/>
                  </a:solidFill>
                  <a:cs typeface="Calibri Light" panose="020F0302020204030204" pitchFamily="34" charset="0"/>
                </a:rPr>
                <a:t>IMPROVEMENT</a:t>
              </a: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73E1BA15-FD8A-EAF5-6EB6-4A135F3BFA95}"/>
                </a:ext>
              </a:extLst>
            </p:cNvPr>
            <p:cNvSpPr/>
            <p:nvPr/>
          </p:nvSpPr>
          <p:spPr bwMode="auto">
            <a:xfrm>
              <a:off x="2971016" y="1293678"/>
              <a:ext cx="8147610" cy="2202148"/>
            </a:xfrm>
            <a:prstGeom prst="rect">
              <a:avLst/>
            </a:prstGeom>
            <a:solidFill>
              <a:srgbClr val="F3F8FF"/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indent="449263">
                <a:buNone/>
              </a:pPr>
              <a:endParaRPr lang="en-ZA" sz="1200" b="1" dirty="0">
                <a:solidFill>
                  <a:srgbClr val="00206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38452599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FD2DA2-E573-03AE-B2CF-C04F068C40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EEAE458-CD17-DA0B-2ADF-CD227DA0DC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3940" y="107929"/>
            <a:ext cx="10515600" cy="594299"/>
          </a:xfrm>
        </p:spPr>
        <p:txBody>
          <a:bodyPr/>
          <a:lstStyle/>
          <a:p>
            <a:r>
              <a:rPr lang="en-US"/>
              <a:t>OPEN POINTS</a:t>
            </a:r>
            <a:endParaRPr lang="en-US" noProof="0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D645918-92B1-C951-0500-04C99AD598D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8250-4A72-4719-B696-DC572B6C1A1F}" type="slidenum">
              <a:rPr lang="en-US" noProof="0" smtClean="0"/>
              <a:pPr/>
              <a:t>61</a:t>
            </a:fld>
            <a:endParaRPr lang="en-US" noProof="0"/>
          </a:p>
        </p:txBody>
      </p:sp>
      <p:grpSp>
        <p:nvGrpSpPr>
          <p:cNvPr id="11" name="Groupe 10">
            <a:extLst>
              <a:ext uri="{FF2B5EF4-FFF2-40B4-BE49-F238E27FC236}">
                <a16:creationId xmlns:a16="http://schemas.microsoft.com/office/drawing/2014/main" id="{5B08DD44-6C46-0A87-3BAB-7448950D18A8}"/>
              </a:ext>
            </a:extLst>
          </p:cNvPr>
          <p:cNvGrpSpPr/>
          <p:nvPr/>
        </p:nvGrpSpPr>
        <p:grpSpPr>
          <a:xfrm>
            <a:off x="680057" y="920145"/>
            <a:ext cx="10515600" cy="2552575"/>
            <a:chOff x="1555261" y="1293678"/>
            <a:chExt cx="9563365" cy="2823451"/>
          </a:xfrm>
        </p:grpSpPr>
        <p:sp>
          <p:nvSpPr>
            <p:cNvPr id="12" name="Rectangle : coins arrondis 11">
              <a:extLst>
                <a:ext uri="{FF2B5EF4-FFF2-40B4-BE49-F238E27FC236}">
                  <a16:creationId xmlns:a16="http://schemas.microsoft.com/office/drawing/2014/main" id="{B3EEBCA6-1779-D807-D8FF-C856959E87C7}"/>
                </a:ext>
              </a:extLst>
            </p:cNvPr>
            <p:cNvSpPr/>
            <p:nvPr>
              <p:custDataLst>
                <p:tags r:id="rId2"/>
              </p:custDataLst>
            </p:nvPr>
          </p:nvSpPr>
          <p:spPr bwMode="auto">
            <a:xfrm>
              <a:off x="1555261" y="1293680"/>
              <a:ext cx="1436329" cy="2823449"/>
            </a:xfrm>
            <a:prstGeom prst="roundRect">
              <a:avLst>
                <a:gd name="adj" fmla="val 2817"/>
              </a:avLst>
            </a:prstGeom>
            <a:solidFill>
              <a:srgbClr val="043882"/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0" tIns="38957" rIns="0" bIns="38957" numCol="1" rtlCol="0" anchor="ctr" anchorCtr="0" compatLnSpc="1">
              <a:prstTxWarp prst="textNoShape">
                <a:avLst/>
              </a:prstTxWarp>
            </a:bodyPr>
            <a:lstStyle/>
            <a:p>
              <a:pPr algn="ctr" defTabSz="779154" eaLnBrk="0" fontAlgn="base" hangingPunct="0">
                <a:spcBef>
                  <a:spcPct val="0"/>
                </a:spcBef>
                <a:spcAft>
                  <a:spcPts val="511"/>
                </a:spcAft>
              </a:pPr>
              <a:r>
                <a:rPr lang="en-US" sz="1400" b="1">
                  <a:solidFill>
                    <a:prstClr val="white"/>
                  </a:solidFill>
                  <a:cs typeface="Calibri Light" panose="020F0302020204030204" pitchFamily="34" charset="0"/>
                </a:rPr>
                <a:t>TRACKING</a:t>
              </a:r>
            </a:p>
            <a:p>
              <a:pPr algn="ctr" defTabSz="779154" eaLnBrk="0" fontAlgn="base" hangingPunct="0">
                <a:spcBef>
                  <a:spcPct val="0"/>
                </a:spcBef>
                <a:spcAft>
                  <a:spcPts val="511"/>
                </a:spcAft>
              </a:pPr>
              <a:r>
                <a:rPr lang="en-US" sz="1400" b="1">
                  <a:solidFill>
                    <a:prstClr val="white"/>
                  </a:solidFill>
                  <a:cs typeface="Calibri Light" panose="020F0302020204030204" pitchFamily="34" charset="0"/>
                </a:rPr>
                <a:t>OPTIMIZATION</a:t>
              </a: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F549E92A-06C4-F893-3AAC-A9B8FBC029BB}"/>
                </a:ext>
              </a:extLst>
            </p:cNvPr>
            <p:cNvSpPr/>
            <p:nvPr/>
          </p:nvSpPr>
          <p:spPr bwMode="auto">
            <a:xfrm>
              <a:off x="2971016" y="1293678"/>
              <a:ext cx="8147610" cy="2823449"/>
            </a:xfrm>
            <a:prstGeom prst="rect">
              <a:avLst/>
            </a:prstGeom>
            <a:solidFill>
              <a:srgbClr val="F3F8FF"/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indent="449263">
                <a:buNone/>
              </a:pPr>
              <a:endParaRPr lang="en-US" sz="1200" b="1" dirty="0">
                <a:solidFill>
                  <a:srgbClr val="002060"/>
                </a:solidFill>
              </a:endParaRPr>
            </a:p>
          </p:txBody>
        </p:sp>
      </p:grpSp>
      <p:sp>
        <p:nvSpPr>
          <p:cNvPr id="7" name="ZoneTexte 6">
            <a:extLst>
              <a:ext uri="{FF2B5EF4-FFF2-40B4-BE49-F238E27FC236}">
                <a16:creationId xmlns:a16="http://schemas.microsoft.com/office/drawing/2014/main" id="{AECB5F22-4C3B-CD98-D73E-4D7336465E99}"/>
              </a:ext>
            </a:extLst>
          </p:cNvPr>
          <p:cNvSpPr txBox="1"/>
          <p:nvPr/>
        </p:nvSpPr>
        <p:spPr>
          <a:xfrm>
            <a:off x="3850515" y="6465000"/>
            <a:ext cx="611505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50" b="1">
                <a:solidFill>
                  <a:srgbClr val="002060"/>
                </a:solidFill>
                <a:cs typeface="Calibri Light"/>
              </a:rPr>
              <a:t>*  Additional costs</a:t>
            </a:r>
            <a:endParaRPr lang="fr-FR" sz="1050" b="1"/>
          </a:p>
        </p:txBody>
      </p:sp>
      <p:grpSp>
        <p:nvGrpSpPr>
          <p:cNvPr id="8" name="Groupe 7">
            <a:extLst>
              <a:ext uri="{FF2B5EF4-FFF2-40B4-BE49-F238E27FC236}">
                <a16:creationId xmlns:a16="http://schemas.microsoft.com/office/drawing/2014/main" id="{498B019C-8E2E-FA86-CFF7-BB1C0DD93FF9}"/>
              </a:ext>
            </a:extLst>
          </p:cNvPr>
          <p:cNvGrpSpPr/>
          <p:nvPr/>
        </p:nvGrpSpPr>
        <p:grpSpPr>
          <a:xfrm>
            <a:off x="680057" y="3619678"/>
            <a:ext cx="10515600" cy="2737599"/>
            <a:chOff x="1555261" y="1293678"/>
            <a:chExt cx="9563365" cy="2823451"/>
          </a:xfrm>
        </p:grpSpPr>
        <p:sp>
          <p:nvSpPr>
            <p:cNvPr id="9" name="Rectangle : coins arrondis 8">
              <a:extLst>
                <a:ext uri="{FF2B5EF4-FFF2-40B4-BE49-F238E27FC236}">
                  <a16:creationId xmlns:a16="http://schemas.microsoft.com/office/drawing/2014/main" id="{0C66E151-E3B0-CDC7-DF76-062F568013FB}"/>
                </a:ext>
              </a:extLst>
            </p:cNvPr>
            <p:cNvSpPr/>
            <p:nvPr>
              <p:custDataLst>
                <p:tags r:id="rId1"/>
              </p:custDataLst>
            </p:nvPr>
          </p:nvSpPr>
          <p:spPr bwMode="auto">
            <a:xfrm>
              <a:off x="1555261" y="1293680"/>
              <a:ext cx="1436329" cy="2823449"/>
            </a:xfrm>
            <a:prstGeom prst="roundRect">
              <a:avLst>
                <a:gd name="adj" fmla="val 2817"/>
              </a:avLst>
            </a:prstGeom>
            <a:solidFill>
              <a:srgbClr val="043882"/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0" tIns="38957" rIns="0" bIns="38957" numCol="1" rtlCol="0" anchor="ctr" anchorCtr="0" compatLnSpc="1">
              <a:prstTxWarp prst="textNoShape">
                <a:avLst/>
              </a:prstTxWarp>
            </a:bodyPr>
            <a:lstStyle/>
            <a:p>
              <a:pPr algn="ctr" defTabSz="779154" eaLnBrk="0" fontAlgn="base" hangingPunct="0">
                <a:spcBef>
                  <a:spcPct val="0"/>
                </a:spcBef>
                <a:spcAft>
                  <a:spcPts val="511"/>
                </a:spcAft>
              </a:pPr>
              <a:r>
                <a:rPr lang="en-US" sz="1400" b="1">
                  <a:solidFill>
                    <a:prstClr val="white"/>
                  </a:solidFill>
                  <a:cs typeface="Calibri Light" panose="020F0302020204030204" pitchFamily="34" charset="0"/>
                </a:rPr>
                <a:t>CRM</a:t>
              </a:r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A0A7C2A6-C799-C63E-91C9-09A8C5A12C3C}"/>
                </a:ext>
              </a:extLst>
            </p:cNvPr>
            <p:cNvSpPr/>
            <p:nvPr/>
          </p:nvSpPr>
          <p:spPr bwMode="auto">
            <a:xfrm>
              <a:off x="2971016" y="1293678"/>
              <a:ext cx="8147610" cy="2823449"/>
            </a:xfrm>
            <a:prstGeom prst="rect">
              <a:avLst/>
            </a:prstGeom>
            <a:solidFill>
              <a:srgbClr val="F3F8FF"/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457200" indent="-7938" algn="just">
                <a:lnSpc>
                  <a:spcPct val="150000"/>
                </a:lnSpc>
              </a:pPr>
              <a:endParaRPr lang="en-US" sz="1200" b="1" dirty="0">
                <a:solidFill>
                  <a:srgbClr val="00206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446134512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E1AF57-E6A8-0DD1-FB74-549309772A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4D199D8-8463-793C-E014-D3ADC67735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3940" y="107929"/>
            <a:ext cx="10515600" cy="594299"/>
          </a:xfrm>
        </p:spPr>
        <p:txBody>
          <a:bodyPr/>
          <a:lstStyle/>
          <a:p>
            <a:r>
              <a:rPr lang="en-US"/>
              <a:t>OPEN POINTS</a:t>
            </a:r>
            <a:endParaRPr lang="en-US" noProof="0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36C24D6-B43C-7392-332A-C3B52710FEB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8250-4A72-4719-B696-DC572B6C1A1F}" type="slidenum">
              <a:rPr lang="en-US" noProof="0" smtClean="0"/>
              <a:pPr/>
              <a:t>62</a:t>
            </a:fld>
            <a:endParaRPr lang="en-US" noProof="0"/>
          </a:p>
        </p:txBody>
      </p:sp>
      <p:grpSp>
        <p:nvGrpSpPr>
          <p:cNvPr id="4" name="Groupe 3">
            <a:extLst>
              <a:ext uri="{FF2B5EF4-FFF2-40B4-BE49-F238E27FC236}">
                <a16:creationId xmlns:a16="http://schemas.microsoft.com/office/drawing/2014/main" id="{12442AB5-C161-2100-F090-EE94A4721F29}"/>
              </a:ext>
            </a:extLst>
          </p:cNvPr>
          <p:cNvGrpSpPr/>
          <p:nvPr/>
        </p:nvGrpSpPr>
        <p:grpSpPr>
          <a:xfrm>
            <a:off x="839771" y="1359569"/>
            <a:ext cx="9563365" cy="3541203"/>
            <a:chOff x="1555261" y="1829008"/>
            <a:chExt cx="9563365" cy="2833822"/>
          </a:xfrm>
        </p:grpSpPr>
        <p:sp>
          <p:nvSpPr>
            <p:cNvPr id="5" name="Rectangle : coins arrondis 4">
              <a:extLst>
                <a:ext uri="{FF2B5EF4-FFF2-40B4-BE49-F238E27FC236}">
                  <a16:creationId xmlns:a16="http://schemas.microsoft.com/office/drawing/2014/main" id="{B0C93C71-BAA4-5FF6-1781-8960EB632443}"/>
                </a:ext>
              </a:extLst>
            </p:cNvPr>
            <p:cNvSpPr/>
            <p:nvPr>
              <p:custDataLst>
                <p:tags r:id="rId1"/>
              </p:custDataLst>
            </p:nvPr>
          </p:nvSpPr>
          <p:spPr bwMode="auto">
            <a:xfrm>
              <a:off x="1555261" y="1829008"/>
              <a:ext cx="1436329" cy="2823449"/>
            </a:xfrm>
            <a:prstGeom prst="roundRect">
              <a:avLst>
                <a:gd name="adj" fmla="val 2817"/>
              </a:avLst>
            </a:prstGeom>
            <a:solidFill>
              <a:srgbClr val="043882"/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0" tIns="38957" rIns="0" bIns="38957" numCol="1" rtlCol="0" anchor="ctr" anchorCtr="0" compatLnSpc="1">
              <a:prstTxWarp prst="textNoShape">
                <a:avLst/>
              </a:prstTxWarp>
            </a:bodyPr>
            <a:lstStyle/>
            <a:p>
              <a:pPr algn="ctr" defTabSz="779154" eaLnBrk="0" fontAlgn="base" hangingPunct="0">
                <a:spcBef>
                  <a:spcPct val="0"/>
                </a:spcBef>
                <a:spcAft>
                  <a:spcPts val="511"/>
                </a:spcAft>
              </a:pPr>
              <a:r>
                <a:rPr lang="en-US" sz="1400" b="1">
                  <a:solidFill>
                    <a:prstClr val="white"/>
                  </a:solidFill>
                  <a:cs typeface="Calibri Light" panose="020F0302020204030204" pitchFamily="34" charset="0"/>
                </a:rPr>
                <a:t>REVENUE</a:t>
              </a: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C1B34B48-1334-B2E9-44D1-D623FBD41F51}"/>
                </a:ext>
              </a:extLst>
            </p:cNvPr>
            <p:cNvSpPr/>
            <p:nvPr/>
          </p:nvSpPr>
          <p:spPr bwMode="auto">
            <a:xfrm>
              <a:off x="2971016" y="1839383"/>
              <a:ext cx="8147610" cy="2823447"/>
            </a:xfrm>
            <a:prstGeom prst="rect">
              <a:avLst/>
            </a:prstGeom>
            <a:solidFill>
              <a:srgbClr val="F3F8FF"/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lvl="1" indent="-337820" algn="just">
                <a:lnSpc>
                  <a:spcPct val="150000"/>
                </a:lnSpc>
                <a:buClr>
                  <a:srgbClr val="FF4B00"/>
                </a:buClr>
              </a:pPr>
              <a:endParaRPr lang="en-ZA" sz="1200" b="1" dirty="0">
                <a:solidFill>
                  <a:srgbClr val="002060"/>
                </a:solidFill>
                <a:cs typeface="Calibri Light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927591789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D641DC-BA45-3668-2287-7AF7D3DCB1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6A8593B6-BF55-F24D-14DE-95FC349BA2D6}"/>
              </a:ext>
            </a:extLst>
          </p:cNvPr>
          <p:cNvSpPr/>
          <p:nvPr/>
        </p:nvSpPr>
        <p:spPr>
          <a:xfrm>
            <a:off x="877110" y="3567898"/>
            <a:ext cx="10052551" cy="360000"/>
          </a:xfrm>
          <a:prstGeom prst="roundRect">
            <a:avLst/>
          </a:prstGeom>
          <a:solidFill>
            <a:srgbClr val="F3F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>
                <a:solidFill>
                  <a:schemeClr val="tx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LEADS FOCUS</a:t>
            </a:r>
            <a:endParaRPr lang="en-US" sz="1600" dirty="0">
              <a:solidFill>
                <a:schemeClr val="tx1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749FF017-EA57-9065-3E35-E5BBE6A8E0E1}"/>
              </a:ext>
            </a:extLst>
          </p:cNvPr>
          <p:cNvSpPr/>
          <p:nvPr/>
        </p:nvSpPr>
        <p:spPr>
          <a:xfrm>
            <a:off x="877110" y="4034739"/>
            <a:ext cx="10052551" cy="360000"/>
          </a:xfrm>
          <a:prstGeom prst="roundRect">
            <a:avLst/>
          </a:prstGeom>
          <a:solidFill>
            <a:srgbClr val="F3F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dirty="0">
                <a:solidFill>
                  <a:schemeClr val="tx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DEEP </a:t>
            </a:r>
            <a:r>
              <a:rPr lang="en-US" sz="1600">
                <a:solidFill>
                  <a:schemeClr val="tx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DIVE ANALYSIS</a:t>
            </a:r>
            <a:endParaRPr lang="en-US" sz="1600" dirty="0">
              <a:solidFill>
                <a:schemeClr val="tx1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5" name="Titre 4">
            <a:extLst>
              <a:ext uri="{FF2B5EF4-FFF2-40B4-BE49-F238E27FC236}">
                <a16:creationId xmlns:a16="http://schemas.microsoft.com/office/drawing/2014/main" id="{0F688259-D34A-4586-3ACB-57057C55C4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4968" y="209431"/>
            <a:ext cx="10515600" cy="594299"/>
          </a:xfrm>
        </p:spPr>
        <p:txBody>
          <a:bodyPr/>
          <a:lstStyle/>
          <a:p>
            <a:r>
              <a:rPr lang="en-US" noProof="0"/>
              <a:t>Agenda</a:t>
            </a:r>
          </a:p>
        </p:txBody>
      </p:sp>
      <p:sp>
        <p:nvSpPr>
          <p:cNvPr id="10" name="Espace réservé du numéro de diapositive 10">
            <a:extLst>
              <a:ext uri="{FF2B5EF4-FFF2-40B4-BE49-F238E27FC236}">
                <a16:creationId xmlns:a16="http://schemas.microsoft.com/office/drawing/2014/main" id="{2D0C86F0-8855-E716-3B79-C04908E92F7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67191" y="6469207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 anchorCtr="0"/>
          <a:lstStyle>
            <a:lvl1pPr algn="r">
              <a:defRPr sz="1000">
                <a:solidFill>
                  <a:schemeClr val="tx1">
                    <a:tint val="82000"/>
                  </a:schemeClr>
                </a:solidFill>
                <a:latin typeface="Aptos Light" panose="020B0004020202020204" pitchFamily="34" charset="0"/>
              </a:defRPr>
            </a:lvl1pPr>
          </a:lstStyle>
          <a:p>
            <a:fld id="{16A88250-4A72-4719-B696-DC572B6C1A1F}" type="slidenum">
              <a:rPr lang="en-US" noProof="0" smtClean="0"/>
              <a:pPr/>
              <a:t>63</a:t>
            </a:fld>
            <a:endParaRPr lang="en-US" noProof="0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06316A97-84CA-6AF3-B72C-62AE22AB3181}"/>
              </a:ext>
            </a:extLst>
          </p:cNvPr>
          <p:cNvSpPr/>
          <p:nvPr/>
        </p:nvSpPr>
        <p:spPr>
          <a:xfrm>
            <a:off x="877109" y="4517716"/>
            <a:ext cx="10052551" cy="360000"/>
          </a:xfrm>
          <a:prstGeom prst="roundRect">
            <a:avLst/>
          </a:prstGeom>
          <a:solidFill>
            <a:srgbClr val="F3F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>
                <a:solidFill>
                  <a:schemeClr val="tx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OPEN POINTS</a:t>
            </a:r>
          </a:p>
        </p:txBody>
      </p:sp>
      <p:pic>
        <p:nvPicPr>
          <p:cNvPr id="7" name="Picture 2" descr="Drapeau de l'Espagne — Wikipédia">
            <a:extLst>
              <a:ext uri="{FF2B5EF4-FFF2-40B4-BE49-F238E27FC236}">
                <a16:creationId xmlns:a16="http://schemas.microsoft.com/office/drawing/2014/main" id="{2A8A3455-5EB0-07ED-A85B-CFA527760CE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17756" y="250095"/>
            <a:ext cx="1007014" cy="67134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4" name="Espace réservé de la date 1">
            <a:extLst>
              <a:ext uri="{FF2B5EF4-FFF2-40B4-BE49-F238E27FC236}">
                <a16:creationId xmlns:a16="http://schemas.microsoft.com/office/drawing/2014/main" id="{B76096A3-4A44-AD2A-BDEE-63EA5A256525}"/>
              </a:ext>
            </a:extLst>
          </p:cNvPr>
          <p:cNvSpPr txBox="1">
            <a:spLocks/>
          </p:cNvSpPr>
          <p:nvPr/>
        </p:nvSpPr>
        <p:spPr>
          <a:xfrm>
            <a:off x="109538" y="6551038"/>
            <a:ext cx="2743200" cy="365125"/>
          </a:xfrm>
          <a:prstGeom prst="rect">
            <a:avLst/>
          </a:prstGeom>
        </p:spPr>
        <p:txBody>
          <a:bodyPr anchor="ctr" anchorCtr="0"/>
          <a:lstStyle>
            <a:defPPr>
              <a:defRPr lang="fr-FR"/>
            </a:defPPr>
            <a:lvl1pPr marL="0" algn="l" defTabSz="914400" rtl="0" eaLnBrk="1" latinLnBrk="0" hangingPunct="1">
              <a:defRPr sz="1000" kern="1200">
                <a:solidFill>
                  <a:schemeClr val="tx1"/>
                </a:solidFill>
                <a:latin typeface="Aptos Light" panose="020B0004020202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December 2025</a:t>
            </a:r>
            <a:endParaRPr lang="en-US" noProof="0"/>
          </a:p>
        </p:txBody>
      </p:sp>
      <p:sp>
        <p:nvSpPr>
          <p:cNvPr id="6" name="Rectangle: Rounded Corners 25">
            <a:extLst>
              <a:ext uri="{FF2B5EF4-FFF2-40B4-BE49-F238E27FC236}">
                <a16:creationId xmlns:a16="http://schemas.microsoft.com/office/drawing/2014/main" id="{43266BAE-848D-D277-80AB-8F1646DF12C8}"/>
              </a:ext>
            </a:extLst>
          </p:cNvPr>
          <p:cNvSpPr/>
          <p:nvPr/>
        </p:nvSpPr>
        <p:spPr>
          <a:xfrm>
            <a:off x="877110" y="3088588"/>
            <a:ext cx="10052551" cy="360000"/>
          </a:xfrm>
          <a:prstGeom prst="roundRect">
            <a:avLst/>
          </a:prstGeom>
          <a:solidFill>
            <a:srgbClr val="F3F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>
                <a:solidFill>
                  <a:schemeClr val="tx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SALES PERFORMANCE</a:t>
            </a:r>
            <a:endParaRPr lang="en-US" sz="1600" dirty="0">
              <a:solidFill>
                <a:schemeClr val="tx1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8" name="Rectangle: Rounded Corners 28">
            <a:extLst>
              <a:ext uri="{FF2B5EF4-FFF2-40B4-BE49-F238E27FC236}">
                <a16:creationId xmlns:a16="http://schemas.microsoft.com/office/drawing/2014/main" id="{66665A39-C03A-19E7-D003-8AB92C2B1670}"/>
              </a:ext>
            </a:extLst>
          </p:cNvPr>
          <p:cNvSpPr/>
          <p:nvPr/>
        </p:nvSpPr>
        <p:spPr>
          <a:xfrm>
            <a:off x="877115" y="2052858"/>
            <a:ext cx="10052551" cy="360000"/>
          </a:xfrm>
          <a:prstGeom prst="roundRect">
            <a:avLst/>
          </a:prstGeom>
          <a:solidFill>
            <a:srgbClr val="F3F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dirty="0">
                <a:solidFill>
                  <a:schemeClr val="tx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EXECUTIVE SUMMARY</a:t>
            </a:r>
          </a:p>
        </p:txBody>
      </p:sp>
      <p:sp>
        <p:nvSpPr>
          <p:cNvPr id="3" name="Rectangle: Rounded Corners 1">
            <a:extLst>
              <a:ext uri="{FF2B5EF4-FFF2-40B4-BE49-F238E27FC236}">
                <a16:creationId xmlns:a16="http://schemas.microsoft.com/office/drawing/2014/main" id="{6A4BD990-9066-0D22-2701-3EA1FC78DB89}"/>
              </a:ext>
            </a:extLst>
          </p:cNvPr>
          <p:cNvSpPr/>
          <p:nvPr/>
        </p:nvSpPr>
        <p:spPr>
          <a:xfrm>
            <a:off x="877108" y="4990600"/>
            <a:ext cx="10052551" cy="360000"/>
          </a:xfrm>
          <a:prstGeom prst="roundRect">
            <a:avLst/>
          </a:prstGeom>
          <a:solidFill>
            <a:srgbClr val="0438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APPENDIX</a:t>
            </a:r>
            <a:endParaRPr lang="en-US" sz="1600" b="1" dirty="0">
              <a:solidFill>
                <a:schemeClr val="bg1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9" name="Rectangle: Rounded Corners 25">
            <a:extLst>
              <a:ext uri="{FF2B5EF4-FFF2-40B4-BE49-F238E27FC236}">
                <a16:creationId xmlns:a16="http://schemas.microsoft.com/office/drawing/2014/main" id="{ECA26375-ECFE-3B57-472D-A6E515070EE7}"/>
              </a:ext>
            </a:extLst>
          </p:cNvPr>
          <p:cNvSpPr/>
          <p:nvPr/>
        </p:nvSpPr>
        <p:spPr>
          <a:xfrm>
            <a:off x="877111" y="2601704"/>
            <a:ext cx="10052551" cy="360000"/>
          </a:xfrm>
          <a:prstGeom prst="roundRect">
            <a:avLst/>
          </a:prstGeom>
          <a:solidFill>
            <a:srgbClr val="F3F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>
                <a:solidFill>
                  <a:schemeClr val="tx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PERFORMANCE OVERVIEW</a:t>
            </a:r>
            <a:endParaRPr lang="en-US" sz="1600" dirty="0">
              <a:solidFill>
                <a:schemeClr val="tx1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96280598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7226ACE2-B678-7F5E-248A-C1DE1A1633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8250-4A72-4719-B696-DC572B6C1A1F}" type="slidenum">
              <a:rPr lang="fr-FR" smtClean="0"/>
              <a:pPr/>
              <a:t>64</a:t>
            </a:fld>
            <a:endParaRPr lang="fr-FR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2FF1899-3F48-C9F7-CC86-68B6495D82EE}"/>
              </a:ext>
            </a:extLst>
          </p:cNvPr>
          <p:cNvSpPr/>
          <p:nvPr/>
        </p:nvSpPr>
        <p:spPr>
          <a:xfrm>
            <a:off x="10026073" y="1432414"/>
            <a:ext cx="2045118" cy="4794774"/>
          </a:xfrm>
          <a:prstGeom prst="rect">
            <a:avLst/>
          </a:prstGeom>
          <a:solidFill>
            <a:srgbClr val="F3F8FF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3736" indent="-173736" algn="l" rtl="0" eaLnBrk="1" latinLnBrk="0" hangingPunct="1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120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In terms of NC leads generated, </a:t>
            </a:r>
            <a:r>
              <a:rPr lang="en-US" sz="1200">
                <a:solidFill>
                  <a:srgbClr val="000000"/>
                </a:solidFill>
                <a:latin typeface="Calibri" panose="020F0502020204030204" pitchFamily="34" charset="0"/>
              </a:rPr>
              <a:t>Spain</a:t>
            </a:r>
            <a:r>
              <a:rPr lang="en-US" sz="120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ranks on 3</a:t>
            </a:r>
            <a:r>
              <a:rPr lang="en-US" sz="1200" baseline="3000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rd</a:t>
            </a:r>
            <a:r>
              <a:rPr lang="en-US" sz="120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position.</a:t>
            </a:r>
          </a:p>
          <a:p>
            <a:pPr marL="173736" indent="-173736" algn="l" rtl="0" eaLnBrk="1" latinLnBrk="0" hangingPunct="1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120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There has been a 98% YoY growth for Spain NC leads.</a:t>
            </a:r>
          </a:p>
          <a:p>
            <a:pPr marL="173736" indent="-173736" algn="l" rtl="0" eaLnBrk="1" latinLnBrk="0" hangingPunct="1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120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NC leads have increased across all markets except Portugal, Belgique and Austria.  </a:t>
            </a:r>
          </a:p>
        </p:txBody>
      </p:sp>
      <p:pic>
        <p:nvPicPr>
          <p:cNvPr id="12" name="Image 11">
            <a:extLst>
              <a:ext uri="{FF2B5EF4-FFF2-40B4-BE49-F238E27FC236}">
                <a16:creationId xmlns:a16="http://schemas.microsoft.com/office/drawing/2014/main" id="{E844DC4C-9AD7-4C2D-E68D-EC1B0449A7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809" y="6093022"/>
            <a:ext cx="3019846" cy="409632"/>
          </a:xfrm>
          <a:prstGeom prst="rect">
            <a:avLst/>
          </a:prstGeom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7E6C3793-7233-7809-009B-D8982E93F202}"/>
              </a:ext>
            </a:extLst>
          </p:cNvPr>
          <p:cNvSpPr txBox="1">
            <a:spLocks/>
          </p:cNvSpPr>
          <p:nvPr/>
        </p:nvSpPr>
        <p:spPr>
          <a:xfrm>
            <a:off x="258763" y="140363"/>
            <a:ext cx="10515600" cy="594299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200" kern="1200">
                <a:solidFill>
                  <a:srgbClr val="043882"/>
                </a:solidFill>
                <a:latin typeface="Calibri bold" panose="020F0702030404030204" pitchFamily="34" charset="0"/>
                <a:ea typeface="Calibri bold" panose="020F0702030404030204" pitchFamily="34" charset="0"/>
                <a:cs typeface="Calibri bold" panose="020F0702030404030204" pitchFamily="34" charset="0"/>
              </a:defRPr>
            </a:lvl1pPr>
          </a:lstStyle>
          <a:p>
            <a:r>
              <a:rPr lang="en-US" b="1"/>
              <a:t>EXECUTIVE SUMMARY</a:t>
            </a:r>
            <a:endParaRPr lang="fr-FR"/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D4A60987-C202-D19C-6D42-4D5EC5F97A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58763" y="615950"/>
            <a:ext cx="6947580" cy="573088"/>
          </a:xfrm>
        </p:spPr>
        <p:txBody>
          <a:bodyPr>
            <a:normAutofit/>
          </a:bodyPr>
          <a:lstStyle/>
          <a:p>
            <a:r>
              <a:rPr lang="fr-FR" dirty="0"/>
              <a:t>All leads and </a:t>
            </a:r>
            <a:r>
              <a:rPr lang="fr-FR" dirty="0" err="1"/>
              <a:t>growth</a:t>
            </a:r>
            <a:r>
              <a:rPr lang="fr-FR" dirty="0"/>
              <a:t> </a:t>
            </a:r>
            <a:r>
              <a:rPr lang="fr-FR" dirty="0" err="1"/>
              <a:t>Year</a:t>
            </a:r>
            <a:r>
              <a:rPr lang="fr-FR" dirty="0"/>
              <a:t>-over-</a:t>
            </a:r>
            <a:r>
              <a:rPr lang="fr-FR" dirty="0" err="1"/>
              <a:t>Year</a:t>
            </a:r>
            <a:r>
              <a:rPr lang="fr-FR" dirty="0"/>
              <a:t> all </a:t>
            </a:r>
            <a:r>
              <a:rPr lang="fr-FR" dirty="0" err="1"/>
              <a:t>markets</a:t>
            </a:r>
            <a:endParaRPr lang="fr-FR" dirty="0"/>
          </a:p>
        </p:txBody>
      </p:sp>
      <p:sp>
        <p:nvSpPr>
          <p:cNvPr id="8" name="Espace réservé de la date 4">
            <a:extLst>
              <a:ext uri="{FF2B5EF4-FFF2-40B4-BE49-F238E27FC236}">
                <a16:creationId xmlns:a16="http://schemas.microsoft.com/office/drawing/2014/main" id="{F656CC80-0B73-6A7F-EBBE-AEBFE5FAA45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24968" y="6484366"/>
            <a:ext cx="604375" cy="365125"/>
          </a:xfrm>
        </p:spPr>
        <p:txBody>
          <a:bodyPr/>
          <a:lstStyle/>
          <a:p>
            <a:r>
              <a:rPr lang="fr-FR"/>
              <a:t>Date </a:t>
            </a:r>
          </a:p>
        </p:txBody>
      </p:sp>
      <p:sp>
        <p:nvSpPr>
          <p:cNvPr id="10" name="Espace réservé de la date 4">
            <a:extLst>
              <a:ext uri="{FF2B5EF4-FFF2-40B4-BE49-F238E27FC236}">
                <a16:creationId xmlns:a16="http://schemas.microsoft.com/office/drawing/2014/main" id="{AC002E96-4034-260B-276D-A6917F904AE5}"/>
              </a:ext>
            </a:extLst>
          </p:cNvPr>
          <p:cNvSpPr txBox="1">
            <a:spLocks/>
          </p:cNvSpPr>
          <p:nvPr/>
        </p:nvSpPr>
        <p:spPr>
          <a:xfrm>
            <a:off x="1138759" y="6484366"/>
            <a:ext cx="2743200" cy="365125"/>
          </a:xfrm>
          <a:prstGeom prst="rect">
            <a:avLst/>
          </a:prstGeom>
        </p:spPr>
        <p:txBody>
          <a:bodyPr anchor="ctr" anchorCtr="0"/>
          <a:lstStyle>
            <a:defPPr>
              <a:defRPr lang="fr-FR"/>
            </a:defPPr>
            <a:lvl1pPr marL="0" algn="l" defTabSz="914400" rtl="0" eaLnBrk="1" latinLnBrk="0" hangingPunct="1">
              <a:defRPr sz="1000" kern="1200">
                <a:solidFill>
                  <a:schemeClr val="tx1"/>
                </a:solidFill>
                <a:latin typeface="Aptos Light" panose="020B0004020202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/>
              <a:t>Source: autobiz</a:t>
            </a:r>
          </a:p>
        </p:txBody>
      </p:sp>
      <p:pic>
        <p:nvPicPr>
          <p:cNvPr id="3" name="Image 2" descr="Une image contenant texte, capture d’écran, carte, Police&#10;&#10;Le contenu généré par l’IA peut être incorrect.">
            <a:extLst>
              <a:ext uri="{FF2B5EF4-FFF2-40B4-BE49-F238E27FC236}">
                <a16:creationId xmlns:a16="http://schemas.microsoft.com/office/drawing/2014/main" id="{A7C70473-DFF2-7F71-00C7-F58CA44A8A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1432414"/>
            <a:ext cx="7943712" cy="4534733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142EE678-10F6-B4C9-1EB0-D06D8FAD9BC9}"/>
              </a:ext>
            </a:extLst>
          </p:cNvPr>
          <p:cNvSpPr/>
          <p:nvPr/>
        </p:nvSpPr>
        <p:spPr>
          <a:xfrm>
            <a:off x="3637935" y="1553497"/>
            <a:ext cx="5388078" cy="1681316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>
                <a:solidFill>
                  <a:schemeClr val="tx1"/>
                </a:solidFill>
              </a:rPr>
              <a:t>A MAJ</a:t>
            </a:r>
          </a:p>
        </p:txBody>
      </p:sp>
    </p:spTree>
    <p:extLst>
      <p:ext uri="{BB962C8B-B14F-4D97-AF65-F5344CB8AC3E}">
        <p14:creationId xmlns:p14="http://schemas.microsoft.com/office/powerpoint/2010/main" val="4211008703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BBCE0-D2F6-CD20-40A9-3321210E27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40456B5-0AB1-4FBA-9837-24B777A0CB7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8250-4A72-4719-B696-DC572B6C1A1F}" type="slidenum">
              <a:rPr lang="fr-FR" smtClean="0"/>
              <a:pPr/>
              <a:t>65</a:t>
            </a:fld>
            <a:endParaRPr lang="fr-FR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2051C04-A873-4163-3044-3652D67865A5}"/>
              </a:ext>
            </a:extLst>
          </p:cNvPr>
          <p:cNvSpPr/>
          <p:nvPr/>
        </p:nvSpPr>
        <p:spPr>
          <a:xfrm>
            <a:off x="10026073" y="1432414"/>
            <a:ext cx="2045118" cy="4794774"/>
          </a:xfrm>
          <a:prstGeom prst="rect">
            <a:avLst/>
          </a:prstGeom>
          <a:solidFill>
            <a:srgbClr val="F3F8FF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3736" indent="-173736" algn="l" rtl="0" eaLnBrk="1" latinLnBrk="0" hangingPunct="1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120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In terms of NC leads generated, </a:t>
            </a:r>
            <a:r>
              <a:rPr lang="en-US" sz="1200">
                <a:solidFill>
                  <a:srgbClr val="000000"/>
                </a:solidFill>
                <a:latin typeface="Calibri" panose="020F0502020204030204" pitchFamily="34" charset="0"/>
              </a:rPr>
              <a:t>Spain</a:t>
            </a:r>
            <a:r>
              <a:rPr lang="en-US" sz="120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ranks on 3</a:t>
            </a:r>
            <a:r>
              <a:rPr lang="en-US" sz="1200" baseline="3000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rd</a:t>
            </a:r>
            <a:r>
              <a:rPr lang="en-US" sz="120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position.</a:t>
            </a:r>
          </a:p>
          <a:p>
            <a:pPr marL="173736" indent="-173736" algn="l" rtl="0" eaLnBrk="1" latinLnBrk="0" hangingPunct="1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120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There has been a 98% YoY growth for Spain NC leads.</a:t>
            </a:r>
          </a:p>
          <a:p>
            <a:pPr marL="173736" indent="-173736" algn="l" rtl="0" eaLnBrk="1" latinLnBrk="0" hangingPunct="1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120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NC leads have increased across all markets except Portugal, Belgique and Austria.  </a:t>
            </a:r>
          </a:p>
        </p:txBody>
      </p:sp>
      <p:pic>
        <p:nvPicPr>
          <p:cNvPr id="12" name="Image 11">
            <a:extLst>
              <a:ext uri="{FF2B5EF4-FFF2-40B4-BE49-F238E27FC236}">
                <a16:creationId xmlns:a16="http://schemas.microsoft.com/office/drawing/2014/main" id="{7E176FBE-5BA7-1A27-F844-C05515FF1A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809" y="6093022"/>
            <a:ext cx="3019846" cy="409632"/>
          </a:xfrm>
          <a:prstGeom prst="rect">
            <a:avLst/>
          </a:prstGeom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79E74C7E-E585-AB23-5E6B-73A56E55289D}"/>
              </a:ext>
            </a:extLst>
          </p:cNvPr>
          <p:cNvSpPr txBox="1">
            <a:spLocks/>
          </p:cNvSpPr>
          <p:nvPr/>
        </p:nvSpPr>
        <p:spPr>
          <a:xfrm>
            <a:off x="258763" y="140363"/>
            <a:ext cx="10515600" cy="594299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200" kern="1200">
                <a:solidFill>
                  <a:srgbClr val="043882"/>
                </a:solidFill>
                <a:latin typeface="Calibri bold" panose="020F0702030404030204" pitchFamily="34" charset="0"/>
                <a:ea typeface="Calibri bold" panose="020F0702030404030204" pitchFamily="34" charset="0"/>
                <a:cs typeface="Calibri bold" panose="020F0702030404030204" pitchFamily="34" charset="0"/>
              </a:defRPr>
            </a:lvl1pPr>
          </a:lstStyle>
          <a:p>
            <a:r>
              <a:rPr lang="en-US" b="1"/>
              <a:t>EXECUTIVE SUMMARY</a:t>
            </a:r>
            <a:endParaRPr lang="fr-FR"/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6E62FB2D-442A-3A46-75D1-B314DCC6E4D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58762" y="615950"/>
            <a:ext cx="6370637" cy="573088"/>
          </a:xfrm>
        </p:spPr>
        <p:txBody>
          <a:bodyPr>
            <a:normAutofit/>
          </a:bodyPr>
          <a:lstStyle/>
          <a:p>
            <a:r>
              <a:rPr lang="fr-FR" dirty="0"/>
              <a:t>NC leads and </a:t>
            </a:r>
            <a:r>
              <a:rPr lang="fr-FR" dirty="0" err="1"/>
              <a:t>growth</a:t>
            </a:r>
            <a:r>
              <a:rPr lang="fr-FR" dirty="0"/>
              <a:t> </a:t>
            </a:r>
            <a:r>
              <a:rPr lang="fr-FR" dirty="0" err="1"/>
              <a:t>Year</a:t>
            </a:r>
            <a:r>
              <a:rPr lang="fr-FR" dirty="0"/>
              <a:t>-over-</a:t>
            </a:r>
            <a:r>
              <a:rPr lang="fr-FR" dirty="0" err="1"/>
              <a:t>Year</a:t>
            </a:r>
            <a:r>
              <a:rPr lang="fr-FR" dirty="0"/>
              <a:t> all </a:t>
            </a:r>
            <a:r>
              <a:rPr lang="fr-FR" dirty="0" err="1"/>
              <a:t>markets</a:t>
            </a:r>
            <a:endParaRPr lang="fr-FR" dirty="0"/>
          </a:p>
        </p:txBody>
      </p:sp>
      <p:sp>
        <p:nvSpPr>
          <p:cNvPr id="8" name="Espace réservé de la date 4">
            <a:extLst>
              <a:ext uri="{FF2B5EF4-FFF2-40B4-BE49-F238E27FC236}">
                <a16:creationId xmlns:a16="http://schemas.microsoft.com/office/drawing/2014/main" id="{4A8AD9F3-E6B0-C06D-AB7E-C875BD1C4D1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24968" y="6484366"/>
            <a:ext cx="800318" cy="365125"/>
          </a:xfrm>
        </p:spPr>
        <p:txBody>
          <a:bodyPr/>
          <a:lstStyle/>
          <a:p>
            <a:r>
              <a:rPr lang="fr-FR"/>
              <a:t>Date </a:t>
            </a:r>
          </a:p>
        </p:txBody>
      </p:sp>
      <p:sp>
        <p:nvSpPr>
          <p:cNvPr id="10" name="Espace réservé de la date 4">
            <a:extLst>
              <a:ext uri="{FF2B5EF4-FFF2-40B4-BE49-F238E27FC236}">
                <a16:creationId xmlns:a16="http://schemas.microsoft.com/office/drawing/2014/main" id="{A570000C-F4F4-E2B8-F7CF-CF03E9A27E99}"/>
              </a:ext>
            </a:extLst>
          </p:cNvPr>
          <p:cNvSpPr txBox="1">
            <a:spLocks/>
          </p:cNvSpPr>
          <p:nvPr/>
        </p:nvSpPr>
        <p:spPr>
          <a:xfrm>
            <a:off x="1138759" y="6484366"/>
            <a:ext cx="2743200" cy="365125"/>
          </a:xfrm>
          <a:prstGeom prst="rect">
            <a:avLst/>
          </a:prstGeom>
        </p:spPr>
        <p:txBody>
          <a:bodyPr anchor="ctr" anchorCtr="0"/>
          <a:lstStyle>
            <a:defPPr>
              <a:defRPr lang="fr-FR"/>
            </a:defPPr>
            <a:lvl1pPr marL="0" algn="l" defTabSz="914400" rtl="0" eaLnBrk="1" latinLnBrk="0" hangingPunct="1">
              <a:defRPr sz="1000" kern="1200">
                <a:solidFill>
                  <a:schemeClr val="tx1"/>
                </a:solidFill>
                <a:latin typeface="Aptos Light" panose="020B0004020202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/>
              <a:t>Source: autobiz</a:t>
            </a:r>
          </a:p>
        </p:txBody>
      </p:sp>
      <p:pic>
        <p:nvPicPr>
          <p:cNvPr id="3" name="Image 2" descr="Une image contenant texte, carte, capture d’écran, Police&#10;&#10;Le contenu généré par l’IA peut être incorrect.">
            <a:extLst>
              <a:ext uri="{FF2B5EF4-FFF2-40B4-BE49-F238E27FC236}">
                <a16:creationId xmlns:a16="http://schemas.microsoft.com/office/drawing/2014/main" id="{1E4CE00B-B55C-4B5C-4B9F-E00C642030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8759" y="1254444"/>
            <a:ext cx="7783011" cy="4972744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B2962517-54CB-724A-D968-AE0A72DBE051}"/>
              </a:ext>
            </a:extLst>
          </p:cNvPr>
          <p:cNvSpPr/>
          <p:nvPr/>
        </p:nvSpPr>
        <p:spPr>
          <a:xfrm>
            <a:off x="3637935" y="1553497"/>
            <a:ext cx="5388078" cy="1681316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>
                <a:solidFill>
                  <a:schemeClr val="tx1"/>
                </a:solidFill>
              </a:rPr>
              <a:t>A MAJ</a:t>
            </a:r>
          </a:p>
        </p:txBody>
      </p:sp>
    </p:spTree>
    <p:extLst>
      <p:ext uri="{BB962C8B-B14F-4D97-AF65-F5344CB8AC3E}">
        <p14:creationId xmlns:p14="http://schemas.microsoft.com/office/powerpoint/2010/main" val="487548682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416F9C-AE5C-BADF-65D5-BD5C02E9A9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313A42-40B7-4D3E-87C8-F53E27B5B6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8763" y="140363"/>
            <a:ext cx="10515600" cy="594299"/>
          </a:xfrm>
        </p:spPr>
        <p:txBody>
          <a:bodyPr/>
          <a:lstStyle/>
          <a:p>
            <a:r>
              <a:rPr lang="en-US" b="1"/>
              <a:t>EXECUTIVE SUMMARY</a:t>
            </a:r>
            <a:endParaRPr lang="fr-F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C2CCF5F-C00D-DBBC-A11B-9B8ED44BE05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>
            <a:normAutofit/>
          </a:bodyPr>
          <a:lstStyle/>
          <a:p>
            <a:r>
              <a:rPr lang="fr-FR"/>
              <a:t>Total leads and </a:t>
            </a:r>
            <a:r>
              <a:rPr lang="fr-FR" err="1"/>
              <a:t>growth</a:t>
            </a:r>
            <a:r>
              <a:rPr lang="fr-FR"/>
              <a:t> </a:t>
            </a:r>
            <a:r>
              <a:rPr lang="fr-FR" err="1"/>
              <a:t>Year</a:t>
            </a:r>
            <a:r>
              <a:rPr lang="fr-FR"/>
              <a:t>-over-</a:t>
            </a:r>
            <a:r>
              <a:rPr lang="fr-FR" err="1"/>
              <a:t>Year</a:t>
            </a:r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68E8160-84F5-2741-32FF-4E4F17851B0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8250-4A72-4719-B696-DC572B6C1A1F}" type="slidenum">
              <a:rPr lang="fr-FR" smtClean="0"/>
              <a:pPr/>
              <a:t>66</a:t>
            </a:fld>
            <a:endParaRPr lang="fr-FR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50BCA69-E913-1D6B-7E60-A4C4A69AF5AB}"/>
              </a:ext>
            </a:extLst>
          </p:cNvPr>
          <p:cNvSpPr/>
          <p:nvPr/>
        </p:nvSpPr>
        <p:spPr>
          <a:xfrm>
            <a:off x="221340" y="5465187"/>
            <a:ext cx="11749320" cy="1010099"/>
          </a:xfrm>
          <a:prstGeom prst="rect">
            <a:avLst/>
          </a:prstGeom>
          <a:solidFill>
            <a:srgbClr val="F3F8FF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3736" indent="-173736" algn="l" rtl="0" eaLnBrk="1" latinLnBrk="0" hangingPunct="1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120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SP showed growth in both month-over-month (MoM) and year-over-year (YoY) evaluations.</a:t>
            </a:r>
          </a:p>
          <a:p>
            <a:pPr marL="173736" indent="-173736" algn="l" rtl="0" eaLnBrk="1" latinLnBrk="0" hangingPunct="1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120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NC leads represent 44% of the total leads generated, reflecting a 6 percentage point decrease compared to the previous month.</a:t>
            </a:r>
          </a:p>
          <a:p>
            <a:pPr marL="173736" indent="-173736" algn="l" rtl="0" eaLnBrk="1" latinLnBrk="0" hangingPunct="1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120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The leading contributor of leads for the month is Trade-in only with 45%.</a:t>
            </a:r>
          </a:p>
        </p:txBody>
      </p:sp>
      <p:pic>
        <p:nvPicPr>
          <p:cNvPr id="10" name="Image 9">
            <a:extLst>
              <a:ext uri="{FF2B5EF4-FFF2-40B4-BE49-F238E27FC236}">
                <a16:creationId xmlns:a16="http://schemas.microsoft.com/office/drawing/2014/main" id="{8F8A08B9-1A18-0F37-2D1E-91917ECB2E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840" y="1210249"/>
            <a:ext cx="11687045" cy="4179187"/>
          </a:xfrm>
          <a:prstGeom prst="rect">
            <a:avLst/>
          </a:prstGeom>
        </p:spPr>
      </p:pic>
      <p:sp>
        <p:nvSpPr>
          <p:cNvPr id="13" name="Espace réservé de la date 4">
            <a:extLst>
              <a:ext uri="{FF2B5EF4-FFF2-40B4-BE49-F238E27FC236}">
                <a16:creationId xmlns:a16="http://schemas.microsoft.com/office/drawing/2014/main" id="{E0797254-C02C-87C2-EDEE-8448EFBE273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24968" y="6484366"/>
            <a:ext cx="800318" cy="365125"/>
          </a:xfrm>
        </p:spPr>
        <p:txBody>
          <a:bodyPr/>
          <a:lstStyle/>
          <a:p>
            <a:r>
              <a:rPr lang="fr-FR"/>
              <a:t>Date </a:t>
            </a:r>
          </a:p>
        </p:txBody>
      </p:sp>
      <p:sp>
        <p:nvSpPr>
          <p:cNvPr id="14" name="Espace réservé de la date 4">
            <a:extLst>
              <a:ext uri="{FF2B5EF4-FFF2-40B4-BE49-F238E27FC236}">
                <a16:creationId xmlns:a16="http://schemas.microsoft.com/office/drawing/2014/main" id="{2E3AE1C0-0D77-63FB-F3B7-2C78D119256F}"/>
              </a:ext>
            </a:extLst>
          </p:cNvPr>
          <p:cNvSpPr txBox="1">
            <a:spLocks/>
          </p:cNvSpPr>
          <p:nvPr/>
        </p:nvSpPr>
        <p:spPr>
          <a:xfrm>
            <a:off x="1138759" y="6484366"/>
            <a:ext cx="2743200" cy="365125"/>
          </a:xfrm>
          <a:prstGeom prst="rect">
            <a:avLst/>
          </a:prstGeom>
        </p:spPr>
        <p:txBody>
          <a:bodyPr anchor="ctr" anchorCtr="0"/>
          <a:lstStyle>
            <a:defPPr>
              <a:defRPr lang="fr-FR"/>
            </a:defPPr>
            <a:lvl1pPr marL="0" algn="l" defTabSz="914400" rtl="0" eaLnBrk="1" latinLnBrk="0" hangingPunct="1">
              <a:defRPr sz="1000" kern="1200">
                <a:solidFill>
                  <a:schemeClr val="tx1"/>
                </a:solidFill>
                <a:latin typeface="Aptos Light" panose="020B0004020202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/>
              <a:t>Source: autobiz</a:t>
            </a:r>
          </a:p>
        </p:txBody>
      </p:sp>
      <p:pic>
        <p:nvPicPr>
          <p:cNvPr id="4" name="Picture 2" descr="Drapeau de l'Espagne — Wikipédia">
            <a:extLst>
              <a:ext uri="{FF2B5EF4-FFF2-40B4-BE49-F238E27FC236}">
                <a16:creationId xmlns:a16="http://schemas.microsoft.com/office/drawing/2014/main" id="{C22A6F92-0B0A-3C43-F1C3-4F5534EB0BE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17756" y="250095"/>
            <a:ext cx="1007014" cy="67134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3C8B6B7F-23AE-561B-0261-84E819043F42}"/>
              </a:ext>
            </a:extLst>
          </p:cNvPr>
          <p:cNvSpPr/>
          <p:nvPr/>
        </p:nvSpPr>
        <p:spPr>
          <a:xfrm>
            <a:off x="3637935" y="1553497"/>
            <a:ext cx="5388078" cy="1681316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>
                <a:solidFill>
                  <a:schemeClr val="tx1"/>
                </a:solidFill>
              </a:rPr>
              <a:t>A MAJ</a:t>
            </a:r>
          </a:p>
        </p:txBody>
      </p:sp>
    </p:spTree>
    <p:extLst>
      <p:ext uri="{BB962C8B-B14F-4D97-AF65-F5344CB8AC3E}">
        <p14:creationId xmlns:p14="http://schemas.microsoft.com/office/powerpoint/2010/main" val="1190714927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E82E93-4817-654B-A534-FCAA09F30A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BEC9C7-7FB0-E30E-E022-A8590A9F62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8763" y="140363"/>
            <a:ext cx="10515600" cy="594299"/>
          </a:xfrm>
        </p:spPr>
        <p:txBody>
          <a:bodyPr/>
          <a:lstStyle/>
          <a:p>
            <a:r>
              <a:rPr lang="en-US" b="1"/>
              <a:t>EXECUTIVE SUMMARY</a:t>
            </a:r>
            <a:endParaRPr lang="fr-F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FF422B7-FD15-8BF3-420A-804069E9D32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>
            <a:normAutofit/>
          </a:bodyPr>
          <a:lstStyle/>
          <a:p>
            <a:r>
              <a:rPr lang="fr-FR"/>
              <a:t>NC leads and </a:t>
            </a:r>
            <a:r>
              <a:rPr lang="fr-FR" err="1"/>
              <a:t>growth</a:t>
            </a:r>
            <a:r>
              <a:rPr lang="fr-FR"/>
              <a:t> </a:t>
            </a:r>
            <a:r>
              <a:rPr lang="fr-FR" err="1"/>
              <a:t>Year</a:t>
            </a:r>
            <a:r>
              <a:rPr lang="fr-FR"/>
              <a:t>-over-</a:t>
            </a:r>
            <a:r>
              <a:rPr lang="fr-FR" err="1"/>
              <a:t>Year</a:t>
            </a:r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ACD1777-D213-166F-71E5-9CA0D480FD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8250-4A72-4719-B696-DC572B6C1A1F}" type="slidenum">
              <a:rPr lang="fr-FR" smtClean="0"/>
              <a:pPr/>
              <a:t>67</a:t>
            </a:fld>
            <a:endParaRPr lang="fr-FR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CEEB6C1-B02A-B51B-4045-9C731248B59C}"/>
              </a:ext>
            </a:extLst>
          </p:cNvPr>
          <p:cNvSpPr/>
          <p:nvPr/>
        </p:nvSpPr>
        <p:spPr>
          <a:xfrm>
            <a:off x="135305" y="5426584"/>
            <a:ext cx="11749320" cy="1010099"/>
          </a:xfrm>
          <a:prstGeom prst="rect">
            <a:avLst/>
          </a:prstGeom>
          <a:solidFill>
            <a:srgbClr val="F3F8FF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3736" indent="-173736" algn="l" rtl="0" eaLnBrk="1" latinLnBrk="0" hangingPunct="1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120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SP showed growth in both month-over-month (MoM) and year-over-year (YoY) evaluations.</a:t>
            </a:r>
          </a:p>
          <a:p>
            <a:pPr marL="173736" indent="-173736" algn="l" rtl="0" eaLnBrk="1" latinLnBrk="0" hangingPunct="1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120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NC leads represent 44% of the total leads generated, reflecting a 6 percentage point decrease compared to the previous month.</a:t>
            </a:r>
          </a:p>
          <a:p>
            <a:pPr marL="173736" indent="-173736" algn="l" rtl="0" eaLnBrk="1" latinLnBrk="0" hangingPunct="1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120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The leading contributor of leads for the month is Trade-in only with 45%.</a:t>
            </a:r>
          </a:p>
        </p:txBody>
      </p:sp>
      <p:pic>
        <p:nvPicPr>
          <p:cNvPr id="10" name="Image 9">
            <a:extLst>
              <a:ext uri="{FF2B5EF4-FFF2-40B4-BE49-F238E27FC236}">
                <a16:creationId xmlns:a16="http://schemas.microsoft.com/office/drawing/2014/main" id="{C47FC2BC-C1F9-12DB-4887-9F6554D95E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840" y="1210250"/>
            <a:ext cx="11687045" cy="4101980"/>
          </a:xfrm>
          <a:prstGeom prst="rect">
            <a:avLst/>
          </a:prstGeom>
        </p:spPr>
      </p:pic>
      <p:sp>
        <p:nvSpPr>
          <p:cNvPr id="4" name="Espace réservé de la date 4">
            <a:extLst>
              <a:ext uri="{FF2B5EF4-FFF2-40B4-BE49-F238E27FC236}">
                <a16:creationId xmlns:a16="http://schemas.microsoft.com/office/drawing/2014/main" id="{D71B4FBC-F642-E3D4-FB03-4A37141861A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24968" y="6484366"/>
            <a:ext cx="800318" cy="365125"/>
          </a:xfrm>
        </p:spPr>
        <p:txBody>
          <a:bodyPr/>
          <a:lstStyle/>
          <a:p>
            <a:r>
              <a:rPr lang="fr-FR"/>
              <a:t>Date </a:t>
            </a:r>
          </a:p>
        </p:txBody>
      </p:sp>
      <p:sp>
        <p:nvSpPr>
          <p:cNvPr id="7" name="Espace réservé de la date 4">
            <a:extLst>
              <a:ext uri="{FF2B5EF4-FFF2-40B4-BE49-F238E27FC236}">
                <a16:creationId xmlns:a16="http://schemas.microsoft.com/office/drawing/2014/main" id="{01C7AC2A-9E9F-0A39-B0A0-5A86576C5A86}"/>
              </a:ext>
            </a:extLst>
          </p:cNvPr>
          <p:cNvSpPr txBox="1">
            <a:spLocks/>
          </p:cNvSpPr>
          <p:nvPr/>
        </p:nvSpPr>
        <p:spPr>
          <a:xfrm>
            <a:off x="1138759" y="6484366"/>
            <a:ext cx="2743200" cy="365125"/>
          </a:xfrm>
          <a:prstGeom prst="rect">
            <a:avLst/>
          </a:prstGeom>
        </p:spPr>
        <p:txBody>
          <a:bodyPr anchor="ctr" anchorCtr="0"/>
          <a:lstStyle>
            <a:defPPr>
              <a:defRPr lang="fr-FR"/>
            </a:defPPr>
            <a:lvl1pPr marL="0" algn="l" defTabSz="914400" rtl="0" eaLnBrk="1" latinLnBrk="0" hangingPunct="1">
              <a:defRPr sz="1000" kern="1200">
                <a:solidFill>
                  <a:schemeClr val="tx1"/>
                </a:solidFill>
                <a:latin typeface="Aptos Light" panose="020B0004020202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/>
              <a:t>Source: autobiz</a:t>
            </a:r>
          </a:p>
        </p:txBody>
      </p:sp>
      <p:pic>
        <p:nvPicPr>
          <p:cNvPr id="8" name="Picture 2" descr="Drapeau de l'Espagne — Wikipédia">
            <a:extLst>
              <a:ext uri="{FF2B5EF4-FFF2-40B4-BE49-F238E27FC236}">
                <a16:creationId xmlns:a16="http://schemas.microsoft.com/office/drawing/2014/main" id="{9E385FDC-8526-721D-A996-199E1D264A5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17756" y="250095"/>
            <a:ext cx="1007014" cy="67134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0296AEB3-5ABF-BFFD-2AE7-6845C9E3D0FA}"/>
              </a:ext>
            </a:extLst>
          </p:cNvPr>
          <p:cNvSpPr/>
          <p:nvPr/>
        </p:nvSpPr>
        <p:spPr>
          <a:xfrm>
            <a:off x="3637935" y="1553497"/>
            <a:ext cx="5388078" cy="1681316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>
                <a:solidFill>
                  <a:schemeClr val="tx1"/>
                </a:solidFill>
              </a:rPr>
              <a:t>A MAJ</a:t>
            </a:r>
          </a:p>
        </p:txBody>
      </p:sp>
    </p:spTree>
    <p:extLst>
      <p:ext uri="{BB962C8B-B14F-4D97-AF65-F5344CB8AC3E}">
        <p14:creationId xmlns:p14="http://schemas.microsoft.com/office/powerpoint/2010/main" val="3558326075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oupe 16">
            <a:extLst>
              <a:ext uri="{FF2B5EF4-FFF2-40B4-BE49-F238E27FC236}">
                <a16:creationId xmlns:a16="http://schemas.microsoft.com/office/drawing/2014/main" id="{60E7F09D-D957-5C55-A5B6-307825A484CF}"/>
              </a:ext>
            </a:extLst>
          </p:cNvPr>
          <p:cNvGrpSpPr/>
          <p:nvPr/>
        </p:nvGrpSpPr>
        <p:grpSpPr>
          <a:xfrm>
            <a:off x="4231811" y="3405883"/>
            <a:ext cx="3021744" cy="2028647"/>
            <a:chOff x="5937579" y="3621156"/>
            <a:chExt cx="3021744" cy="2028647"/>
          </a:xfrm>
        </p:grpSpPr>
        <p:sp>
          <p:nvSpPr>
            <p:cNvPr id="18" name="Espace réservé du texte 2">
              <a:extLst>
                <a:ext uri="{FF2B5EF4-FFF2-40B4-BE49-F238E27FC236}">
                  <a16:creationId xmlns:a16="http://schemas.microsoft.com/office/drawing/2014/main" id="{EDC43F9B-321C-B7CA-E78B-DD1125830417}"/>
                </a:ext>
              </a:extLst>
            </p:cNvPr>
            <p:cNvSpPr txBox="1">
              <a:spLocks/>
            </p:cNvSpPr>
            <p:nvPr/>
          </p:nvSpPr>
          <p:spPr>
            <a:xfrm>
              <a:off x="5937579" y="4190712"/>
              <a:ext cx="3021744" cy="1459091"/>
            </a:xfrm>
            <a:prstGeom prst="rect">
              <a:avLst/>
            </a:prstGeom>
            <a:solidFill>
              <a:srgbClr val="ECF3FE"/>
            </a:solidFill>
          </p:spPr>
          <p:txBody>
            <a:bodyPr>
              <a:normAutofit/>
            </a:bodyPr>
            <a:lstStyle>
              <a:lvl1pPr marL="342900" indent="-342900" algn="l" defTabSz="457200" rtl="0" eaLnBrk="1" latinLnBrk="0" hangingPunct="1">
                <a:spcBef>
                  <a:spcPct val="20000"/>
                </a:spcBef>
                <a:buFont typeface="Arial"/>
                <a:buChar char="•"/>
                <a:defRPr sz="1600" kern="1200">
                  <a:solidFill>
                    <a:srgbClr val="2B3C5F"/>
                  </a:solidFill>
                  <a:latin typeface="Calibri Light" panose="020F0302020204030204" pitchFamily="34" charset="0"/>
                  <a:ea typeface="+mn-ea"/>
                  <a:cs typeface="Calibri Light" panose="020F0302020204030204" pitchFamily="34" charset="0"/>
                </a:defRPr>
              </a:lvl1pPr>
              <a:lvl2pPr marL="742950" indent="-285750" algn="l" defTabSz="457200" rtl="0" eaLnBrk="1" latinLnBrk="0" hangingPunct="1">
                <a:spcBef>
                  <a:spcPct val="20000"/>
                </a:spcBef>
                <a:buFont typeface="Arial"/>
                <a:buChar char="–"/>
                <a:defRPr sz="1400" kern="1200">
                  <a:solidFill>
                    <a:srgbClr val="2B3C5F"/>
                  </a:solidFill>
                  <a:latin typeface="Calibri Light" panose="020F0302020204030204" pitchFamily="34" charset="0"/>
                  <a:ea typeface="+mn-ea"/>
                  <a:cs typeface="Calibri Light" panose="020F0302020204030204" pitchFamily="34" charset="0"/>
                </a:defRPr>
              </a:lvl2pPr>
              <a:lvl3pPr marL="1143000" indent="-228600" algn="l" defTabSz="457200" rtl="0" eaLnBrk="1" latinLnBrk="0" hangingPunct="1">
                <a:spcBef>
                  <a:spcPct val="20000"/>
                </a:spcBef>
                <a:buFont typeface="Arial"/>
                <a:buChar char="•"/>
                <a:defRPr sz="1200" kern="1200">
                  <a:solidFill>
                    <a:schemeClr val="bg1">
                      <a:lumMod val="50000"/>
                    </a:schemeClr>
                  </a:solidFill>
                  <a:latin typeface="Calibri Light" panose="020F0302020204030204" pitchFamily="34" charset="0"/>
                  <a:ea typeface="+mn-ea"/>
                  <a:cs typeface="Calibri Light" panose="020F0302020204030204" pitchFamily="34" charset="0"/>
                </a:defRPr>
              </a:lvl3pPr>
              <a:lvl4pPr marL="1600200" indent="-228600" algn="l" defTabSz="457200" rtl="0" eaLnBrk="1" latinLnBrk="0" hangingPunct="1">
                <a:spcBef>
                  <a:spcPct val="20000"/>
                </a:spcBef>
                <a:buFont typeface="Arial"/>
                <a:buChar char="–"/>
                <a:defRPr sz="1200" kern="1200">
                  <a:solidFill>
                    <a:schemeClr val="bg1">
                      <a:lumMod val="50000"/>
                    </a:schemeClr>
                  </a:solidFill>
                  <a:latin typeface="Calibri Light" panose="020F0302020204030204" pitchFamily="34" charset="0"/>
                  <a:ea typeface="+mn-ea"/>
                  <a:cs typeface="Calibri Light" panose="020F0302020204030204" pitchFamily="34" charset="0"/>
                </a:defRPr>
              </a:lvl4pPr>
              <a:lvl5pPr marL="2057400" indent="-228600" algn="l" defTabSz="457200" rtl="0" eaLnBrk="1" latinLnBrk="0" hangingPunct="1">
                <a:spcBef>
                  <a:spcPct val="20000"/>
                </a:spcBef>
                <a:buFont typeface="Arial"/>
                <a:buChar char="»"/>
                <a:defRPr sz="1200" kern="1200">
                  <a:solidFill>
                    <a:schemeClr val="bg1">
                      <a:lumMod val="50000"/>
                    </a:schemeClr>
                  </a:solidFill>
                  <a:latin typeface="Calibri Light" panose="020F0302020204030204" pitchFamily="34" charset="0"/>
                  <a:ea typeface="+mn-ea"/>
                  <a:cs typeface="Calibri Light" panose="020F0302020204030204" pitchFamily="34" charset="0"/>
                </a:defRPr>
              </a:lvl5pPr>
              <a:lvl6pPr marL="2514600" indent="-228600" algn="l" defTabSz="457200" rtl="0" eaLnBrk="1" latinLnBrk="0" hangingPunct="1">
                <a:spcBef>
                  <a:spcPct val="20000"/>
                </a:spcBef>
                <a:buFont typeface="Arial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457200" rtl="0" eaLnBrk="1" latinLnBrk="0" hangingPunct="1">
                <a:spcBef>
                  <a:spcPct val="20000"/>
                </a:spcBef>
                <a:buFont typeface="Arial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457200" rtl="0" eaLnBrk="1" latinLnBrk="0" hangingPunct="1">
                <a:spcBef>
                  <a:spcPct val="20000"/>
                </a:spcBef>
                <a:buFont typeface="Arial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457200" rtl="0" eaLnBrk="1" latinLnBrk="0" hangingPunct="1">
                <a:spcBef>
                  <a:spcPct val="20000"/>
                </a:spcBef>
                <a:buFont typeface="Arial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endParaRPr lang="en-US" sz="1400" b="1" noProof="0">
                <a:latin typeface="+mn-lt"/>
              </a:endParaRPr>
            </a:p>
            <a:p>
              <a:pPr marL="0" indent="0" algn="ctr">
                <a:buNone/>
              </a:pPr>
              <a:r>
                <a:rPr lang="fr-FR" sz="1400" b="1">
                  <a:solidFill>
                    <a:schemeClr val="accent1">
                      <a:lumMod val="75000"/>
                    </a:schemeClr>
                  </a:solidFill>
                </a:rPr>
                <a:t>Digital Key </a:t>
              </a:r>
              <a:r>
                <a:rPr lang="fr-FR" sz="1400" b="1" err="1">
                  <a:solidFill>
                    <a:schemeClr val="accent1">
                      <a:lumMod val="75000"/>
                    </a:schemeClr>
                  </a:solidFill>
                </a:rPr>
                <a:t>Account</a:t>
              </a:r>
              <a:r>
                <a:rPr lang="fr-FR" sz="1400" b="1">
                  <a:solidFill>
                    <a:schemeClr val="accent1">
                      <a:lumMod val="75000"/>
                    </a:schemeClr>
                  </a:solidFill>
                </a:rPr>
                <a:t> Manager team</a:t>
              </a:r>
            </a:p>
            <a:p>
              <a:pPr marL="0" indent="0">
                <a:buNone/>
              </a:pPr>
              <a:endParaRPr lang="fr-FR" sz="1400">
                <a:solidFill>
                  <a:schemeClr val="accent1">
                    <a:lumMod val="75000"/>
                  </a:schemeClr>
                </a:solidFill>
              </a:endParaRPr>
            </a:p>
            <a:p>
              <a:pPr marL="0" indent="0" algn="ctr">
                <a:buNone/>
              </a:pPr>
              <a:r>
                <a:rPr lang="fr-FR" sz="1400">
                  <a:solidFill>
                    <a:schemeClr val="accent1">
                      <a:lumMod val="75000"/>
                    </a:schemeClr>
                  </a:solidFill>
                </a:rPr>
                <a:t>dkam@autobiz.com</a:t>
              </a:r>
            </a:p>
            <a:p>
              <a:pPr marL="0" indent="0">
                <a:buNone/>
              </a:pPr>
              <a:endParaRPr lang="fr-FR" sz="1400">
                <a:solidFill>
                  <a:schemeClr val="accent1">
                    <a:lumMod val="75000"/>
                  </a:schemeClr>
                </a:solidFill>
              </a:endParaRPr>
            </a:p>
            <a:p>
              <a:pPr marL="0" indent="0">
                <a:buNone/>
              </a:pPr>
              <a:endParaRPr lang="fr-FR" sz="1400">
                <a:solidFill>
                  <a:schemeClr val="accent1">
                    <a:lumMod val="75000"/>
                  </a:schemeClr>
                </a:solidFill>
              </a:endParaRPr>
            </a:p>
          </p:txBody>
        </p:sp>
        <p:sp>
          <p:nvSpPr>
            <p:cNvPr id="19" name="Freeform 88">
              <a:extLst>
                <a:ext uri="{FF2B5EF4-FFF2-40B4-BE49-F238E27FC236}">
                  <a16:creationId xmlns:a16="http://schemas.microsoft.com/office/drawing/2014/main" id="{FE049EAF-3CE1-2D96-A26B-08D94B274E7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742688" y="3621156"/>
              <a:ext cx="729781" cy="739833"/>
            </a:xfrm>
            <a:custGeom>
              <a:avLst/>
              <a:gdLst>
                <a:gd name="T0" fmla="*/ 2147483647 w 601"/>
                <a:gd name="T1" fmla="*/ 2147483647 h 609"/>
                <a:gd name="T2" fmla="*/ 2147483647 w 601"/>
                <a:gd name="T3" fmla="*/ 2147483647 h 609"/>
                <a:gd name="T4" fmla="*/ 0 w 601"/>
                <a:gd name="T5" fmla="*/ 2147483647 h 609"/>
                <a:gd name="T6" fmla="*/ 2147483647 w 601"/>
                <a:gd name="T7" fmla="*/ 0 h 609"/>
                <a:gd name="T8" fmla="*/ 2147483647 w 601"/>
                <a:gd name="T9" fmla="*/ 2147483647 h 609"/>
                <a:gd name="T10" fmla="*/ 2147483647 w 601"/>
                <a:gd name="T11" fmla="*/ 2147483647 h 609"/>
                <a:gd name="T12" fmla="*/ 2147483647 w 601"/>
                <a:gd name="T13" fmla="*/ 2147483647 h 609"/>
                <a:gd name="T14" fmla="*/ 2147483647 w 601"/>
                <a:gd name="T15" fmla="*/ 2147483647 h 609"/>
                <a:gd name="T16" fmla="*/ 2147483647 w 601"/>
                <a:gd name="T17" fmla="*/ 2147483647 h 609"/>
                <a:gd name="T18" fmla="*/ 2147483647 w 601"/>
                <a:gd name="T19" fmla="*/ 2147483647 h 609"/>
                <a:gd name="T20" fmla="*/ 2147483647 w 601"/>
                <a:gd name="T21" fmla="*/ 2147483647 h 609"/>
                <a:gd name="T22" fmla="*/ 2147483647 w 601"/>
                <a:gd name="T23" fmla="*/ 2147483647 h 609"/>
                <a:gd name="T24" fmla="*/ 2147483647 w 601"/>
                <a:gd name="T25" fmla="*/ 2147483647 h 609"/>
                <a:gd name="T26" fmla="*/ 2147483647 w 601"/>
                <a:gd name="T27" fmla="*/ 2147483647 h 609"/>
                <a:gd name="T28" fmla="*/ 2147483647 w 601"/>
                <a:gd name="T29" fmla="*/ 2147483647 h 609"/>
                <a:gd name="T30" fmla="*/ 2147483647 w 601"/>
                <a:gd name="T31" fmla="*/ 2147483647 h 609"/>
                <a:gd name="T32" fmla="*/ 2147483647 w 601"/>
                <a:gd name="T33" fmla="*/ 2147483647 h 609"/>
                <a:gd name="T34" fmla="*/ 2147483647 w 601"/>
                <a:gd name="T35" fmla="*/ 2147483647 h 609"/>
                <a:gd name="T36" fmla="*/ 2147483647 w 601"/>
                <a:gd name="T37" fmla="*/ 2147483647 h 609"/>
                <a:gd name="T38" fmla="*/ 2147483647 w 601"/>
                <a:gd name="T39" fmla="*/ 2147483647 h 609"/>
                <a:gd name="T40" fmla="*/ 2147483647 w 601"/>
                <a:gd name="T41" fmla="*/ 2147483647 h 609"/>
                <a:gd name="T42" fmla="*/ 2147483647 w 601"/>
                <a:gd name="T43" fmla="*/ 2147483647 h 609"/>
                <a:gd name="T44" fmla="*/ 2147483647 w 601"/>
                <a:gd name="T45" fmla="*/ 2147483647 h 609"/>
                <a:gd name="T46" fmla="*/ 2147483647 w 601"/>
                <a:gd name="T47" fmla="*/ 2147483647 h 609"/>
                <a:gd name="T48" fmla="*/ 2147483647 w 601"/>
                <a:gd name="T49" fmla="*/ 2147483647 h 609"/>
                <a:gd name="T50" fmla="*/ 2147483647 w 601"/>
                <a:gd name="T51" fmla="*/ 2147483647 h 609"/>
                <a:gd name="T52" fmla="*/ 2147483647 w 601"/>
                <a:gd name="T53" fmla="*/ 2147483647 h 609"/>
                <a:gd name="T54" fmla="*/ 2147483647 w 601"/>
                <a:gd name="T55" fmla="*/ 2147483647 h 609"/>
                <a:gd name="T56" fmla="*/ 0 60000 65536"/>
                <a:gd name="T57" fmla="*/ 0 60000 65536"/>
                <a:gd name="T58" fmla="*/ 0 60000 65536"/>
                <a:gd name="T59" fmla="*/ 0 60000 65536"/>
                <a:gd name="T60" fmla="*/ 0 60000 65536"/>
                <a:gd name="T61" fmla="*/ 0 60000 65536"/>
                <a:gd name="T62" fmla="*/ 0 60000 65536"/>
                <a:gd name="T63" fmla="*/ 0 60000 65536"/>
                <a:gd name="T64" fmla="*/ 0 60000 65536"/>
                <a:gd name="T65" fmla="*/ 0 60000 65536"/>
                <a:gd name="T66" fmla="*/ 0 60000 65536"/>
                <a:gd name="T67" fmla="*/ 0 60000 65536"/>
                <a:gd name="T68" fmla="*/ 0 60000 65536"/>
                <a:gd name="T69" fmla="*/ 0 60000 65536"/>
                <a:gd name="T70" fmla="*/ 0 60000 65536"/>
                <a:gd name="T71" fmla="*/ 0 60000 65536"/>
                <a:gd name="T72" fmla="*/ 0 60000 65536"/>
                <a:gd name="T73" fmla="*/ 0 60000 65536"/>
                <a:gd name="T74" fmla="*/ 0 60000 65536"/>
                <a:gd name="T75" fmla="*/ 0 60000 65536"/>
                <a:gd name="T76" fmla="*/ 0 60000 65536"/>
                <a:gd name="T77" fmla="*/ 0 60000 65536"/>
                <a:gd name="T78" fmla="*/ 0 60000 65536"/>
                <a:gd name="T79" fmla="*/ 0 60000 65536"/>
                <a:gd name="T80" fmla="*/ 0 60000 65536"/>
                <a:gd name="T81" fmla="*/ 0 60000 65536"/>
                <a:gd name="T82" fmla="*/ 0 60000 65536"/>
                <a:gd name="T83" fmla="*/ 0 60000 65536"/>
              </a:gdLst>
              <a:ahLst/>
              <a:cxnLst>
                <a:cxn ang="T56">
                  <a:pos x="T0" y="T1"/>
                </a:cxn>
                <a:cxn ang="T57">
                  <a:pos x="T2" y="T3"/>
                </a:cxn>
                <a:cxn ang="T58">
                  <a:pos x="T4" y="T5"/>
                </a:cxn>
                <a:cxn ang="T59">
                  <a:pos x="T6" y="T7"/>
                </a:cxn>
                <a:cxn ang="T60">
                  <a:pos x="T8" y="T9"/>
                </a:cxn>
                <a:cxn ang="T61">
                  <a:pos x="T10" y="T11"/>
                </a:cxn>
                <a:cxn ang="T62">
                  <a:pos x="T12" y="T13"/>
                </a:cxn>
                <a:cxn ang="T63">
                  <a:pos x="T14" y="T15"/>
                </a:cxn>
                <a:cxn ang="T64">
                  <a:pos x="T16" y="T17"/>
                </a:cxn>
                <a:cxn ang="T65">
                  <a:pos x="T18" y="T19"/>
                </a:cxn>
                <a:cxn ang="T66">
                  <a:pos x="T20" y="T21"/>
                </a:cxn>
                <a:cxn ang="T67">
                  <a:pos x="T22" y="T23"/>
                </a:cxn>
                <a:cxn ang="T68">
                  <a:pos x="T24" y="T25"/>
                </a:cxn>
                <a:cxn ang="T69">
                  <a:pos x="T26" y="T27"/>
                </a:cxn>
                <a:cxn ang="T70">
                  <a:pos x="T28" y="T29"/>
                </a:cxn>
                <a:cxn ang="T71">
                  <a:pos x="T30" y="T31"/>
                </a:cxn>
                <a:cxn ang="T72">
                  <a:pos x="T32" y="T33"/>
                </a:cxn>
                <a:cxn ang="T73">
                  <a:pos x="T34" y="T35"/>
                </a:cxn>
                <a:cxn ang="T74">
                  <a:pos x="T36" y="T37"/>
                </a:cxn>
                <a:cxn ang="T75">
                  <a:pos x="T38" y="T39"/>
                </a:cxn>
                <a:cxn ang="T76">
                  <a:pos x="T40" y="T41"/>
                </a:cxn>
                <a:cxn ang="T77">
                  <a:pos x="T42" y="T43"/>
                </a:cxn>
                <a:cxn ang="T78">
                  <a:pos x="T44" y="T45"/>
                </a:cxn>
                <a:cxn ang="T79">
                  <a:pos x="T46" y="T47"/>
                </a:cxn>
                <a:cxn ang="T80">
                  <a:pos x="T48" y="T49"/>
                </a:cxn>
                <a:cxn ang="T81">
                  <a:pos x="T50" y="T51"/>
                </a:cxn>
                <a:cxn ang="T82">
                  <a:pos x="T52" y="T53"/>
                </a:cxn>
                <a:cxn ang="T83">
                  <a:pos x="T54" y="T55"/>
                </a:cxn>
              </a:cxnLst>
              <a:rect l="0" t="0" r="r" b="b"/>
              <a:pathLst>
                <a:path w="601" h="609">
                  <a:moveTo>
                    <a:pt x="297" y="608"/>
                  </a:moveTo>
                  <a:lnTo>
                    <a:pt x="297" y="608"/>
                  </a:lnTo>
                  <a:cubicBezTo>
                    <a:pt x="134" y="608"/>
                    <a:pt x="0" y="474"/>
                    <a:pt x="0" y="304"/>
                  </a:cubicBezTo>
                  <a:cubicBezTo>
                    <a:pt x="0" y="135"/>
                    <a:pt x="134" y="0"/>
                    <a:pt x="297" y="0"/>
                  </a:cubicBezTo>
                  <a:cubicBezTo>
                    <a:pt x="466" y="0"/>
                    <a:pt x="600" y="135"/>
                    <a:pt x="600" y="304"/>
                  </a:cubicBezTo>
                  <a:cubicBezTo>
                    <a:pt x="600" y="474"/>
                    <a:pt x="466" y="608"/>
                    <a:pt x="297" y="608"/>
                  </a:cubicBezTo>
                  <a:close/>
                  <a:moveTo>
                    <a:pt x="297" y="57"/>
                  </a:moveTo>
                  <a:lnTo>
                    <a:pt x="297" y="57"/>
                  </a:lnTo>
                  <a:cubicBezTo>
                    <a:pt x="162" y="57"/>
                    <a:pt x="56" y="170"/>
                    <a:pt x="56" y="304"/>
                  </a:cubicBezTo>
                  <a:cubicBezTo>
                    <a:pt x="56" y="368"/>
                    <a:pt x="78" y="425"/>
                    <a:pt x="120" y="467"/>
                  </a:cubicBezTo>
                  <a:cubicBezTo>
                    <a:pt x="155" y="453"/>
                    <a:pt x="141" y="467"/>
                    <a:pt x="183" y="446"/>
                  </a:cubicBezTo>
                  <a:cubicBezTo>
                    <a:pt x="233" y="425"/>
                    <a:pt x="247" y="418"/>
                    <a:pt x="247" y="418"/>
                  </a:cubicBezTo>
                  <a:cubicBezTo>
                    <a:pt x="247" y="375"/>
                    <a:pt x="247" y="375"/>
                    <a:pt x="247" y="375"/>
                  </a:cubicBezTo>
                  <a:cubicBezTo>
                    <a:pt x="247" y="375"/>
                    <a:pt x="226" y="361"/>
                    <a:pt x="219" y="319"/>
                  </a:cubicBezTo>
                  <a:cubicBezTo>
                    <a:pt x="212" y="326"/>
                    <a:pt x="205" y="304"/>
                    <a:pt x="205" y="297"/>
                  </a:cubicBezTo>
                  <a:cubicBezTo>
                    <a:pt x="205" y="283"/>
                    <a:pt x="198" y="255"/>
                    <a:pt x="212" y="255"/>
                  </a:cubicBezTo>
                  <a:cubicBezTo>
                    <a:pt x="212" y="234"/>
                    <a:pt x="212" y="220"/>
                    <a:pt x="212" y="205"/>
                  </a:cubicBezTo>
                  <a:cubicBezTo>
                    <a:pt x="212" y="177"/>
                    <a:pt x="247" y="135"/>
                    <a:pt x="297" y="135"/>
                  </a:cubicBezTo>
                  <a:cubicBezTo>
                    <a:pt x="360" y="135"/>
                    <a:pt x="381" y="177"/>
                    <a:pt x="389" y="205"/>
                  </a:cubicBezTo>
                  <a:cubicBezTo>
                    <a:pt x="389" y="220"/>
                    <a:pt x="389" y="234"/>
                    <a:pt x="381" y="255"/>
                  </a:cubicBezTo>
                  <a:cubicBezTo>
                    <a:pt x="396" y="255"/>
                    <a:pt x="389" y="283"/>
                    <a:pt x="389" y="297"/>
                  </a:cubicBezTo>
                  <a:cubicBezTo>
                    <a:pt x="389" y="304"/>
                    <a:pt x="389" y="326"/>
                    <a:pt x="374" y="319"/>
                  </a:cubicBezTo>
                  <a:cubicBezTo>
                    <a:pt x="367" y="361"/>
                    <a:pt x="353" y="375"/>
                    <a:pt x="353" y="375"/>
                  </a:cubicBezTo>
                  <a:cubicBezTo>
                    <a:pt x="353" y="418"/>
                    <a:pt x="353" y="418"/>
                    <a:pt x="353" y="418"/>
                  </a:cubicBezTo>
                  <a:cubicBezTo>
                    <a:pt x="353" y="418"/>
                    <a:pt x="367" y="425"/>
                    <a:pt x="410" y="446"/>
                  </a:cubicBezTo>
                  <a:cubicBezTo>
                    <a:pt x="459" y="467"/>
                    <a:pt x="445" y="453"/>
                    <a:pt x="480" y="467"/>
                  </a:cubicBezTo>
                  <a:cubicBezTo>
                    <a:pt x="523" y="425"/>
                    <a:pt x="544" y="368"/>
                    <a:pt x="544" y="304"/>
                  </a:cubicBezTo>
                  <a:cubicBezTo>
                    <a:pt x="544" y="170"/>
                    <a:pt x="431" y="57"/>
                    <a:pt x="297" y="57"/>
                  </a:cubicBezTo>
                  <a:close/>
                </a:path>
              </a:pathLst>
            </a:custGeom>
            <a:solidFill>
              <a:srgbClr val="FF4B00"/>
            </a:solidFill>
            <a:ln>
              <a:noFill/>
            </a:ln>
          </p:spPr>
          <p:txBody>
            <a:bodyPr wrap="none" anchor="ctr"/>
            <a:lstStyle/>
            <a:p>
              <a:endParaRPr lang="en-US" noProof="0"/>
            </a:p>
          </p:txBody>
        </p:sp>
      </p:grpSp>
      <p:sp>
        <p:nvSpPr>
          <p:cNvPr id="20" name="TextBox 1">
            <a:extLst>
              <a:ext uri="{FF2B5EF4-FFF2-40B4-BE49-F238E27FC236}">
                <a16:creationId xmlns:a16="http://schemas.microsoft.com/office/drawing/2014/main" id="{C22750F2-9E58-D876-095C-3F604F223B4E}"/>
              </a:ext>
            </a:extLst>
          </p:cNvPr>
          <p:cNvSpPr txBox="1"/>
          <p:nvPr/>
        </p:nvSpPr>
        <p:spPr>
          <a:xfrm>
            <a:off x="2260600" y="1745035"/>
            <a:ext cx="658605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noProof="0">
                <a:solidFill>
                  <a:schemeClr val="bg1"/>
                </a:solidFill>
              </a:rPr>
              <a:t>Contacts</a:t>
            </a:r>
          </a:p>
        </p:txBody>
      </p:sp>
      <p:sp>
        <p:nvSpPr>
          <p:cNvPr id="21" name="Freeform 75">
            <a:extLst>
              <a:ext uri="{FF2B5EF4-FFF2-40B4-BE49-F238E27FC236}">
                <a16:creationId xmlns:a16="http://schemas.microsoft.com/office/drawing/2014/main" id="{1498B841-9CE6-9387-8F17-A00B23EF731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19188" y="1768708"/>
            <a:ext cx="976312" cy="783652"/>
          </a:xfrm>
          <a:custGeom>
            <a:avLst/>
            <a:gdLst>
              <a:gd name="T0" fmla="*/ 531908 w 497"/>
              <a:gd name="T1" fmla="*/ 0 h 400"/>
              <a:gd name="T2" fmla="*/ 531908 w 497"/>
              <a:gd name="T3" fmla="*/ 0 h 400"/>
              <a:gd name="T4" fmla="*/ 63637 w 497"/>
              <a:gd name="T5" fmla="*/ 0 h 400"/>
              <a:gd name="T6" fmla="*/ 0 w 497"/>
              <a:gd name="T7" fmla="*/ 52620 h 400"/>
              <a:gd name="T8" fmla="*/ 0 w 497"/>
              <a:gd name="T9" fmla="*/ 413788 h 400"/>
              <a:gd name="T10" fmla="*/ 63637 w 497"/>
              <a:gd name="T11" fmla="*/ 477172 h 400"/>
              <a:gd name="T12" fmla="*/ 531908 w 497"/>
              <a:gd name="T13" fmla="*/ 477172 h 400"/>
              <a:gd name="T14" fmla="*/ 595545 w 497"/>
              <a:gd name="T15" fmla="*/ 413788 h 400"/>
              <a:gd name="T16" fmla="*/ 595545 w 497"/>
              <a:gd name="T17" fmla="*/ 52620 h 400"/>
              <a:gd name="T18" fmla="*/ 531908 w 497"/>
              <a:gd name="T19" fmla="*/ 0 h 400"/>
              <a:gd name="T20" fmla="*/ 531908 w 497"/>
              <a:gd name="T21" fmla="*/ 413788 h 400"/>
              <a:gd name="T22" fmla="*/ 531908 w 497"/>
              <a:gd name="T23" fmla="*/ 413788 h 400"/>
              <a:gd name="T24" fmla="*/ 63637 w 497"/>
              <a:gd name="T25" fmla="*/ 413788 h 400"/>
              <a:gd name="T26" fmla="*/ 63637 w 497"/>
              <a:gd name="T27" fmla="*/ 52620 h 400"/>
              <a:gd name="T28" fmla="*/ 531908 w 497"/>
              <a:gd name="T29" fmla="*/ 52620 h 400"/>
              <a:gd name="T30" fmla="*/ 531908 w 497"/>
              <a:gd name="T31" fmla="*/ 413788 h 400"/>
              <a:gd name="T32" fmla="*/ 266555 w 497"/>
              <a:gd name="T33" fmla="*/ 297784 h 400"/>
              <a:gd name="T34" fmla="*/ 266555 w 497"/>
              <a:gd name="T35" fmla="*/ 297784 h 400"/>
              <a:gd name="T36" fmla="*/ 116468 w 497"/>
              <a:gd name="T37" fmla="*/ 297784 h 400"/>
              <a:gd name="T38" fmla="*/ 116468 w 497"/>
              <a:gd name="T39" fmla="*/ 350405 h 400"/>
              <a:gd name="T40" fmla="*/ 266555 w 497"/>
              <a:gd name="T41" fmla="*/ 350405 h 400"/>
              <a:gd name="T42" fmla="*/ 266555 w 497"/>
              <a:gd name="T43" fmla="*/ 297784 h 400"/>
              <a:gd name="T44" fmla="*/ 266555 w 497"/>
              <a:gd name="T45" fmla="*/ 212874 h 400"/>
              <a:gd name="T46" fmla="*/ 266555 w 497"/>
              <a:gd name="T47" fmla="*/ 212874 h 400"/>
              <a:gd name="T48" fmla="*/ 116468 w 497"/>
              <a:gd name="T49" fmla="*/ 212874 h 400"/>
              <a:gd name="T50" fmla="*/ 116468 w 497"/>
              <a:gd name="T51" fmla="*/ 265494 h 400"/>
              <a:gd name="T52" fmla="*/ 266555 w 497"/>
              <a:gd name="T53" fmla="*/ 265494 h 400"/>
              <a:gd name="T54" fmla="*/ 266555 w 497"/>
              <a:gd name="T55" fmla="*/ 212874 h 400"/>
              <a:gd name="T56" fmla="*/ 266555 w 497"/>
              <a:gd name="T57" fmla="*/ 117200 h 400"/>
              <a:gd name="T58" fmla="*/ 266555 w 497"/>
              <a:gd name="T59" fmla="*/ 117200 h 400"/>
              <a:gd name="T60" fmla="*/ 116468 w 497"/>
              <a:gd name="T61" fmla="*/ 117200 h 400"/>
              <a:gd name="T62" fmla="*/ 116468 w 497"/>
              <a:gd name="T63" fmla="*/ 171017 h 400"/>
              <a:gd name="T64" fmla="*/ 266555 w 497"/>
              <a:gd name="T65" fmla="*/ 171017 h 400"/>
              <a:gd name="T66" fmla="*/ 266555 w 497"/>
              <a:gd name="T67" fmla="*/ 117200 h 400"/>
              <a:gd name="T68" fmla="*/ 467071 w 497"/>
              <a:gd name="T69" fmla="*/ 307351 h 400"/>
              <a:gd name="T70" fmla="*/ 467071 w 497"/>
              <a:gd name="T71" fmla="*/ 307351 h 400"/>
              <a:gd name="T72" fmla="*/ 425046 w 497"/>
              <a:gd name="T73" fmla="*/ 276258 h 400"/>
              <a:gd name="T74" fmla="*/ 457465 w 497"/>
              <a:gd name="T75" fmla="*/ 180584 h 400"/>
              <a:gd name="T76" fmla="*/ 403434 w 497"/>
              <a:gd name="T77" fmla="*/ 117200 h 400"/>
              <a:gd name="T78" fmla="*/ 350603 w 497"/>
              <a:gd name="T79" fmla="*/ 180584 h 400"/>
              <a:gd name="T80" fmla="*/ 383022 w 497"/>
              <a:gd name="T81" fmla="*/ 276258 h 400"/>
              <a:gd name="T82" fmla="*/ 330191 w 497"/>
              <a:gd name="T83" fmla="*/ 307351 h 400"/>
              <a:gd name="T84" fmla="*/ 330191 w 497"/>
              <a:gd name="T85" fmla="*/ 350405 h 400"/>
              <a:gd name="T86" fmla="*/ 477877 w 497"/>
              <a:gd name="T87" fmla="*/ 350405 h 400"/>
              <a:gd name="T88" fmla="*/ 467071 w 497"/>
              <a:gd name="T89" fmla="*/ 307351 h 400"/>
              <a:gd name="T90" fmla="*/ 0 60000 65536"/>
              <a:gd name="T91" fmla="*/ 0 60000 65536"/>
              <a:gd name="T92" fmla="*/ 0 60000 65536"/>
              <a:gd name="T93" fmla="*/ 0 60000 65536"/>
              <a:gd name="T94" fmla="*/ 0 60000 65536"/>
              <a:gd name="T95" fmla="*/ 0 60000 65536"/>
              <a:gd name="T96" fmla="*/ 0 60000 65536"/>
              <a:gd name="T97" fmla="*/ 0 60000 65536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</a:gdLst>
            <a:ahLst/>
            <a:cxnLst>
              <a:cxn ang="T90">
                <a:pos x="T0" y="T1"/>
              </a:cxn>
              <a:cxn ang="T91">
                <a:pos x="T2" y="T3"/>
              </a:cxn>
              <a:cxn ang="T92">
                <a:pos x="T4" y="T5"/>
              </a:cxn>
              <a:cxn ang="T93">
                <a:pos x="T6" y="T7"/>
              </a:cxn>
              <a:cxn ang="T94">
                <a:pos x="T8" y="T9"/>
              </a:cxn>
              <a:cxn ang="T95">
                <a:pos x="T10" y="T11"/>
              </a:cxn>
              <a:cxn ang="T96">
                <a:pos x="T12" y="T13"/>
              </a:cxn>
              <a:cxn ang="T97">
                <a:pos x="T14" y="T15"/>
              </a:cxn>
              <a:cxn ang="T98">
                <a:pos x="T16" y="T17"/>
              </a:cxn>
              <a:cxn ang="T99">
                <a:pos x="T18" y="T19"/>
              </a:cxn>
              <a:cxn ang="T100">
                <a:pos x="T20" y="T21"/>
              </a:cxn>
              <a:cxn ang="T101">
                <a:pos x="T22" y="T23"/>
              </a:cxn>
              <a:cxn ang="T102">
                <a:pos x="T24" y="T25"/>
              </a:cxn>
              <a:cxn ang="T103">
                <a:pos x="T26" y="T27"/>
              </a:cxn>
              <a:cxn ang="T104">
                <a:pos x="T28" y="T29"/>
              </a:cxn>
              <a:cxn ang="T105">
                <a:pos x="T30" y="T31"/>
              </a:cxn>
              <a:cxn ang="T106">
                <a:pos x="T32" y="T33"/>
              </a:cxn>
              <a:cxn ang="T107">
                <a:pos x="T34" y="T35"/>
              </a:cxn>
              <a:cxn ang="T108">
                <a:pos x="T36" y="T37"/>
              </a:cxn>
              <a:cxn ang="T109">
                <a:pos x="T38" y="T39"/>
              </a:cxn>
              <a:cxn ang="T110">
                <a:pos x="T40" y="T41"/>
              </a:cxn>
              <a:cxn ang="T111">
                <a:pos x="T42" y="T43"/>
              </a:cxn>
              <a:cxn ang="T112">
                <a:pos x="T44" y="T45"/>
              </a:cxn>
              <a:cxn ang="T113">
                <a:pos x="T46" y="T47"/>
              </a:cxn>
              <a:cxn ang="T114">
                <a:pos x="T48" y="T49"/>
              </a:cxn>
              <a:cxn ang="T115">
                <a:pos x="T50" y="T51"/>
              </a:cxn>
              <a:cxn ang="T116">
                <a:pos x="T52" y="T53"/>
              </a:cxn>
              <a:cxn ang="T117">
                <a:pos x="T54" y="T55"/>
              </a:cxn>
              <a:cxn ang="T118">
                <a:pos x="T56" y="T57"/>
              </a:cxn>
              <a:cxn ang="T119">
                <a:pos x="T58" y="T59"/>
              </a:cxn>
              <a:cxn ang="T120">
                <a:pos x="T60" y="T61"/>
              </a:cxn>
              <a:cxn ang="T121">
                <a:pos x="T62" y="T63"/>
              </a:cxn>
              <a:cxn ang="T122">
                <a:pos x="T64" y="T65"/>
              </a:cxn>
              <a:cxn ang="T123">
                <a:pos x="T66" y="T67"/>
              </a:cxn>
              <a:cxn ang="T124">
                <a:pos x="T68" y="T69"/>
              </a:cxn>
              <a:cxn ang="T125">
                <a:pos x="T70" y="T71"/>
              </a:cxn>
              <a:cxn ang="T126">
                <a:pos x="T72" y="T73"/>
              </a:cxn>
              <a:cxn ang="T127">
                <a:pos x="T74" y="T75"/>
              </a:cxn>
              <a:cxn ang="T128">
                <a:pos x="T76" y="T77"/>
              </a:cxn>
              <a:cxn ang="T129">
                <a:pos x="T78" y="T79"/>
              </a:cxn>
              <a:cxn ang="T130">
                <a:pos x="T80" y="T81"/>
              </a:cxn>
              <a:cxn ang="T131">
                <a:pos x="T82" y="T83"/>
              </a:cxn>
              <a:cxn ang="T132">
                <a:pos x="T84" y="T85"/>
              </a:cxn>
              <a:cxn ang="T133">
                <a:pos x="T86" y="T87"/>
              </a:cxn>
              <a:cxn ang="T134">
                <a:pos x="T88" y="T89"/>
              </a:cxn>
            </a:cxnLst>
            <a:rect l="0" t="0" r="r" b="b"/>
            <a:pathLst>
              <a:path w="497" h="400">
                <a:moveTo>
                  <a:pt x="443" y="0"/>
                </a:moveTo>
                <a:lnTo>
                  <a:pt x="443" y="0"/>
                </a:lnTo>
                <a:cubicBezTo>
                  <a:pt x="53" y="0"/>
                  <a:pt x="53" y="0"/>
                  <a:pt x="53" y="0"/>
                </a:cubicBezTo>
                <a:cubicBezTo>
                  <a:pt x="17" y="0"/>
                  <a:pt x="0" y="18"/>
                  <a:pt x="0" y="44"/>
                </a:cubicBezTo>
                <a:cubicBezTo>
                  <a:pt x="0" y="346"/>
                  <a:pt x="0" y="346"/>
                  <a:pt x="0" y="346"/>
                </a:cubicBezTo>
                <a:cubicBezTo>
                  <a:pt x="0" y="373"/>
                  <a:pt x="17" y="399"/>
                  <a:pt x="53" y="399"/>
                </a:cubicBezTo>
                <a:cubicBezTo>
                  <a:pt x="443" y="399"/>
                  <a:pt x="443" y="399"/>
                  <a:pt x="443" y="399"/>
                </a:cubicBezTo>
                <a:cubicBezTo>
                  <a:pt x="470" y="399"/>
                  <a:pt x="496" y="373"/>
                  <a:pt x="496" y="346"/>
                </a:cubicBezTo>
                <a:cubicBezTo>
                  <a:pt x="496" y="44"/>
                  <a:pt x="496" y="44"/>
                  <a:pt x="496" y="44"/>
                </a:cubicBezTo>
                <a:cubicBezTo>
                  <a:pt x="496" y="18"/>
                  <a:pt x="470" y="0"/>
                  <a:pt x="443" y="0"/>
                </a:cubicBezTo>
                <a:close/>
                <a:moveTo>
                  <a:pt x="443" y="346"/>
                </a:moveTo>
                <a:lnTo>
                  <a:pt x="443" y="346"/>
                </a:lnTo>
                <a:cubicBezTo>
                  <a:pt x="53" y="346"/>
                  <a:pt x="53" y="346"/>
                  <a:pt x="53" y="346"/>
                </a:cubicBezTo>
                <a:cubicBezTo>
                  <a:pt x="53" y="44"/>
                  <a:pt x="53" y="44"/>
                  <a:pt x="53" y="44"/>
                </a:cubicBezTo>
                <a:cubicBezTo>
                  <a:pt x="443" y="44"/>
                  <a:pt x="443" y="44"/>
                  <a:pt x="443" y="44"/>
                </a:cubicBezTo>
                <a:lnTo>
                  <a:pt x="443" y="346"/>
                </a:lnTo>
                <a:close/>
                <a:moveTo>
                  <a:pt x="222" y="249"/>
                </a:moveTo>
                <a:lnTo>
                  <a:pt x="222" y="249"/>
                </a:lnTo>
                <a:cubicBezTo>
                  <a:pt x="97" y="249"/>
                  <a:pt x="97" y="249"/>
                  <a:pt x="97" y="249"/>
                </a:cubicBezTo>
                <a:cubicBezTo>
                  <a:pt x="97" y="293"/>
                  <a:pt x="97" y="293"/>
                  <a:pt x="97" y="293"/>
                </a:cubicBezTo>
                <a:cubicBezTo>
                  <a:pt x="222" y="293"/>
                  <a:pt x="222" y="293"/>
                  <a:pt x="222" y="293"/>
                </a:cubicBezTo>
                <a:lnTo>
                  <a:pt x="222" y="249"/>
                </a:lnTo>
                <a:close/>
                <a:moveTo>
                  <a:pt x="222" y="178"/>
                </a:moveTo>
                <a:lnTo>
                  <a:pt x="222" y="178"/>
                </a:lnTo>
                <a:cubicBezTo>
                  <a:pt x="97" y="178"/>
                  <a:pt x="97" y="178"/>
                  <a:pt x="97" y="178"/>
                </a:cubicBezTo>
                <a:cubicBezTo>
                  <a:pt x="97" y="222"/>
                  <a:pt x="97" y="222"/>
                  <a:pt x="97" y="222"/>
                </a:cubicBezTo>
                <a:cubicBezTo>
                  <a:pt x="222" y="222"/>
                  <a:pt x="222" y="222"/>
                  <a:pt x="222" y="222"/>
                </a:cubicBezTo>
                <a:lnTo>
                  <a:pt x="222" y="178"/>
                </a:lnTo>
                <a:close/>
                <a:moveTo>
                  <a:pt x="222" y="98"/>
                </a:moveTo>
                <a:lnTo>
                  <a:pt x="222" y="98"/>
                </a:lnTo>
                <a:cubicBezTo>
                  <a:pt x="97" y="98"/>
                  <a:pt x="97" y="98"/>
                  <a:pt x="97" y="98"/>
                </a:cubicBezTo>
                <a:cubicBezTo>
                  <a:pt x="97" y="143"/>
                  <a:pt x="97" y="143"/>
                  <a:pt x="97" y="143"/>
                </a:cubicBezTo>
                <a:cubicBezTo>
                  <a:pt x="222" y="143"/>
                  <a:pt x="222" y="143"/>
                  <a:pt x="222" y="143"/>
                </a:cubicBezTo>
                <a:lnTo>
                  <a:pt x="222" y="98"/>
                </a:lnTo>
                <a:close/>
                <a:moveTo>
                  <a:pt x="389" y="257"/>
                </a:moveTo>
                <a:lnTo>
                  <a:pt x="389" y="257"/>
                </a:lnTo>
                <a:cubicBezTo>
                  <a:pt x="389" y="257"/>
                  <a:pt x="354" y="249"/>
                  <a:pt x="354" y="231"/>
                </a:cubicBezTo>
                <a:cubicBezTo>
                  <a:pt x="354" y="204"/>
                  <a:pt x="381" y="196"/>
                  <a:pt x="381" y="151"/>
                </a:cubicBezTo>
                <a:cubicBezTo>
                  <a:pt x="381" y="125"/>
                  <a:pt x="372" y="98"/>
                  <a:pt x="336" y="98"/>
                </a:cubicBezTo>
                <a:cubicBezTo>
                  <a:pt x="301" y="98"/>
                  <a:pt x="292" y="125"/>
                  <a:pt x="292" y="151"/>
                </a:cubicBezTo>
                <a:cubicBezTo>
                  <a:pt x="292" y="196"/>
                  <a:pt x="319" y="204"/>
                  <a:pt x="319" y="231"/>
                </a:cubicBezTo>
                <a:cubicBezTo>
                  <a:pt x="319" y="249"/>
                  <a:pt x="275" y="257"/>
                  <a:pt x="275" y="257"/>
                </a:cubicBezTo>
                <a:lnTo>
                  <a:pt x="275" y="293"/>
                </a:lnTo>
                <a:cubicBezTo>
                  <a:pt x="398" y="293"/>
                  <a:pt x="398" y="293"/>
                  <a:pt x="398" y="293"/>
                </a:cubicBezTo>
                <a:cubicBezTo>
                  <a:pt x="398" y="293"/>
                  <a:pt x="398" y="257"/>
                  <a:pt x="389" y="257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808080"/>
                </a:solidFill>
                <a:bevel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7"/>
                    </a:srgbClr>
                  </a:outerShdw>
                </a:effectLst>
              </a14:hiddenEffects>
            </a:ext>
          </a:extLst>
        </p:spPr>
        <p:txBody>
          <a:bodyPr wrap="none" lIns="45712" tIns="22856" rIns="45712" bIns="22856" anchor="ctr"/>
          <a:lstStyle/>
          <a:p>
            <a:endParaRPr lang="en-US" sz="900" noProof="0"/>
          </a:p>
        </p:txBody>
      </p:sp>
      <p:sp>
        <p:nvSpPr>
          <p:cNvPr id="7" name="Espace réservé du numéro de diapositive 10">
            <a:extLst>
              <a:ext uri="{FF2B5EF4-FFF2-40B4-BE49-F238E27FC236}">
                <a16:creationId xmlns:a16="http://schemas.microsoft.com/office/drawing/2014/main" id="{63AC9B29-DF3F-8E03-D562-72F04DDCBD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67191" y="6469207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 anchorCtr="0"/>
          <a:lstStyle>
            <a:lvl1pPr algn="r">
              <a:defRPr sz="1000">
                <a:solidFill>
                  <a:schemeClr val="tx1">
                    <a:tint val="82000"/>
                  </a:schemeClr>
                </a:solidFill>
                <a:latin typeface="Aptos Light" panose="020B0004020202020204" pitchFamily="34" charset="0"/>
              </a:defRPr>
            </a:lvl1pPr>
          </a:lstStyle>
          <a:p>
            <a:fld id="{16A88250-4A72-4719-B696-DC572B6C1A1F}" type="slidenum">
              <a:rPr lang="en-US" noProof="0" smtClean="0"/>
              <a:pPr/>
              <a:t>68</a:t>
            </a:fld>
            <a:endParaRPr lang="en-US" noProof="0"/>
          </a:p>
        </p:txBody>
      </p:sp>
      <p:pic>
        <p:nvPicPr>
          <p:cNvPr id="3" name="Picture 2" descr="Drapeau de l'Espagne — Wikipédia">
            <a:extLst>
              <a:ext uri="{FF2B5EF4-FFF2-40B4-BE49-F238E27FC236}">
                <a16:creationId xmlns:a16="http://schemas.microsoft.com/office/drawing/2014/main" id="{1D426139-FC88-A842-3B5E-224EBA2C4D2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17756" y="250095"/>
            <a:ext cx="1007014" cy="67134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2562130444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JlvqUprLFEWTyI2JtrO40w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JlvqUprLFEWTyI2JtrO40w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JlvqUprLFEWTyI2JtrO40w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JlvqUprLFEWTyI2JtrO40w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JlvqUprLFEWTyI2JtrO40w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bf8c8e12-e326-4a04-ac59-e9fa95848938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384BE79F8F5EF24394EAC8C4081870EB" ma:contentTypeVersion="13" ma:contentTypeDescription="Crée un document." ma:contentTypeScope="" ma:versionID="4e4cb89b927625d909c4dcf25d140bf2">
  <xsd:schema xmlns:xsd="http://www.w3.org/2001/XMLSchema" xmlns:xs="http://www.w3.org/2001/XMLSchema" xmlns:p="http://schemas.microsoft.com/office/2006/metadata/properties" xmlns:ns3="bf8c8e12-e326-4a04-ac59-e9fa95848938" targetNamespace="http://schemas.microsoft.com/office/2006/metadata/properties" ma:root="true" ma:fieldsID="91272e5e268b40440f417e35427175cf" ns3:_="">
    <xsd:import namespace="bf8c8e12-e326-4a04-ac59-e9fa95848938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ObjectDetectorVersions" minOccurs="0"/>
                <xsd:element ref="ns3:MediaServiceSearchProperties" minOccurs="0"/>
                <xsd:element ref="ns3:MediaServiceDateTaken" minOccurs="0"/>
                <xsd:element ref="ns3:MediaServiceSystemTags" minOccurs="0"/>
                <xsd:element ref="ns3:MediaServiceGenerationTime" minOccurs="0"/>
                <xsd:element ref="ns3:MediaServiceEventHashCode" minOccurs="0"/>
                <xsd:element ref="ns3:MediaLengthInSeconds" minOccurs="0"/>
                <xsd:element ref="ns3:_activity" minOccurs="0"/>
                <xsd:element ref="ns3:MediaServiceOCR" minOccurs="0"/>
                <xsd:element ref="ns3:MediaServiceBillingMetadata" minOccurs="0"/>
                <xsd:element ref="ns3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f8c8e12-e326-4a04-ac59-e9fa95848938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SystemTags" ma:index="13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6" nillable="true" ma:displayName="MediaLengthInSeconds" ma:hidden="true" ma:internalName="MediaLengthInSeconds" ma:readOnly="true">
      <xsd:simpleType>
        <xsd:restriction base="dms:Unknown"/>
      </xsd:simpleType>
    </xsd:element>
    <xsd:element name="_activity" ma:index="17" nillable="true" ma:displayName="_activity" ma:hidden="true" ma:internalName="_activity">
      <xsd:simpleType>
        <xsd:restriction base="dms:Note"/>
      </xsd:simple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BillingMetadata" ma:index="19" nillable="true" ma:displayName="MediaServiceBillingMetadata" ma:hidden="true" ma:internalName="MediaServiceBillingMetadata" ma:readOnly="true">
      <xsd:simpleType>
        <xsd:restriction base="dms:Note"/>
      </xsd:simpleType>
    </xsd:element>
    <xsd:element name="MediaServiceLocation" ma:index="20" nillable="true" ma:displayName="Location" ma:indexed="true" ma:internalName="MediaServiceLocation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ype de contenu"/>
        <xsd:element ref="dc:title" minOccurs="0" maxOccurs="1" ma:index="4" ma:displayName="Titr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698594E9-77AB-4F35-99A2-A20A0BF9BB61}">
  <ds:schemaRefs>
    <ds:schemaRef ds:uri="http://schemas.microsoft.com/office/2006/metadata/properties"/>
    <ds:schemaRef ds:uri="bf8c8e12-e326-4a04-ac59-e9fa95848938"/>
    <ds:schemaRef ds:uri="http://purl.org/dc/elements/1.1/"/>
    <ds:schemaRef ds:uri="http://schemas.microsoft.com/office/infopath/2007/PartnerControls"/>
    <ds:schemaRef ds:uri="http://purl.org/dc/dcmitype/"/>
    <ds:schemaRef ds:uri="http://schemas.microsoft.com/office/2006/documentManagement/types"/>
    <ds:schemaRef ds:uri="http://purl.org/dc/terms/"/>
    <ds:schemaRef ds:uri="http://schemas.openxmlformats.org/package/2006/metadata/core-properties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1F2F097F-0E14-4F9E-A665-A82F0C8C9613}">
  <ds:schemaRefs>
    <ds:schemaRef ds:uri="bf8c8e12-e326-4a04-ac59-e9fa95848938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E595EAEC-7F91-419F-ABD9-843E8114352D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3270</TotalTime>
  <Words>1777</Words>
  <Application>Microsoft Office PowerPoint</Application>
  <PresentationFormat>Grand écran</PresentationFormat>
  <Paragraphs>506</Paragraphs>
  <Slides>68</Slides>
  <Notes>14</Notes>
  <HiddenSlides>0</HiddenSlides>
  <MMClips>0</MMClips>
  <ScaleCrop>false</ScaleCrop>
  <HeadingPairs>
    <vt:vector size="6" baseType="variant">
      <vt:variant>
        <vt:lpstr>Polices utilisées</vt:lpstr>
      </vt:variant>
      <vt:variant>
        <vt:i4>8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68</vt:i4>
      </vt:variant>
    </vt:vector>
  </HeadingPairs>
  <TitlesOfParts>
    <vt:vector size="77" baseType="lpstr">
      <vt:lpstr>Aptos</vt:lpstr>
      <vt:lpstr>Aptos Light</vt:lpstr>
      <vt:lpstr>Arial</vt:lpstr>
      <vt:lpstr>Calibri</vt:lpstr>
      <vt:lpstr>Calibri bold</vt:lpstr>
      <vt:lpstr>Calibri Light</vt:lpstr>
      <vt:lpstr>DS Automobiles Office</vt:lpstr>
      <vt:lpstr>Segoe Sans</vt:lpstr>
      <vt:lpstr>Office Theme</vt:lpstr>
      <vt:lpstr>Présentation PowerPoint</vt:lpstr>
      <vt:lpstr>Agenda</vt:lpstr>
      <vt:lpstr>EXECUTIVE SUMMARY</vt:lpstr>
      <vt:lpstr>EXECUTIVE SUMMARY</vt:lpstr>
      <vt:lpstr>Agenda</vt:lpstr>
      <vt:lpstr>EXECUTIVE SUMMARY</vt:lpstr>
      <vt:lpstr>EXECUTIVE SUMMARY</vt:lpstr>
      <vt:lpstr>EXECUTIVE SUMMARY</vt:lpstr>
      <vt:lpstr>EXECUTIVE SUMMARY</vt:lpstr>
      <vt:lpstr>EXECUTIVE SUMMARY</vt:lpstr>
      <vt:lpstr>Présentation PowerPoint</vt:lpstr>
      <vt:lpstr>Présentation PowerPoint</vt:lpstr>
      <vt:lpstr>Agenda</vt:lpstr>
      <vt:lpstr>NC Sales Conversion</vt:lpstr>
      <vt:lpstr>NC Sales Conversion </vt:lpstr>
      <vt:lpstr>SALES PERFORMANCE</vt:lpstr>
      <vt:lpstr>Agenda</vt:lpstr>
      <vt:lpstr>TRAFFICS DEEP DIVE</vt:lpstr>
      <vt:lpstr>LEAD DEEP DIVE</vt:lpstr>
      <vt:lpstr>LEAD DEEP DIVE</vt:lpstr>
      <vt:lpstr>LEAD DEEP DIVE</vt:lpstr>
      <vt:lpstr>TRAFFICS DEEP DIVE</vt:lpstr>
      <vt:lpstr>LEAD DEEP DIVE</vt:lpstr>
      <vt:lpstr>LEAD DEEP DIVE</vt:lpstr>
      <vt:lpstr>LEAD DEEP DIVE</vt:lpstr>
      <vt:lpstr>TRAFFICS DEEP DIVE</vt:lpstr>
      <vt:lpstr>LEAD DEEP DIVE</vt:lpstr>
      <vt:lpstr>LEAD DEEP DIVE</vt:lpstr>
      <vt:lpstr>LEAD DEEP DIVE</vt:lpstr>
      <vt:lpstr>TRAFFICS DEEP DIVE</vt:lpstr>
      <vt:lpstr>LEAD DEEP DIVE</vt:lpstr>
      <vt:lpstr>LEAD DEEP DIVE</vt:lpstr>
      <vt:lpstr>LEAD DEEP DIVE</vt:lpstr>
      <vt:lpstr>TRAFFICS DEEP DIVE</vt:lpstr>
      <vt:lpstr>LEAD DEEP DIVE</vt:lpstr>
      <vt:lpstr>LEAD DEEP DIVE</vt:lpstr>
      <vt:lpstr>LEAD DEEP DIVE</vt:lpstr>
      <vt:lpstr>TRAFFICS DEEP DIVE</vt:lpstr>
      <vt:lpstr>LEAD DEEP DIVE</vt:lpstr>
      <vt:lpstr>LEAD DEEP DIVE</vt:lpstr>
      <vt:lpstr>LEAD DEEP DIVE</vt:lpstr>
      <vt:lpstr>TRAFFICS DEEP DIVE</vt:lpstr>
      <vt:lpstr>LEAD DEEP DIVE</vt:lpstr>
      <vt:lpstr>LEAD DEEP DIVE</vt:lpstr>
      <vt:lpstr>LEAD DEEP DIVE</vt:lpstr>
      <vt:lpstr>TRAFFICS DEEP DIVE</vt:lpstr>
      <vt:lpstr>LEAD DEEP DIVE</vt:lpstr>
      <vt:lpstr>LEAD DEEP DIVE</vt:lpstr>
      <vt:lpstr>LEAD DEEP DIVE</vt:lpstr>
      <vt:lpstr>TRAFFICS DEEP DIVE</vt:lpstr>
      <vt:lpstr>LEAD DEEP DIVE</vt:lpstr>
      <vt:lpstr>LEAD DEEP DIVE</vt:lpstr>
      <vt:lpstr>LEAD DEEP DIVE</vt:lpstr>
      <vt:lpstr>Agenda</vt:lpstr>
      <vt:lpstr>MISCELLANEOUS ANALYSIS </vt:lpstr>
      <vt:lpstr>MISCELLANEOUS ANALYSIS </vt:lpstr>
      <vt:lpstr>MISCELLANEOUS ANALYSIS </vt:lpstr>
      <vt:lpstr>MISCELLANEOUS ANALYSIS </vt:lpstr>
      <vt:lpstr>Agenda</vt:lpstr>
      <vt:lpstr>OPEN POINTS</vt:lpstr>
      <vt:lpstr>OPEN POINTS</vt:lpstr>
      <vt:lpstr>OPEN POINTS</vt:lpstr>
      <vt:lpstr>Agenda</vt:lpstr>
      <vt:lpstr>Présentation PowerPoint</vt:lpstr>
      <vt:lpstr>Présentation PowerPoint</vt:lpstr>
      <vt:lpstr>EXECUTIVE SUMMARY</vt:lpstr>
      <vt:lpstr>EXECUTIVE SUMMARY</vt:lpstr>
      <vt:lpstr>Présentation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Sébastien VAUCELLE</dc:creator>
  <cp:lastModifiedBy>Safiatou MORO</cp:lastModifiedBy>
  <cp:revision>5</cp:revision>
  <cp:lastPrinted>2019-08-23T15:22:49Z</cp:lastPrinted>
  <dcterms:created xsi:type="dcterms:W3CDTF">2019-05-07T08:31:34Z</dcterms:created>
  <dcterms:modified xsi:type="dcterms:W3CDTF">2026-03-30T09:10:01Z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ediaServiceImageTags">
    <vt:lpwstr/>
  </property>
  <property fmtid="{D5CDD505-2E9C-101B-9397-08002B2CF9AE}" pid="3" name="ContentTypeId">
    <vt:lpwstr>0x010100384BE79F8F5EF24394EAC8C4081870EB</vt:lpwstr>
  </property>
</Properties>
</file>