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73"/>
  </p:notesMasterIdLst>
  <p:handoutMasterIdLst>
    <p:handoutMasterId r:id="rId74"/>
  </p:handoutMasterIdLst>
  <p:sldIdLst>
    <p:sldId id="1262" r:id="rId5"/>
    <p:sldId id="2147473080" r:id="rId6"/>
    <p:sldId id="2147472962" r:id="rId7"/>
    <p:sldId id="2147472836" r:id="rId8"/>
    <p:sldId id="2147473077" r:id="rId9"/>
    <p:sldId id="2147472903" r:id="rId10"/>
    <p:sldId id="2147472918" r:id="rId11"/>
    <p:sldId id="2147472868" r:id="rId12"/>
    <p:sldId id="2147473066" r:id="rId13"/>
    <p:sldId id="2147473067" r:id="rId14"/>
    <p:sldId id="2147473050" r:id="rId15"/>
    <p:sldId id="2147473059" r:id="rId16"/>
    <p:sldId id="2147473078" r:id="rId17"/>
    <p:sldId id="2147473064" r:id="rId18"/>
    <p:sldId id="2147472937" r:id="rId19"/>
    <p:sldId id="2147472938" r:id="rId20"/>
    <p:sldId id="2147473079" r:id="rId21"/>
    <p:sldId id="2147472843" r:id="rId22"/>
    <p:sldId id="2147472845" r:id="rId23"/>
    <p:sldId id="2147472919" r:id="rId24"/>
    <p:sldId id="2147472961" r:id="rId25"/>
    <p:sldId id="2147473084" r:id="rId26"/>
    <p:sldId id="2147473085" r:id="rId27"/>
    <p:sldId id="2147473086" r:id="rId28"/>
    <p:sldId id="2147473087" r:id="rId29"/>
    <p:sldId id="2147473088" r:id="rId30"/>
    <p:sldId id="2147473089" r:id="rId31"/>
    <p:sldId id="2147473090" r:id="rId32"/>
    <p:sldId id="2147473091" r:id="rId33"/>
    <p:sldId id="2147473092" r:id="rId34"/>
    <p:sldId id="2147473093" r:id="rId35"/>
    <p:sldId id="2147473094" r:id="rId36"/>
    <p:sldId id="2147473095" r:id="rId37"/>
    <p:sldId id="2147473096" r:id="rId38"/>
    <p:sldId id="2147473097" r:id="rId39"/>
    <p:sldId id="2147473098" r:id="rId40"/>
    <p:sldId id="2147473099" r:id="rId41"/>
    <p:sldId id="2147473108" r:id="rId42"/>
    <p:sldId id="2147473109" r:id="rId43"/>
    <p:sldId id="2147473110" r:id="rId44"/>
    <p:sldId id="2147473111" r:id="rId45"/>
    <p:sldId id="2147473100" r:id="rId46"/>
    <p:sldId id="2147473101" r:id="rId47"/>
    <p:sldId id="2147473102" r:id="rId48"/>
    <p:sldId id="2147473103" r:id="rId49"/>
    <p:sldId id="2147473104" r:id="rId50"/>
    <p:sldId id="2147473105" r:id="rId51"/>
    <p:sldId id="2147473106" r:id="rId52"/>
    <p:sldId id="2147473107" r:id="rId53"/>
    <p:sldId id="2147473112" r:id="rId54"/>
    <p:sldId id="2147473113" r:id="rId55"/>
    <p:sldId id="2147473114" r:id="rId56"/>
    <p:sldId id="2147473115" r:id="rId57"/>
    <p:sldId id="2147473081" r:id="rId58"/>
    <p:sldId id="1833" r:id="rId59"/>
    <p:sldId id="2147472873" r:id="rId60"/>
    <p:sldId id="2147472945" r:id="rId61"/>
    <p:sldId id="2147472947" r:id="rId62"/>
    <p:sldId id="2147473082" r:id="rId63"/>
    <p:sldId id="2147472954" r:id="rId64"/>
    <p:sldId id="2147472957" r:id="rId65"/>
    <p:sldId id="2147472955" r:id="rId66"/>
    <p:sldId id="2147473083" r:id="rId67"/>
    <p:sldId id="2147472936" r:id="rId68"/>
    <p:sldId id="2147472959" r:id="rId69"/>
    <p:sldId id="2147472988" r:id="rId70"/>
    <p:sldId id="2147472989" r:id="rId71"/>
    <p:sldId id="2147472480" r:id="rId72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9169A5-17C3-4D7E-991E-7642FD894D8E}">
          <p14:sldIdLst>
            <p14:sldId id="1262"/>
            <p14:sldId id="2147473080"/>
          </p14:sldIdLst>
        </p14:section>
        <p14:section name="Introduction" id="{58530EC6-00C9-43C7-9ED9-92EC31822E26}">
          <p14:sldIdLst>
            <p14:sldId id="2147472962"/>
            <p14:sldId id="2147472836"/>
            <p14:sldId id="2147473077"/>
            <p14:sldId id="2147472903"/>
            <p14:sldId id="2147472918"/>
            <p14:sldId id="2147472868"/>
            <p14:sldId id="2147473066"/>
            <p14:sldId id="2147473067"/>
            <p14:sldId id="2147473050"/>
            <p14:sldId id="2147473059"/>
            <p14:sldId id="2147473078"/>
            <p14:sldId id="2147473064"/>
            <p14:sldId id="2147472937"/>
            <p14:sldId id="2147472938"/>
            <p14:sldId id="2147473079"/>
            <p14:sldId id="2147472843"/>
            <p14:sldId id="2147472845"/>
            <p14:sldId id="2147472919"/>
            <p14:sldId id="2147472961"/>
            <p14:sldId id="2147473084"/>
            <p14:sldId id="2147473085"/>
            <p14:sldId id="2147473086"/>
            <p14:sldId id="2147473087"/>
            <p14:sldId id="2147473088"/>
            <p14:sldId id="2147473089"/>
            <p14:sldId id="2147473090"/>
            <p14:sldId id="2147473091"/>
            <p14:sldId id="2147473092"/>
            <p14:sldId id="2147473093"/>
            <p14:sldId id="2147473094"/>
            <p14:sldId id="2147473095"/>
            <p14:sldId id="2147473096"/>
            <p14:sldId id="2147473097"/>
            <p14:sldId id="2147473098"/>
            <p14:sldId id="2147473099"/>
            <p14:sldId id="2147473108"/>
            <p14:sldId id="2147473109"/>
            <p14:sldId id="2147473110"/>
            <p14:sldId id="2147473111"/>
            <p14:sldId id="2147473100"/>
            <p14:sldId id="2147473101"/>
            <p14:sldId id="2147473102"/>
            <p14:sldId id="2147473103"/>
            <p14:sldId id="2147473104"/>
            <p14:sldId id="2147473105"/>
            <p14:sldId id="2147473106"/>
            <p14:sldId id="2147473107"/>
            <p14:sldId id="2147473112"/>
            <p14:sldId id="2147473113"/>
            <p14:sldId id="2147473114"/>
            <p14:sldId id="2147473115"/>
            <p14:sldId id="2147473081"/>
            <p14:sldId id="1833"/>
            <p14:sldId id="2147472873"/>
            <p14:sldId id="2147472945"/>
            <p14:sldId id="2147472947"/>
            <p14:sldId id="2147473082"/>
            <p14:sldId id="2147472954"/>
            <p14:sldId id="2147472957"/>
            <p14:sldId id="2147472955"/>
            <p14:sldId id="2147473083"/>
            <p14:sldId id="2147472936"/>
            <p14:sldId id="2147472959"/>
            <p14:sldId id="2147472988"/>
            <p14:sldId id="2147472989"/>
            <p14:sldId id="21474724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9FD8E2-3B88-E78F-9C23-77EC1DA778B0}" name="Marie-Adélaïde Freymuth" initials="MF" userId="S::ma.freymuth@autobiz.com::5192debb-cd52-4035-bb40-bb365f7d6e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ébastien VAUCELLE" initials="SV" lastIdx="3" clrIdx="0">
    <p:extLst>
      <p:ext uri="{19B8F6BF-5375-455C-9EA6-DF929625EA0E}">
        <p15:presenceInfo xmlns:p15="http://schemas.microsoft.com/office/powerpoint/2012/main" userId="S-1-5-21-4015772884-1558307891-1633393085-36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00"/>
    <a:srgbClr val="043882"/>
    <a:srgbClr val="C0C0C0"/>
    <a:srgbClr val="F3F8FF"/>
    <a:srgbClr val="DDEBF7"/>
    <a:srgbClr val="44546A"/>
    <a:srgbClr val="009246"/>
    <a:srgbClr val="5F6893"/>
    <a:srgbClr val="FEFEFE"/>
    <a:srgbClr val="FFF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8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fiatou MORO" userId="ddb57cc4-b27a-4e20-a662-fed37f92d3d1" providerId="ADAL" clId="{05BD29F9-DCB6-4BEE-8DED-49FF75B6D9CA}"/>
    <pc:docChg chg="custSel delSld modSld modSection">
      <pc:chgData name="Safiatou MORO" userId="ddb57cc4-b27a-4e20-a662-fed37f92d3d1" providerId="ADAL" clId="{05BD29F9-DCB6-4BEE-8DED-49FF75B6D9CA}" dt="2026-04-21T12:48:40.797" v="58" actId="20577"/>
      <pc:docMkLst>
        <pc:docMk/>
      </pc:docMkLst>
      <pc:sldChg chg="addSp delSp modSp mod">
        <pc:chgData name="Safiatou MORO" userId="ddb57cc4-b27a-4e20-a662-fed37f92d3d1" providerId="ADAL" clId="{05BD29F9-DCB6-4BEE-8DED-49FF75B6D9CA}" dt="2026-03-30T09:07:48.335" v="12"/>
        <pc:sldMkLst>
          <pc:docMk/>
          <pc:sldMk cId="2718454362" sldId="1833"/>
        </pc:sldMkLst>
        <pc:spChg chg="add mod">
          <ac:chgData name="Safiatou MORO" userId="ddb57cc4-b27a-4e20-a662-fed37f92d3d1" providerId="ADAL" clId="{05BD29F9-DCB6-4BEE-8DED-49FF75B6D9CA}" dt="2026-03-30T09:07:48.335" v="12"/>
          <ac:spMkLst>
            <pc:docMk/>
            <pc:sldMk cId="2718454362" sldId="1833"/>
            <ac:spMk id="6" creationId="{A021F8E4-A062-0B4A-0141-C8FB93A3D9CB}"/>
          </ac:spMkLst>
        </pc:spChg>
      </pc:sldChg>
      <pc:sldChg chg="delSp mod">
        <pc:chgData name="Safiatou MORO" userId="ddb57cc4-b27a-4e20-a662-fed37f92d3d1" providerId="ADAL" clId="{05BD29F9-DCB6-4BEE-8DED-49FF75B6D9CA}" dt="2026-03-30T09:09:52.995" v="35" actId="478"/>
        <pc:sldMkLst>
          <pc:docMk/>
          <pc:sldMk cId="2562130444" sldId="2147472480"/>
        </pc:sldMkLst>
      </pc:sldChg>
      <pc:sldChg chg="modSp mod">
        <pc:chgData name="Safiatou MORO" userId="ddb57cc4-b27a-4e20-a662-fed37f92d3d1" providerId="ADAL" clId="{05BD29F9-DCB6-4BEE-8DED-49FF75B6D9CA}" dt="2026-03-31T08:19:26.676" v="46"/>
        <pc:sldMkLst>
          <pc:docMk/>
          <pc:sldMk cId="469219715" sldId="2147472843"/>
        </pc:sldMkLst>
        <pc:spChg chg="mod">
          <ac:chgData name="Safiatou MORO" userId="ddb57cc4-b27a-4e20-a662-fed37f92d3d1" providerId="ADAL" clId="{05BD29F9-DCB6-4BEE-8DED-49FF75B6D9CA}" dt="2026-03-31T08:19:26.676" v="46"/>
          <ac:spMkLst>
            <pc:docMk/>
            <pc:sldMk cId="469219715" sldId="2147472843"/>
            <ac:spMk id="10" creationId="{0CD54A75-E4E8-9140-036D-29B61CAE5F23}"/>
          </ac:spMkLst>
        </pc:spChg>
      </pc:sldChg>
      <pc:sldChg chg="addSp delSp modSp mod">
        <pc:chgData name="Safiatou MORO" userId="ddb57cc4-b27a-4e20-a662-fed37f92d3d1" providerId="ADAL" clId="{05BD29F9-DCB6-4BEE-8DED-49FF75B6D9CA}" dt="2026-03-30T09:07:53.989" v="15"/>
        <pc:sldMkLst>
          <pc:docMk/>
          <pc:sldMk cId="2945377139" sldId="2147472873"/>
        </pc:sldMkLst>
        <pc:spChg chg="add mod">
          <ac:chgData name="Safiatou MORO" userId="ddb57cc4-b27a-4e20-a662-fed37f92d3d1" providerId="ADAL" clId="{05BD29F9-DCB6-4BEE-8DED-49FF75B6D9CA}" dt="2026-03-30T09:07:53.989" v="15"/>
          <ac:spMkLst>
            <pc:docMk/>
            <pc:sldMk cId="2945377139" sldId="2147472873"/>
            <ac:spMk id="6" creationId="{EF31961E-56DC-6924-76B1-1E009EE55833}"/>
          </ac:spMkLst>
        </pc:spChg>
      </pc:sldChg>
      <pc:sldChg chg="addSp modSp mod">
        <pc:chgData name="Safiatou MORO" userId="ddb57cc4-b27a-4e20-a662-fed37f92d3d1" providerId="ADAL" clId="{05BD29F9-DCB6-4BEE-8DED-49FF75B6D9CA}" dt="2026-03-30T09:09:36.793" v="30" actId="13926"/>
        <pc:sldMkLst>
          <pc:docMk/>
          <pc:sldMk cId="4211008703" sldId="2147472936"/>
        </pc:sldMkLst>
        <pc:spChg chg="add mod">
          <ac:chgData name="Safiatou MORO" userId="ddb57cc4-b27a-4e20-a662-fed37f92d3d1" providerId="ADAL" clId="{05BD29F9-DCB6-4BEE-8DED-49FF75B6D9CA}" dt="2026-03-30T09:09:31.173" v="29"/>
          <ac:spMkLst>
            <pc:docMk/>
            <pc:sldMk cId="4211008703" sldId="2147472936"/>
            <ac:spMk id="2" creationId="{142EE678-10F6-B4C9-1EB0-D06D8FAD9BC9}"/>
          </ac:spMkLst>
        </pc:spChg>
        <pc:spChg chg="mod">
          <ac:chgData name="Safiatou MORO" userId="ddb57cc4-b27a-4e20-a662-fed37f92d3d1" providerId="ADAL" clId="{05BD29F9-DCB6-4BEE-8DED-49FF75B6D9CA}" dt="2026-03-30T09:09:36.793" v="30" actId="13926"/>
          <ac:spMkLst>
            <pc:docMk/>
            <pc:sldMk cId="4211008703" sldId="2147472936"/>
            <ac:spMk id="5" creationId="{D4A60987-C202-D19C-6D42-4D5EC5F97AA8}"/>
          </ac:spMkLst>
        </pc:spChg>
      </pc:sldChg>
      <pc:sldChg chg="addSp delSp modSp mod">
        <pc:chgData name="Safiatou MORO" userId="ddb57cc4-b27a-4e20-a662-fed37f92d3d1" providerId="ADAL" clId="{05BD29F9-DCB6-4BEE-8DED-49FF75B6D9CA}" dt="2026-03-30T09:08:35.185" v="19"/>
        <pc:sldMkLst>
          <pc:docMk/>
          <pc:sldMk cId="1126233307" sldId="2147472945"/>
        </pc:sldMkLst>
        <pc:spChg chg="add mod">
          <ac:chgData name="Safiatou MORO" userId="ddb57cc4-b27a-4e20-a662-fed37f92d3d1" providerId="ADAL" clId="{05BD29F9-DCB6-4BEE-8DED-49FF75B6D9CA}" dt="2026-03-30T09:08:35.185" v="19"/>
          <ac:spMkLst>
            <pc:docMk/>
            <pc:sldMk cId="1126233307" sldId="2147472945"/>
            <ac:spMk id="10" creationId="{ED7E5677-BF12-53DF-CC69-48C4BBD89C6A}"/>
          </ac:spMkLst>
        </pc:spChg>
      </pc:sldChg>
      <pc:sldChg chg="addSp delSp modSp mod">
        <pc:chgData name="Safiatou MORO" userId="ddb57cc4-b27a-4e20-a662-fed37f92d3d1" providerId="ADAL" clId="{05BD29F9-DCB6-4BEE-8DED-49FF75B6D9CA}" dt="2026-03-30T09:08:50.939" v="22"/>
        <pc:sldMkLst>
          <pc:docMk/>
          <pc:sldMk cId="3074469389" sldId="2147472947"/>
        </pc:sldMkLst>
        <pc:spChg chg="add mod">
          <ac:chgData name="Safiatou MORO" userId="ddb57cc4-b27a-4e20-a662-fed37f92d3d1" providerId="ADAL" clId="{05BD29F9-DCB6-4BEE-8DED-49FF75B6D9CA}" dt="2026-03-30T09:08:50.939" v="22"/>
          <ac:spMkLst>
            <pc:docMk/>
            <pc:sldMk cId="3074469389" sldId="2147472947"/>
            <ac:spMk id="11" creationId="{A6DB71C4-0162-73AA-DB04-8932BA9E70E0}"/>
          </ac:spMkLst>
        </pc:spChg>
      </pc:sldChg>
      <pc:sldChg chg="modSp mod modNotesTx">
        <pc:chgData name="Safiatou MORO" userId="ddb57cc4-b27a-4e20-a662-fed37f92d3d1" providerId="ADAL" clId="{05BD29F9-DCB6-4BEE-8DED-49FF75B6D9CA}" dt="2026-03-30T09:09:07.572" v="25" actId="20577"/>
        <pc:sldMkLst>
          <pc:docMk/>
          <pc:sldMk cId="2538452599" sldId="2147472954"/>
        </pc:sldMkLst>
        <pc:spChg chg="mod">
          <ac:chgData name="Safiatou MORO" userId="ddb57cc4-b27a-4e20-a662-fed37f92d3d1" providerId="ADAL" clId="{05BD29F9-DCB6-4BEE-8DED-49FF75B6D9CA}" dt="2026-03-30T09:09:07.572" v="25" actId="20577"/>
          <ac:spMkLst>
            <pc:docMk/>
            <pc:sldMk cId="2538452599" sldId="2147472954"/>
            <ac:spMk id="5" creationId="{73E1BA15-FD8A-EAF5-6EB6-4A135F3BFA95}"/>
          </ac:spMkLst>
        </pc:spChg>
        <pc:spChg chg="mod">
          <ac:chgData name="Safiatou MORO" userId="ddb57cc4-b27a-4e20-a662-fed37f92d3d1" providerId="ADAL" clId="{05BD29F9-DCB6-4BEE-8DED-49FF75B6D9CA}" dt="2026-03-30T09:09:05.671" v="24" actId="20577"/>
          <ac:spMkLst>
            <pc:docMk/>
            <pc:sldMk cId="2538452599" sldId="2147472954"/>
            <ac:spMk id="23" creationId="{2FC8FA50-9DD9-D611-E811-5F3EE535CC03}"/>
          </ac:spMkLst>
        </pc:spChg>
      </pc:sldChg>
      <pc:sldChg chg="modSp mod">
        <pc:chgData name="Safiatou MORO" userId="ddb57cc4-b27a-4e20-a662-fed37f92d3d1" providerId="ADAL" clId="{05BD29F9-DCB6-4BEE-8DED-49FF75B6D9CA}" dt="2026-03-30T09:09:19.347" v="28" actId="20577"/>
        <pc:sldMkLst>
          <pc:docMk/>
          <pc:sldMk cId="927591789" sldId="2147472955"/>
        </pc:sldMkLst>
        <pc:spChg chg="mod">
          <ac:chgData name="Safiatou MORO" userId="ddb57cc4-b27a-4e20-a662-fed37f92d3d1" providerId="ADAL" clId="{05BD29F9-DCB6-4BEE-8DED-49FF75B6D9CA}" dt="2026-03-30T09:09:19.347" v="28" actId="20577"/>
          <ac:spMkLst>
            <pc:docMk/>
            <pc:sldMk cId="927591789" sldId="2147472955"/>
            <ac:spMk id="9" creationId="{C1B34B48-1334-B2E9-44D1-D623FBD41F51}"/>
          </ac:spMkLst>
        </pc:spChg>
      </pc:sldChg>
      <pc:sldChg chg="modSp mod">
        <pc:chgData name="Safiatou MORO" userId="ddb57cc4-b27a-4e20-a662-fed37f92d3d1" providerId="ADAL" clId="{05BD29F9-DCB6-4BEE-8DED-49FF75B6D9CA}" dt="2026-03-30T09:09:15.171" v="27" actId="20577"/>
        <pc:sldMkLst>
          <pc:docMk/>
          <pc:sldMk cId="1446134512" sldId="2147472957"/>
        </pc:sldMkLst>
        <pc:spChg chg="mod">
          <ac:chgData name="Safiatou MORO" userId="ddb57cc4-b27a-4e20-a662-fed37f92d3d1" providerId="ADAL" clId="{05BD29F9-DCB6-4BEE-8DED-49FF75B6D9CA}" dt="2026-03-30T09:09:15.171" v="27" actId="20577"/>
          <ac:spMkLst>
            <pc:docMk/>
            <pc:sldMk cId="1446134512" sldId="2147472957"/>
            <ac:spMk id="13" creationId="{F549E92A-06C4-F893-3AAC-A9B8FBC029BB}"/>
          </ac:spMkLst>
        </pc:spChg>
        <pc:spChg chg="mod">
          <ac:chgData name="Safiatou MORO" userId="ddb57cc4-b27a-4e20-a662-fed37f92d3d1" providerId="ADAL" clId="{05BD29F9-DCB6-4BEE-8DED-49FF75B6D9CA}" dt="2026-03-30T09:09:11.036" v="26" actId="20577"/>
          <ac:spMkLst>
            <pc:docMk/>
            <pc:sldMk cId="1446134512" sldId="2147472957"/>
            <ac:spMk id="14" creationId="{A0A7C2A6-C799-C63E-91C9-09A8C5A12C3C}"/>
          </ac:spMkLst>
        </pc:spChg>
      </pc:sldChg>
      <pc:sldChg chg="addSp modSp mod">
        <pc:chgData name="Safiatou MORO" userId="ddb57cc4-b27a-4e20-a662-fed37f92d3d1" providerId="ADAL" clId="{05BD29F9-DCB6-4BEE-8DED-49FF75B6D9CA}" dt="2026-03-30T09:09:44.037" v="32"/>
        <pc:sldMkLst>
          <pc:docMk/>
          <pc:sldMk cId="487548682" sldId="2147472959"/>
        </pc:sldMkLst>
        <pc:spChg chg="add mod">
          <ac:chgData name="Safiatou MORO" userId="ddb57cc4-b27a-4e20-a662-fed37f92d3d1" providerId="ADAL" clId="{05BD29F9-DCB6-4BEE-8DED-49FF75B6D9CA}" dt="2026-03-30T09:09:44.037" v="32"/>
          <ac:spMkLst>
            <pc:docMk/>
            <pc:sldMk cId="487548682" sldId="2147472959"/>
            <ac:spMk id="2" creationId="{B2962517-54CB-724A-D968-AE0A72DBE051}"/>
          </ac:spMkLst>
        </pc:spChg>
        <pc:spChg chg="mod">
          <ac:chgData name="Safiatou MORO" userId="ddb57cc4-b27a-4e20-a662-fed37f92d3d1" providerId="ADAL" clId="{05BD29F9-DCB6-4BEE-8DED-49FF75B6D9CA}" dt="2026-03-30T09:09:42.665" v="31" actId="13926"/>
          <ac:spMkLst>
            <pc:docMk/>
            <pc:sldMk cId="487548682" sldId="2147472959"/>
            <ac:spMk id="5" creationId="{6E62FB2D-442A-3A46-75D1-B314DCC6E4DD}"/>
          </ac:spMkLst>
        </pc:spChg>
      </pc:sldChg>
      <pc:sldChg chg="addSp modSp">
        <pc:chgData name="Safiatou MORO" userId="ddb57cc4-b27a-4e20-a662-fed37f92d3d1" providerId="ADAL" clId="{05BD29F9-DCB6-4BEE-8DED-49FF75B6D9CA}" dt="2026-03-30T09:09:46.402" v="33"/>
        <pc:sldMkLst>
          <pc:docMk/>
          <pc:sldMk cId="1190714927" sldId="2147472988"/>
        </pc:sldMkLst>
        <pc:spChg chg="add mod">
          <ac:chgData name="Safiatou MORO" userId="ddb57cc4-b27a-4e20-a662-fed37f92d3d1" providerId="ADAL" clId="{05BD29F9-DCB6-4BEE-8DED-49FF75B6D9CA}" dt="2026-03-30T09:09:46.402" v="33"/>
          <ac:spMkLst>
            <pc:docMk/>
            <pc:sldMk cId="1190714927" sldId="2147472988"/>
            <ac:spMk id="7" creationId="{3C8B6B7F-23AE-561B-0261-84E819043F42}"/>
          </ac:spMkLst>
        </pc:spChg>
      </pc:sldChg>
      <pc:sldChg chg="addSp modSp">
        <pc:chgData name="Safiatou MORO" userId="ddb57cc4-b27a-4e20-a662-fed37f92d3d1" providerId="ADAL" clId="{05BD29F9-DCB6-4BEE-8DED-49FF75B6D9CA}" dt="2026-03-30T09:09:48.425" v="34"/>
        <pc:sldMkLst>
          <pc:docMk/>
          <pc:sldMk cId="3558326075" sldId="2147472989"/>
        </pc:sldMkLst>
        <pc:spChg chg="add mod">
          <ac:chgData name="Safiatou MORO" userId="ddb57cc4-b27a-4e20-a662-fed37f92d3d1" providerId="ADAL" clId="{05BD29F9-DCB6-4BEE-8DED-49FF75B6D9CA}" dt="2026-03-30T09:09:48.425" v="34"/>
          <ac:spMkLst>
            <pc:docMk/>
            <pc:sldMk cId="3558326075" sldId="2147472989"/>
            <ac:spMk id="9" creationId="{0296AEB3-5ABF-BFFD-2AE7-6845C9E3D0FA}"/>
          </ac:spMkLst>
        </pc:spChg>
      </pc:sldChg>
      <pc:sldChg chg="modSp mod">
        <pc:chgData name="Safiatou MORO" userId="ddb57cc4-b27a-4e20-a662-fed37f92d3d1" providerId="ADAL" clId="{05BD29F9-DCB6-4BEE-8DED-49FF75B6D9CA}" dt="2026-03-31T08:19:31.325" v="48" actId="20577"/>
        <pc:sldMkLst>
          <pc:docMk/>
          <pc:sldMk cId="1991886015" sldId="2147473066"/>
        </pc:sldMkLst>
        <pc:spChg chg="mod">
          <ac:chgData name="Safiatou MORO" userId="ddb57cc4-b27a-4e20-a662-fed37f92d3d1" providerId="ADAL" clId="{05BD29F9-DCB6-4BEE-8DED-49FF75B6D9CA}" dt="2026-03-31T08:19:31.325" v="48" actId="20577"/>
          <ac:spMkLst>
            <pc:docMk/>
            <pc:sldMk cId="1991886015" sldId="2147473066"/>
            <ac:spMk id="12" creationId="{EF466CDF-6A9B-8C0D-2D19-D056C35B74F1}"/>
          </ac:spMkLst>
        </pc:spChg>
      </pc:sldChg>
      <pc:sldChg chg="modSp mod">
        <pc:chgData name="Safiatou MORO" userId="ddb57cc4-b27a-4e20-a662-fed37f92d3d1" providerId="ADAL" clId="{05BD29F9-DCB6-4BEE-8DED-49FF75B6D9CA}" dt="2026-03-31T08:19:36.160" v="50" actId="20577"/>
        <pc:sldMkLst>
          <pc:docMk/>
          <pc:sldMk cId="1153292060" sldId="2147473067"/>
        </pc:sldMkLst>
        <pc:spChg chg="mod">
          <ac:chgData name="Safiatou MORO" userId="ddb57cc4-b27a-4e20-a662-fed37f92d3d1" providerId="ADAL" clId="{05BD29F9-DCB6-4BEE-8DED-49FF75B6D9CA}" dt="2026-03-31T08:19:36.160" v="50" actId="20577"/>
          <ac:spMkLst>
            <pc:docMk/>
            <pc:sldMk cId="1153292060" sldId="2147473067"/>
            <ac:spMk id="7" creationId="{9A510615-111A-EE6B-934D-70FEF33E7A09}"/>
          </ac:spMkLst>
        </pc:spChg>
      </pc:sldChg>
      <pc:sldChg chg="modSp mod">
        <pc:chgData name="Safiatou MORO" userId="ddb57cc4-b27a-4e20-a662-fed37f92d3d1" providerId="ADAL" clId="{05BD29F9-DCB6-4BEE-8DED-49FF75B6D9CA}" dt="2026-03-31T08:19:26.676" v="46"/>
        <pc:sldMkLst>
          <pc:docMk/>
          <pc:sldMk cId="173147260" sldId="2147473084"/>
        </pc:sldMkLst>
        <pc:spChg chg="mod">
          <ac:chgData name="Safiatou MORO" userId="ddb57cc4-b27a-4e20-a662-fed37f92d3d1" providerId="ADAL" clId="{05BD29F9-DCB6-4BEE-8DED-49FF75B6D9CA}" dt="2026-03-31T08:19:26.676" v="46"/>
          <ac:spMkLst>
            <pc:docMk/>
            <pc:sldMk cId="173147260" sldId="2147473084"/>
            <ac:spMk id="11" creationId="{84B862F5-2B8B-DA67-63CF-58D9E217BB39}"/>
          </ac:spMkLst>
        </pc:spChg>
      </pc:sldChg>
      <pc:sldChg chg="modSp mod">
        <pc:chgData name="Safiatou MORO" userId="ddb57cc4-b27a-4e20-a662-fed37f92d3d1" providerId="ADAL" clId="{05BD29F9-DCB6-4BEE-8DED-49FF75B6D9CA}" dt="2026-03-31T08:19:26.676" v="46"/>
        <pc:sldMkLst>
          <pc:docMk/>
          <pc:sldMk cId="1494010951" sldId="2147473088"/>
        </pc:sldMkLst>
        <pc:spChg chg="mod">
          <ac:chgData name="Safiatou MORO" userId="ddb57cc4-b27a-4e20-a662-fed37f92d3d1" providerId="ADAL" clId="{05BD29F9-DCB6-4BEE-8DED-49FF75B6D9CA}" dt="2026-03-31T08:19:26.676" v="46"/>
          <ac:spMkLst>
            <pc:docMk/>
            <pc:sldMk cId="1494010951" sldId="2147473088"/>
            <ac:spMk id="11" creationId="{125344D9-B6F1-E1C8-1519-12185F9AB80E}"/>
          </ac:spMkLst>
        </pc:spChg>
      </pc:sldChg>
      <pc:sldChg chg="modSp mod">
        <pc:chgData name="Safiatou MORO" userId="ddb57cc4-b27a-4e20-a662-fed37f92d3d1" providerId="ADAL" clId="{05BD29F9-DCB6-4BEE-8DED-49FF75B6D9CA}" dt="2026-03-31T08:19:26.676" v="46"/>
        <pc:sldMkLst>
          <pc:docMk/>
          <pc:sldMk cId="648781752" sldId="2147473092"/>
        </pc:sldMkLst>
        <pc:spChg chg="mod">
          <ac:chgData name="Safiatou MORO" userId="ddb57cc4-b27a-4e20-a662-fed37f92d3d1" providerId="ADAL" clId="{05BD29F9-DCB6-4BEE-8DED-49FF75B6D9CA}" dt="2026-03-31T08:19:26.676" v="46"/>
          <ac:spMkLst>
            <pc:docMk/>
            <pc:sldMk cId="648781752" sldId="2147473092"/>
            <ac:spMk id="11" creationId="{8559C0BC-E778-E1C0-04F8-CC58DD3EB014}"/>
          </ac:spMkLst>
        </pc:spChg>
      </pc:sldChg>
      <pc:sldChg chg="modSp mod">
        <pc:chgData name="Safiatou MORO" userId="ddb57cc4-b27a-4e20-a662-fed37f92d3d1" providerId="ADAL" clId="{05BD29F9-DCB6-4BEE-8DED-49FF75B6D9CA}" dt="2026-03-30T12:06:52.490" v="45" actId="20577"/>
        <pc:sldMkLst>
          <pc:docMk/>
          <pc:sldMk cId="1230632136" sldId="2147473096"/>
        </pc:sldMkLst>
        <pc:spChg chg="mod">
          <ac:chgData name="Safiatou MORO" userId="ddb57cc4-b27a-4e20-a662-fed37f92d3d1" providerId="ADAL" clId="{05BD29F9-DCB6-4BEE-8DED-49FF75B6D9CA}" dt="2026-03-30T12:06:52.490" v="45" actId="20577"/>
          <ac:spMkLst>
            <pc:docMk/>
            <pc:sldMk cId="1230632136" sldId="2147473096"/>
            <ac:spMk id="11" creationId="{28FCEE22-E5D5-A612-5D2C-B208A9821CEA}"/>
          </ac:spMkLst>
        </pc:spChg>
      </pc:sldChg>
      <pc:sldChg chg="modSp mod">
        <pc:chgData name="Safiatou MORO" userId="ddb57cc4-b27a-4e20-a662-fed37f92d3d1" providerId="ADAL" clId="{05BD29F9-DCB6-4BEE-8DED-49FF75B6D9CA}" dt="2026-04-21T12:48:28.978" v="54" actId="20577"/>
        <pc:sldMkLst>
          <pc:docMk/>
          <pc:sldMk cId="3017814414" sldId="2147473100"/>
        </pc:sldMkLst>
        <pc:spChg chg="mod">
          <ac:chgData name="Safiatou MORO" userId="ddb57cc4-b27a-4e20-a662-fed37f92d3d1" providerId="ADAL" clId="{05BD29F9-DCB6-4BEE-8DED-49FF75B6D9CA}" dt="2026-04-21T12:48:28.978" v="54" actId="20577"/>
          <ac:spMkLst>
            <pc:docMk/>
            <pc:sldMk cId="3017814414" sldId="2147473100"/>
            <ac:spMk id="11" creationId="{7A3DCF41-4F5F-C99A-8435-C7931873EB1F}"/>
          </ac:spMkLst>
        </pc:spChg>
      </pc:sldChg>
      <pc:sldChg chg="modSp mod">
        <pc:chgData name="Safiatou MORO" userId="ddb57cc4-b27a-4e20-a662-fed37f92d3d1" providerId="ADAL" clId="{05BD29F9-DCB6-4BEE-8DED-49FF75B6D9CA}" dt="2026-04-21T12:48:34.945" v="56" actId="20577"/>
        <pc:sldMkLst>
          <pc:docMk/>
          <pc:sldMk cId="1371344053" sldId="2147473104"/>
        </pc:sldMkLst>
        <pc:spChg chg="mod">
          <ac:chgData name="Safiatou MORO" userId="ddb57cc4-b27a-4e20-a662-fed37f92d3d1" providerId="ADAL" clId="{05BD29F9-DCB6-4BEE-8DED-49FF75B6D9CA}" dt="2026-04-21T12:48:34.945" v="56" actId="20577"/>
          <ac:spMkLst>
            <pc:docMk/>
            <pc:sldMk cId="1371344053" sldId="2147473104"/>
            <ac:spMk id="11" creationId="{DC38E9FA-254F-C2D8-2E55-BD4451965E18}"/>
          </ac:spMkLst>
        </pc:spChg>
      </pc:sldChg>
      <pc:sldChg chg="modSp mod">
        <pc:chgData name="Safiatou MORO" userId="ddb57cc4-b27a-4e20-a662-fed37f92d3d1" providerId="ADAL" clId="{05BD29F9-DCB6-4BEE-8DED-49FF75B6D9CA}" dt="2026-04-21T12:48:22.762" v="52" actId="20577"/>
        <pc:sldMkLst>
          <pc:docMk/>
          <pc:sldMk cId="1019483770" sldId="2147473108"/>
        </pc:sldMkLst>
        <pc:spChg chg="mod">
          <ac:chgData name="Safiatou MORO" userId="ddb57cc4-b27a-4e20-a662-fed37f92d3d1" providerId="ADAL" clId="{05BD29F9-DCB6-4BEE-8DED-49FF75B6D9CA}" dt="2026-04-21T12:48:22.762" v="52" actId="20577"/>
          <ac:spMkLst>
            <pc:docMk/>
            <pc:sldMk cId="1019483770" sldId="2147473108"/>
            <ac:spMk id="11" creationId="{4EC18AAF-20E2-0057-60BA-A465B416524E}"/>
          </ac:spMkLst>
        </pc:spChg>
      </pc:sldChg>
      <pc:sldChg chg="addSp delSp modSp mod">
        <pc:chgData name="Safiatou MORO" userId="ddb57cc4-b27a-4e20-a662-fed37f92d3d1" providerId="ADAL" clId="{05BD29F9-DCB6-4BEE-8DED-49FF75B6D9CA}" dt="2026-04-21T12:48:40.797" v="58" actId="20577"/>
        <pc:sldMkLst>
          <pc:docMk/>
          <pc:sldMk cId="762314960" sldId="2147473112"/>
        </pc:sldMkLst>
        <pc:spChg chg="mod">
          <ac:chgData name="Safiatou MORO" userId="ddb57cc4-b27a-4e20-a662-fed37f92d3d1" providerId="ADAL" clId="{05BD29F9-DCB6-4BEE-8DED-49FF75B6D9CA}" dt="2026-04-21T12:48:40.797" v="58" actId="20577"/>
          <ac:spMkLst>
            <pc:docMk/>
            <pc:sldMk cId="762314960" sldId="2147473112"/>
            <ac:spMk id="11" creationId="{412F41FA-C336-F57B-1B67-172588068A28}"/>
          </ac:spMkLst>
        </pc:spChg>
        <pc:picChg chg="add mod">
          <ac:chgData name="Safiatou MORO" userId="ddb57cc4-b27a-4e20-a662-fed37f92d3d1" providerId="ADAL" clId="{05BD29F9-DCB6-4BEE-8DED-49FF75B6D9CA}" dt="2026-03-30T09:05:49.602" v="1"/>
          <ac:picMkLst>
            <pc:docMk/>
            <pc:sldMk cId="762314960" sldId="2147473112"/>
            <ac:picMk id="8" creationId="{26763FE0-2D2C-AE39-0929-E7B45E5DE61A}"/>
          </ac:picMkLst>
        </pc:picChg>
      </pc:sldChg>
      <pc:sldChg chg="addSp delSp modSp mod">
        <pc:chgData name="Safiatou MORO" userId="ddb57cc4-b27a-4e20-a662-fed37f92d3d1" providerId="ADAL" clId="{05BD29F9-DCB6-4BEE-8DED-49FF75B6D9CA}" dt="2026-03-30T09:05:55.413" v="3"/>
        <pc:sldMkLst>
          <pc:docMk/>
          <pc:sldMk cId="3917613289" sldId="2147473113"/>
        </pc:sldMkLst>
        <pc:picChg chg="add mod">
          <ac:chgData name="Safiatou MORO" userId="ddb57cc4-b27a-4e20-a662-fed37f92d3d1" providerId="ADAL" clId="{05BD29F9-DCB6-4BEE-8DED-49FF75B6D9CA}" dt="2026-03-30T09:05:55.413" v="3"/>
          <ac:picMkLst>
            <pc:docMk/>
            <pc:sldMk cId="3917613289" sldId="2147473113"/>
            <ac:picMk id="10" creationId="{9EF90920-CFFF-144A-B306-7F37A02BD6A0}"/>
          </ac:picMkLst>
        </pc:picChg>
      </pc:sldChg>
      <pc:sldChg chg="addSp delSp modSp mod">
        <pc:chgData name="Safiatou MORO" userId="ddb57cc4-b27a-4e20-a662-fed37f92d3d1" providerId="ADAL" clId="{05BD29F9-DCB6-4BEE-8DED-49FF75B6D9CA}" dt="2026-03-30T09:05:59.152" v="5"/>
        <pc:sldMkLst>
          <pc:docMk/>
          <pc:sldMk cId="3545799914" sldId="2147473114"/>
        </pc:sldMkLst>
        <pc:picChg chg="add mod">
          <ac:chgData name="Safiatou MORO" userId="ddb57cc4-b27a-4e20-a662-fed37f92d3d1" providerId="ADAL" clId="{05BD29F9-DCB6-4BEE-8DED-49FF75B6D9CA}" dt="2026-03-30T09:05:59.152" v="5"/>
          <ac:picMkLst>
            <pc:docMk/>
            <pc:sldMk cId="3545799914" sldId="2147473114"/>
            <ac:picMk id="10" creationId="{110CA9A3-D05A-64DF-7E7B-A3E3F41CCF9A}"/>
          </ac:picMkLst>
        </pc:picChg>
      </pc:sldChg>
      <pc:sldChg chg="addSp delSp modSp mod">
        <pc:chgData name="Safiatou MORO" userId="ddb57cc4-b27a-4e20-a662-fed37f92d3d1" providerId="ADAL" clId="{05BD29F9-DCB6-4BEE-8DED-49FF75B6D9CA}" dt="2026-03-30T09:06:02.790" v="7"/>
        <pc:sldMkLst>
          <pc:docMk/>
          <pc:sldMk cId="2386696535" sldId="2147473115"/>
        </pc:sldMkLst>
        <pc:picChg chg="add mod">
          <ac:chgData name="Safiatou MORO" userId="ddb57cc4-b27a-4e20-a662-fed37f92d3d1" providerId="ADAL" clId="{05BD29F9-DCB6-4BEE-8DED-49FF75B6D9CA}" dt="2026-03-30T09:06:02.790" v="7"/>
          <ac:picMkLst>
            <pc:docMk/>
            <pc:sldMk cId="2386696535" sldId="2147473115"/>
            <ac:picMk id="10" creationId="{4B819E27-292F-8ACC-7C03-3DE90F8A709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8946B81-967D-BC55-4E45-21DE77B46F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4AF8360-F38A-75EF-41D0-5A211B28F3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78338-E163-4C54-9561-D6E9738BEB8B}" type="datetime1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E5333D-52E2-313B-8E3F-0D7E9074B9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85C2E7-AE88-769D-E43F-3E51D762D4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4C6E6-3AF1-4B1A-9695-72C8BA9ECB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99271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F4535-3591-4AAD-9289-106FE70D9FD8}" type="datetime1">
              <a:rPr lang="fr-FR" smtClean="0"/>
              <a:t>21/04/2026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D799-9569-4E88-8E24-9E0CA4836D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38983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DFF53C-299D-953C-3BE4-3EFBC03C7F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51B562E-7595-5B1E-62A1-D1AF95F5AC7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A36E841-AC53-4358-B08C-CEB57C3A490E}" type="datetime1">
              <a:rPr lang="fr-FR" smtClean="0"/>
              <a:t>21/04/2026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5087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D730-508B-F19F-4E8C-AF8834E2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D7081B-E020-28DF-0B30-62E530931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A3F972-2121-A303-CC87-7DA99DDA5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AFCAC9-2503-9634-5F55-6B42742B8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14C805-B1AB-7F78-05A1-0CC84C6A64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A4E3E8-C97C-1FAF-363A-817C013DA0E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21/04/2026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580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262A-FFD3-B51A-857B-C6BE7DEC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B086BB-C07F-8193-C995-B14BDCB52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CEDB22-6F13-C043-622F-9A780DBA2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926732-D75D-B0B8-9BB8-709B7BC8B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DF9496-76A8-69A5-ED98-77E429935C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CA626F2-BABE-8B95-3DCB-CC5EECE03D4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21/04/2026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683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5703-DA6E-48EC-80B0-9103BB73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CE373F-3A6E-A4B4-3783-D495395F5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31F414F-9024-FA47-C121-BF82F441D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C9DE65-954A-D618-9881-1EC08BF824D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35F4535-3591-4AAD-9289-106FE70D9FD8}" type="datetime1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40A538-27E3-5E2F-F114-032D6D578B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2FC68-66C1-DD9D-774D-73B012C56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951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7B6E-8137-EF7A-2A09-AA26683E7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CA7E9D-A7F6-01EA-31B5-5CA506362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BDB8510-8E4D-FB80-4F96-C24C6F49C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7D130A-A843-F794-CE57-9122EF240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13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04BD0B-70DB-0297-6E82-C40FEA372C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D16E83D-6868-CCC3-FF3F-91B78F23AF1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21/04/2026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97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6A89-74A0-D3DF-401D-788C9F4C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2D8A71-B1C0-43E4-E476-DB264E025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369F18-A911-6608-AE05-97D1A7246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ZA" sz="1200">
                <a:solidFill>
                  <a:schemeClr val="tx1"/>
                </a:solidFill>
                <a:latin typeface="DS Automobiles Office" pitchFamily="2" charset="0"/>
              </a:rPr>
              <a:t>Decrease of the leads treated (-3%)</a:t>
            </a:r>
          </a:p>
          <a:p>
            <a:pPr marL="285750" indent="-285750">
              <a:buFontTx/>
              <a:buChar char="-"/>
            </a:pPr>
            <a:endParaRPr lang="en-ZA" sz="1200">
              <a:solidFill>
                <a:schemeClr val="tx1"/>
              </a:solidFill>
              <a:latin typeface="DS Automobiles Office" pitchFamily="2" charset="0"/>
            </a:endParaRPr>
          </a:p>
          <a:p>
            <a:pPr marL="285750" indent="-285750">
              <a:buFontTx/>
              <a:buChar char="-"/>
            </a:pPr>
            <a:r>
              <a:rPr lang="en-ZA" sz="1200">
                <a:solidFill>
                  <a:schemeClr val="tx1"/>
                </a:solidFill>
                <a:latin typeface="DS Automobiles Office" pitchFamily="2" charset="0"/>
              </a:rPr>
              <a:t>Increase for the L.T.O.T vs Q2 (+1,9%)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ZA" sz="1200">
                <a:solidFill>
                  <a:schemeClr val="tx1"/>
                </a:solidFill>
                <a:latin typeface="DS Automobiles Office" pitchFamily="2" charset="0"/>
              </a:rPr>
              <a:t>Decrease of the L.W.Q (-5%)</a:t>
            </a:r>
            <a:endParaRPr lang="en-US" sz="1200">
              <a:solidFill>
                <a:schemeClr val="tx1"/>
              </a:solidFill>
              <a:latin typeface="DS Automobiles Office" pitchFamily="2" charset="0"/>
            </a:endParaRPr>
          </a:p>
          <a:p>
            <a:pPr marL="285750" indent="-285750">
              <a:buFontTx/>
              <a:buChar char="-"/>
            </a:pPr>
            <a:endParaRPr lang="en-ZA" sz="1200">
              <a:solidFill>
                <a:schemeClr val="tx1"/>
              </a:solidFill>
              <a:latin typeface="DS Automobiles Office" pitchFamily="2" charset="0"/>
            </a:endParaRPr>
          </a:p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6F7723-5247-4D23-6E3D-4A1AEF0C6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46B207-691D-4EE2-B9CC-9F376BF0DE6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7918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2A52-AD8C-09FB-AADD-6EABDBD4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BB76CE-38DE-0A05-4981-CBCABE55B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B51AEDF-519E-6976-0EE2-A5F04C615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C2FF86-B391-AC64-C9D8-D4FB8FCE3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94E9FE-05CF-7213-6CB3-E37DDB426E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42F4CCB-AF84-F536-3043-EBA3C14AEA9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21/04/2026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5203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FA64E-9D01-7F13-D81C-2C60204E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C914D1-D0DF-FA2F-91D7-CA465DAEA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4E9C590-C766-E543-2393-856E68CCA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3773C0-8E0E-5BCE-56A6-A80FD6D85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54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C571EB-9016-8A04-2A5D-BBBE392056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16E84FA-BD50-3ED7-0913-6135FBC6FB6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21/04/2026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092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1B31-744B-981F-07E1-A19D0657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5A62A3-72C2-786F-37CE-5DBEFB694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FD558E-3C5A-3C58-0420-9F049D56D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Evènements </a:t>
            </a:r>
            <a:r>
              <a:rPr lang="fr-FR" err="1"/>
              <a:t>marquan</a:t>
            </a:r>
            <a:endParaRPr lang="fr-FR"/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CEE64-8F8E-372E-4B43-291A0764F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6478F-7F75-40B6-BC56-A2511449177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74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51AE-5733-0460-22FC-D1B9C78D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E965960-7A83-5A09-DCBD-DE9438239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4E72D4D-9D99-25B5-1B17-2A150C3F8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Evènements </a:t>
            </a:r>
            <a:r>
              <a:rPr lang="fr-FR" err="1"/>
              <a:t>marquan</a:t>
            </a:r>
            <a:endParaRPr lang="fr-FR"/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9FFAFF-8296-EAFF-542F-9293FA0EA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6478F-7F75-40B6-BC56-A2511449177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09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BB7CF-B79B-6E2B-AAC5-E4F585A7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CC05C8-8FBF-F72B-B141-3F44352E8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49844C0-5316-1F9E-31A8-B443FCF7C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B3E2D2-3247-438A-48B2-473B29811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59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692554-443E-6392-520F-CAE9F2AB15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24C15FD-0CBC-C2A9-9EFC-B4404B371EE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21/04/2026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915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4ADEB-E5CD-4BE0-9784-CD1102FB1287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9236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DF91-5C02-D511-91BF-2A889BA4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F7C4D8E-C37A-2FB1-67C3-9CE33203C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E92573E-0CEF-A3B2-E1A2-008A797D3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002060"/>
                </a:solidFill>
                <a:cs typeface="Calibri Light"/>
              </a:rPr>
              <a:t>Share the most impactful CTA by brands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02060"/>
                </a:solidFill>
                <a:ea typeface="Calibri" panose="020F0502020204030204"/>
                <a:cs typeface="Calibri Light"/>
              </a:rPr>
              <a:t>Focus Opel, additional CTA in the brand website 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762A0-454D-D924-1D78-69698054F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4ADEB-E5CD-4BE0-9784-CD1102FB1287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231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B7F8-4F54-D2F5-1F9C-87CDEB86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12CE45-71B1-BB72-21FB-3B8C24C8B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0E70AF-AB84-5BE5-02F9-F881FFF8C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511F89-2484-A6B6-373B-36F883151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63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27045C-9A93-C5F0-3288-51955F16A7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AD2D449-FC62-15E0-8C89-FF83BB2E4A6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21/04/2026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29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0BDF4289-3C08-8020-4AA1-E9B6A1CAB1CE}"/>
              </a:ext>
            </a:extLst>
          </p:cNvPr>
          <p:cNvGrpSpPr/>
          <p:nvPr userDrawn="1"/>
        </p:nvGrpSpPr>
        <p:grpSpPr>
          <a:xfrm>
            <a:off x="0" y="-51124"/>
            <a:ext cx="12192002" cy="6553778"/>
            <a:chOff x="-21489" y="1181100"/>
            <a:chExt cx="9064238" cy="5156201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1317EBF6-3F63-E893-4015-98B7A13DE0F1}"/>
                </a:ext>
              </a:extLst>
            </p:cNvPr>
            <p:cNvSpPr/>
            <p:nvPr/>
          </p:nvSpPr>
          <p:spPr>
            <a:xfrm>
              <a:off x="-21489" y="1181100"/>
              <a:ext cx="9064236" cy="5156201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78E671D6-F449-6E1F-1417-28E75E3A613F}"/>
                </a:ext>
              </a:extLst>
            </p:cNvPr>
            <p:cNvSpPr/>
            <p:nvPr/>
          </p:nvSpPr>
          <p:spPr>
            <a:xfrm>
              <a:off x="-21488" y="1181100"/>
              <a:ext cx="9064237" cy="5156200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4D12656E-CF81-C02E-B29A-F6EAE0957293}"/>
              </a:ext>
            </a:extLst>
          </p:cNvPr>
          <p:cNvGrpSpPr/>
          <p:nvPr userDrawn="1"/>
        </p:nvGrpSpPr>
        <p:grpSpPr>
          <a:xfrm>
            <a:off x="1146755" y="6375033"/>
            <a:ext cx="10538243" cy="218664"/>
            <a:chOff x="1156915" y="6221292"/>
            <a:chExt cx="10538243" cy="218664"/>
          </a:xfrm>
        </p:grpSpPr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5C066D3B-0C47-92E5-2FA6-40D4F31A85C7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065DB7F9-50FB-6054-6D83-FA01DBD59C1C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27" name="Image 26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BE4A6CD0-80C8-236B-469B-71935A9281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109" y="520698"/>
            <a:ext cx="2573713" cy="698502"/>
          </a:xfrm>
          <a:prstGeom prst="rect">
            <a:avLst/>
          </a:prstGeom>
        </p:spPr>
      </p:pic>
      <p:sp>
        <p:nvSpPr>
          <p:cNvPr id="5" name="Espace réservé du pied de page 6">
            <a:extLst>
              <a:ext uri="{FF2B5EF4-FFF2-40B4-BE49-F238E27FC236}">
                <a16:creationId xmlns:a16="http://schemas.microsoft.com/office/drawing/2014/main" id="{CB0E70AD-1D25-9DBF-0BE3-EB59B3AC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 err="1"/>
              <a:t>Strictly</a:t>
            </a:r>
            <a:r>
              <a:rPr lang="fr-FR"/>
              <a:t> </a:t>
            </a:r>
            <a:r>
              <a:rPr lang="fr-FR" err="1"/>
              <a:t>confidential</a:t>
            </a:r>
            <a:endParaRPr lang="fr-FR"/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A4E4CE9E-6673-B109-FBC1-D7887DE1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</p:spTree>
    <p:extLst>
      <p:ext uri="{BB962C8B-B14F-4D97-AF65-F5344CB8AC3E}">
        <p14:creationId xmlns:p14="http://schemas.microsoft.com/office/powerpoint/2010/main" val="361796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0" y="1008000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2" y="6372000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B64D9EF-7296-C990-A382-4897A22CA7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34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C82D813F-AA8B-DD28-EE9F-4CD164E9773E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9F144B5A-6BF6-3C4B-AB1F-D43CBFC72852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40F6D2D0-A8A9-0931-A401-E3B387558A96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210B3109-1047-F5AA-421A-8C6F9134068B}"/>
              </a:ext>
            </a:extLst>
          </p:cNvPr>
          <p:cNvGrpSpPr/>
          <p:nvPr userDrawn="1"/>
        </p:nvGrpSpPr>
        <p:grpSpPr>
          <a:xfrm>
            <a:off x="0" y="1008000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9E188151-9659-F5B6-E015-5C4831E03B09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BB048114-A2C8-6A2F-B351-3935C1B97AB8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360397E6-B15E-6879-A8FD-B84111C4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6959ECE-2B69-B7E0-9F2F-54BFB23F1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175D9C98-C99F-DD9D-3089-759D45E9B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4" name="Espace réservé de la date 1">
            <a:extLst>
              <a:ext uri="{FF2B5EF4-FFF2-40B4-BE49-F238E27FC236}">
                <a16:creationId xmlns:a16="http://schemas.microsoft.com/office/drawing/2014/main" id="{35C01C48-F775-7069-405F-0E60B4471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15" name="Espace réservé du numéro de diapositive 10">
            <a:extLst>
              <a:ext uri="{FF2B5EF4-FFF2-40B4-BE49-F238E27FC236}">
                <a16:creationId xmlns:a16="http://schemas.microsoft.com/office/drawing/2014/main" id="{70516084-C55A-0C0E-8871-D043B461F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9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01FD5A2-D123-B540-70FF-658436918B01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E34C675-F520-37BE-49EC-F0ABAEFBB03A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CB603370-4BE0-4C79-DD80-BB5F77712233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2" y="6386226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9" name="Image 8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412FE011-AFC2-3601-1219-9A2351A9071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06179FF9-5A57-B515-B1BE-A653EFCCA531}"/>
              </a:ext>
            </a:extLst>
          </p:cNvPr>
          <p:cNvGrpSpPr/>
          <p:nvPr userDrawn="1"/>
        </p:nvGrpSpPr>
        <p:grpSpPr>
          <a:xfrm>
            <a:off x="0" y="1014964"/>
            <a:ext cx="10538243" cy="218664"/>
            <a:chOff x="1156915" y="6221292"/>
            <a:chExt cx="10538243" cy="21866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E2C1D6C-93A6-2D75-4939-1A35EF94135C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AutoShape 11">
              <a:extLst>
                <a:ext uri="{FF2B5EF4-FFF2-40B4-BE49-F238E27FC236}">
                  <a16:creationId xmlns:a16="http://schemas.microsoft.com/office/drawing/2014/main" id="{05C431B5-7058-FA48-0AF4-629B3A7391EF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Titre 31">
            <a:extLst>
              <a:ext uri="{FF2B5EF4-FFF2-40B4-BE49-F238E27FC236}">
                <a16:creationId xmlns:a16="http://schemas.microsoft.com/office/drawing/2014/main" id="{516FC9E9-1311-6B29-BF90-5FC527D9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5E10775F-BCA9-DAF4-FEED-CA43624B47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2EBB6179-6BE3-839C-9B8B-2A0997FCA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0165C567-AC23-CA0F-3DF7-FFCB8166E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05EA4260-169A-CB13-F8F1-7AC992536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9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6C192C62-D276-A0A5-56A2-FA049BAEA3A6}"/>
              </a:ext>
            </a:extLst>
          </p:cNvPr>
          <p:cNvGrpSpPr/>
          <p:nvPr userDrawn="1"/>
        </p:nvGrpSpPr>
        <p:grpSpPr>
          <a:xfrm>
            <a:off x="0" y="1036318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D3A46C71-0A42-4E8C-A7C0-2903930D5C6B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D4FE5ED0-7CE5-A68F-9954-BBB95774C2A5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E6D42432-CFFD-9781-5BD8-EA909885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80C083AB-EE69-13DB-D60A-DD867753B4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9" name="Espace réservé du pied de page 6">
            <a:extLst>
              <a:ext uri="{FF2B5EF4-FFF2-40B4-BE49-F238E27FC236}">
                <a16:creationId xmlns:a16="http://schemas.microsoft.com/office/drawing/2014/main" id="{B82AE3FD-F2E0-F2F7-95CA-6779B3522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0" name="Espace réservé de la date 1">
            <a:extLst>
              <a:ext uri="{FF2B5EF4-FFF2-40B4-BE49-F238E27FC236}">
                <a16:creationId xmlns:a16="http://schemas.microsoft.com/office/drawing/2014/main" id="{011523E8-A232-4CAC-1BF4-793DBBE98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F1379-8ABF-B82A-4871-0B0C135BF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34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BD75D990-A44F-AEF6-8812-D20508DF8175}"/>
              </a:ext>
            </a:extLst>
          </p:cNvPr>
          <p:cNvGrpSpPr/>
          <p:nvPr userDrawn="1"/>
        </p:nvGrpSpPr>
        <p:grpSpPr>
          <a:xfrm>
            <a:off x="0" y="1036318"/>
            <a:ext cx="10538243" cy="218664"/>
            <a:chOff x="1156915" y="6221292"/>
            <a:chExt cx="10538243" cy="218664"/>
          </a:xfrm>
        </p:grpSpPr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7CC6643C-656E-96D6-80E4-EEB225C9B444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AutoShape 11">
              <a:extLst>
                <a:ext uri="{FF2B5EF4-FFF2-40B4-BE49-F238E27FC236}">
                  <a16:creationId xmlns:a16="http://schemas.microsoft.com/office/drawing/2014/main" id="{BC347815-F15D-9D14-600F-87FEB03E1111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re 31">
            <a:extLst>
              <a:ext uri="{FF2B5EF4-FFF2-40B4-BE49-F238E27FC236}">
                <a16:creationId xmlns:a16="http://schemas.microsoft.com/office/drawing/2014/main" id="{A445D125-DFD5-092A-CC04-A87ADDBD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A44FCD35-E9EE-27D8-ECAB-ED52E5E692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Espace réservé du pied de page 6">
            <a:extLst>
              <a:ext uri="{FF2B5EF4-FFF2-40B4-BE49-F238E27FC236}">
                <a16:creationId xmlns:a16="http://schemas.microsoft.com/office/drawing/2014/main" id="{A714CD33-9C3E-45A4-5ECE-AA7DF9A9B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A5B78577-BEE4-DD29-7E3C-31BBFD521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2AA3EE05-24BC-7EAD-D18E-151E1F49C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117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us-titre gr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DF520AA5-45AE-4A61-85F9-5BD21508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9951" y="6655424"/>
            <a:ext cx="2743200" cy="220977"/>
          </a:xfrm>
        </p:spPr>
        <p:txBody>
          <a:bodyPr/>
          <a:lstStyle/>
          <a:p>
            <a:fld id="{4968A340-A6CB-DB4C-9998-7796241648B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4DB9056-37F8-4E0B-837F-27D6E9993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42000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/>
              <a:t>JAN 2025</a:t>
            </a:r>
            <a:endParaRPr lang="en-US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8D3E5AC-0E28-5507-00B6-BAB0A2057E17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3" name="Arrow: Pentagon 10">
              <a:extLst>
                <a:ext uri="{FF2B5EF4-FFF2-40B4-BE49-F238E27FC236}">
                  <a16:creationId xmlns:a16="http://schemas.microsoft.com/office/drawing/2014/main" id="{ABAC3F2A-7A36-6130-91CA-13FD9EB49693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F6CB841A-1F7F-73C4-ED6E-98875D79B3FD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416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CA33-173E-4D1C-B49B-667185D18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40EFE-0C6A-4A41-9E36-24096D9CC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E74C-6028-43BC-9FA9-5934B2E5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EEF5-7CDC-4AF6-91B5-A0EE1B07E0C7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C1E8248-429A-4A05-9F91-6260D14ED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/>
              <a:t>JAN 2025</a:t>
            </a:r>
            <a:endParaRPr lang="en-US"/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E0E23C41-8510-460D-B8B1-9302E34336B5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3" name="Arrow: Pentagon 10">
              <a:extLst>
                <a:ext uri="{FF2B5EF4-FFF2-40B4-BE49-F238E27FC236}">
                  <a16:creationId xmlns:a16="http://schemas.microsoft.com/office/drawing/2014/main" id="{1E591082-B6DE-4BBA-B85B-8676A55E040B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E5F1F098-587F-4AC0-AEDC-B53D7B393AE7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30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8AA16B-B670-4E89-8214-80BDE141C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9951" y="6655424"/>
            <a:ext cx="2743200" cy="220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4305EEF5-7CDC-4AF6-91B5-A0EE1B07E0C7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3BFAA61-5083-435D-992E-236CBA351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/>
              <a:t>JAN 2025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1985E8-7695-424F-8DD1-A5D68D5A7356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2" name="Arrow: Pentagon 10">
              <a:extLst>
                <a:ext uri="{FF2B5EF4-FFF2-40B4-BE49-F238E27FC236}">
                  <a16:creationId xmlns:a16="http://schemas.microsoft.com/office/drawing/2014/main" id="{7FD96C4D-2E16-4D2D-95E4-567503AC4E76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DB675314-5BAB-4151-9D89-BABAC61E8828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1290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CEC036-26D5-4675-8A8A-6BDA11C441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7539" y="257609"/>
            <a:ext cx="1149589" cy="30291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45D416D-85A2-4EF7-98A2-736569B786CA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8A46D827-74D1-4171-957A-E2A22EAFB942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5137F1-7F8E-4EF5-8A39-C79EE8FB2C9D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C7894-3B6F-4849-8E0B-FA84C9573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509" y="920004"/>
            <a:ext cx="10935813" cy="341632"/>
          </a:xfrm>
        </p:spPr>
        <p:txBody>
          <a:bodyPr wrap="square">
            <a:spAutoFit/>
          </a:bodyPr>
          <a:lstStyle>
            <a:lvl1pPr marL="0" indent="0">
              <a:buNone/>
              <a:defRPr lang="en-US" sz="1800" b="1" smtClean="0">
                <a:cs typeface="Calibri Light" panose="020F030202020403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defTabSz="359627">
              <a:spcBef>
                <a:spcPts val="472"/>
              </a:spcBef>
              <a:spcAft>
                <a:spcPts val="158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CDADF72-FABE-447E-BAF8-CBF9800E26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9827" y="375035"/>
            <a:ext cx="9254473" cy="3970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200" b="1" smtClean="0">
                <a:solidFill>
                  <a:srgbClr val="043882"/>
                </a:solidFill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AE9DD586-F116-4CD1-B6EC-E6A0B71C9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459951" y="6655424"/>
            <a:ext cx="2743200" cy="220977"/>
          </a:xfrm>
        </p:spPr>
        <p:txBody>
          <a:bodyPr/>
          <a:lstStyle/>
          <a:p>
            <a:fld id="{4305EEF5-7CDC-4AF6-91B5-A0EE1B07E0C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32CF812-1D80-4AD3-9AF2-6724CE68F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/>
              <a:t>JAN 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8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0" y="609648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2" y="6408096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18181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790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861" y="446836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548" y="778426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962844" y="6411100"/>
            <a:ext cx="3229155" cy="1571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400" y="75973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Sep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20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6">
            <a:extLst>
              <a:ext uri="{FF2B5EF4-FFF2-40B4-BE49-F238E27FC236}">
                <a16:creationId xmlns:a16="http://schemas.microsoft.com/office/drawing/2014/main" id="{133710F4-6B1C-9D7B-4CFB-DFCA5B503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3E7A949-04D6-4A42-8C28-C3C4F989C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8" name="Espace réservé du numéro de diapositive 10">
            <a:extLst>
              <a:ext uri="{FF2B5EF4-FFF2-40B4-BE49-F238E27FC236}">
                <a16:creationId xmlns:a16="http://schemas.microsoft.com/office/drawing/2014/main" id="{76A1F55E-FB4E-B393-2CD1-6A01B169F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59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4" r:id="rId3"/>
    <p:sldLayoutId id="2147483700" r:id="rId4"/>
    <p:sldLayoutId id="2147483650" r:id="rId5"/>
    <p:sldLayoutId id="2147483685" r:id="rId6"/>
    <p:sldLayoutId id="2147483706" r:id="rId7"/>
    <p:sldLayoutId id="2147483707" r:id="rId8"/>
    <p:sldLayoutId id="2147483708" r:id="rId9"/>
    <p:sldLayoutId id="2147483709" r:id="rId10"/>
    <p:sldLayoutId id="2147483717" r:id="rId11"/>
    <p:sldLayoutId id="214748371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043882"/>
          </a:solidFill>
          <a:latin typeface="Calibri bold" panose="020F0702030404030204" pitchFamily="34" charset="0"/>
          <a:ea typeface="Calibri bold" panose="020F0702030404030204" pitchFamily="34" charset="0"/>
          <a:cs typeface="Calibri bold" panose="020F07020304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avec coins rognés en diagonale 2">
            <a:extLst>
              <a:ext uri="{FF2B5EF4-FFF2-40B4-BE49-F238E27FC236}">
                <a16:creationId xmlns:a16="http://schemas.microsoft.com/office/drawing/2014/main" id="{274629D8-1349-83B2-0CD6-0122B34EB4A6}"/>
              </a:ext>
            </a:extLst>
          </p:cNvPr>
          <p:cNvSpPr/>
          <p:nvPr/>
        </p:nvSpPr>
        <p:spPr>
          <a:xfrm>
            <a:off x="6208295" y="2163899"/>
            <a:ext cx="5804609" cy="2136486"/>
          </a:xfrm>
          <a:prstGeom prst="snip2DiagRect">
            <a:avLst>
              <a:gd name="adj1" fmla="val 13680"/>
              <a:gd name="adj2" fmla="val 33347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2A58217E-2A5A-45AE-A065-50D2A769A63F}"/>
              </a:ext>
            </a:extLst>
          </p:cNvPr>
          <p:cNvSpPr>
            <a:spLocks noGrp="1"/>
          </p:cNvSpPr>
          <p:nvPr/>
        </p:nvSpPr>
        <p:spPr>
          <a:xfrm>
            <a:off x="1885950" y="2800198"/>
            <a:ext cx="8420100" cy="1500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endParaRPr lang="en-US" sz="3200" b="1" cap="all" noProof="0">
              <a:solidFill>
                <a:srgbClr val="2B3C5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E781EC7-9BC4-48C2-A2F2-F900DB85999A}"/>
              </a:ext>
            </a:extLst>
          </p:cNvPr>
          <p:cNvSpPr>
            <a:spLocks noGrp="1"/>
          </p:cNvSpPr>
          <p:nvPr/>
        </p:nvSpPr>
        <p:spPr>
          <a:xfrm>
            <a:off x="568565" y="2707175"/>
            <a:ext cx="9382479" cy="7218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 cap="all">
                <a:solidFill>
                  <a:srgbClr val="2B3C5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000" cap="none" noProof="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STELLANTIS </a:t>
            </a:r>
            <a:r>
              <a:rPr lang="en-US" sz="4000" cap="none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SPAIN</a:t>
            </a:r>
            <a:endParaRPr lang="en-US" sz="4000" cap="none" noProof="0" dirty="0">
              <a:solidFill>
                <a:schemeClr val="bg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  <a:p>
            <a:pPr>
              <a:lnSpc>
                <a:spcPct val="150000"/>
              </a:lnSpc>
            </a:pPr>
            <a:endParaRPr lang="en-US" sz="4000" b="0" cap="none" dirty="0">
              <a:solidFill>
                <a:schemeClr val="bg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cs typeface="Calibri Light" panose="020F0302020204030204" pitchFamily="34" charset="0"/>
              </a:rPr>
              <a:t>Trade-in websites performance review December 2025– </a:t>
            </a:r>
            <a:r>
              <a:rPr lang="en-US" sz="2400" b="1" dirty="0" err="1">
                <a:solidFill>
                  <a:schemeClr val="bg1"/>
                </a:solidFill>
                <a:cs typeface="Calibri Light" panose="020F0302020204030204" pitchFamily="34" charset="0"/>
              </a:rPr>
              <a:t>spain</a:t>
            </a:r>
            <a:r>
              <a:rPr lang="en-US" sz="2400" b="1" dirty="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endParaRPr lang="fr-FR" sz="2400" b="1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AFA16ABF-655A-9831-63F4-4E143067A33C}"/>
              </a:ext>
            </a:extLst>
          </p:cNvPr>
          <p:cNvSpPr txBox="1">
            <a:spLocks/>
          </p:cNvSpPr>
          <p:nvPr/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1B7F72C-B8F1-F3E4-D93B-08DD8DDF0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815" y="2231072"/>
            <a:ext cx="3584956" cy="1045230"/>
          </a:xfrm>
          <a:prstGeom prst="rect">
            <a:avLst/>
          </a:prstGeom>
        </p:spPr>
      </p:pic>
      <p:pic>
        <p:nvPicPr>
          <p:cNvPr id="2" name="Picture 2" descr="Drapeau de l'Espagne — Wikipédia">
            <a:extLst>
              <a:ext uri="{FF2B5EF4-FFF2-40B4-BE49-F238E27FC236}">
                <a16:creationId xmlns:a16="http://schemas.microsoft.com/office/drawing/2014/main" id="{1D6B072F-AE5F-5BC8-544D-C19AEE564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450" y="3272036"/>
            <a:ext cx="1441107" cy="9607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9651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E1DB2-A8B8-F1C4-6500-20E8BB4F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F813DB-51F0-62BC-0D1D-A033EC46C35C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44DE83-A2B7-06CD-B423-7C885BC737BE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967E21F-5B5E-0DCB-1DBA-A5B2036D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86CDB722-E4C1-0379-AA07-E40CF0B12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0A3C3E-E8F0-9C1D-4A2A-C1EB9712FC7F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9AEE5109-AF02-51C2-24D7-DB8F26A9B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00680B95-11EA-F334-5295-8C75B300FE1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83A5B5A5-B127-CF79-82C4-10A68CD8B606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10CA4514-BE54-735D-1963-FF0093D3FA6D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  <a:endParaRPr lang="en-US" sz="1600" b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5675D78F-4CB7-F6CF-DDB2-CDC7AEE715CA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D5506E7F-663E-1F9A-9BC6-0314865AC459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</a:p>
        </p:txBody>
      </p:sp>
    </p:spTree>
    <p:extLst>
      <p:ext uri="{BB962C8B-B14F-4D97-AF65-F5344CB8AC3E}">
        <p14:creationId xmlns:p14="http://schemas.microsoft.com/office/powerpoint/2010/main" val="283756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22D5A3-D7E5-0B2E-5FAE-7B970702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19899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B08E29-6297-E879-F622-785DFCF305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Sum-up of trade-in performance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12948E-8532-3D3A-83DA-0665BA080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8BF130-B97F-6735-D36E-574575EB4D9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23AF8F-DD01-CB69-AE6A-074EC59F8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e la date 4">
            <a:extLst>
              <a:ext uri="{FF2B5EF4-FFF2-40B4-BE49-F238E27FC236}">
                <a16:creationId xmlns:a16="http://schemas.microsoft.com/office/drawing/2014/main" id="{7C06DF0A-651C-6613-81E2-891BBFBA865D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4B8D2F-8F71-CDE6-3133-39391ADDF333}"/>
              </a:ext>
            </a:extLst>
          </p:cNvPr>
          <p:cNvSpPr txBox="1"/>
          <p:nvPr/>
        </p:nvSpPr>
        <p:spPr>
          <a:xfrm>
            <a:off x="402771" y="1524000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Main </a:t>
            </a:r>
            <a:r>
              <a:rPr lang="fr-FR" err="1"/>
              <a:t>takeways</a:t>
            </a:r>
            <a:r>
              <a:rPr lang="fr-FR"/>
              <a:t> ….</a:t>
            </a:r>
          </a:p>
        </p:txBody>
      </p:sp>
    </p:spTree>
    <p:extLst>
      <p:ext uri="{BB962C8B-B14F-4D97-AF65-F5344CB8AC3E}">
        <p14:creationId xmlns:p14="http://schemas.microsoft.com/office/powerpoint/2010/main" val="3207547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22A77-1E79-9BB1-055C-D7B9FA2F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282887-0D77-744E-EFB8-7207EB63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22294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EXECUTIVE SUMMARY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0E3FA9-BF9D-D0ED-6954-CAEACE4E2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B2AE-AEE8-99D2-91ED-83FBD8B432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+mn-ea"/>
              </a:rPr>
              <a:t>Global view</a:t>
            </a:r>
          </a:p>
          <a:p>
            <a:endParaRPr lang="fr-FR" sz="2400" b="1" dirty="0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pic>
        <p:nvPicPr>
          <p:cNvPr id="4" name="Picture 2" descr="Drapeau de l'Espagne — Wikipédia">
            <a:extLst>
              <a:ext uri="{FF2B5EF4-FFF2-40B4-BE49-F238E27FC236}">
                <a16:creationId xmlns:a16="http://schemas.microsoft.com/office/drawing/2014/main" id="{463A6014-42B0-F679-8FE5-B4107E26E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248D60A-4BAC-7060-C6E3-55DBEB093718}"/>
              </a:ext>
            </a:extLst>
          </p:cNvPr>
          <p:cNvSpPr/>
          <p:nvPr/>
        </p:nvSpPr>
        <p:spPr>
          <a:xfrm>
            <a:off x="10150867" y="1314450"/>
            <a:ext cx="1931595" cy="4895850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23DD9409-78CD-3571-60E3-AF0B60C8D9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72"/>
          <a:stretch/>
        </p:blipFill>
        <p:spPr>
          <a:xfrm>
            <a:off x="10505236" y="5543550"/>
            <a:ext cx="1222856" cy="423496"/>
          </a:xfrm>
          <a:prstGeom prst="rect">
            <a:avLst/>
          </a:prstGeom>
        </p:spPr>
      </p:pic>
      <p:sp>
        <p:nvSpPr>
          <p:cNvPr id="12" name="Espace réservé de la date 4">
            <a:extLst>
              <a:ext uri="{FF2B5EF4-FFF2-40B4-BE49-F238E27FC236}">
                <a16:creationId xmlns:a16="http://schemas.microsoft.com/office/drawing/2014/main" id="{2258B85F-ABAB-DED8-E43D-FF93BC834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539061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4" name="Espace réservé de la date 4">
            <a:extLst>
              <a:ext uri="{FF2B5EF4-FFF2-40B4-BE49-F238E27FC236}">
                <a16:creationId xmlns:a16="http://schemas.microsoft.com/office/drawing/2014/main" id="{B0064D1C-E752-B65B-73E0-D97C445BB97E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397E6B-7DB9-F952-687D-B634C428661D}"/>
              </a:ext>
            </a:extLst>
          </p:cNvPr>
          <p:cNvSpPr/>
          <p:nvPr/>
        </p:nvSpPr>
        <p:spPr>
          <a:xfrm>
            <a:off x="0" y="1164881"/>
            <a:ext cx="10023321" cy="5064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95451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2B106-7A7E-D322-9557-625EB9DEB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EC1C0D-D444-7712-B16E-04570DB3C26C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B7C21B3-A167-256E-EE29-171ED8AFF5F6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08616FA-63DF-B7F0-4771-548A70EE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6BB97416-3F30-71ED-4D55-E58CEAB42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A691E9-356E-AB54-79B7-393ED0070120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EDFF605E-4026-0345-4750-FACDF5512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7C938613-74D8-AFC0-ED2C-FBA9AFE07C8D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90987CDF-6CF0-F775-459D-716D5861CC13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6E23B27B-B771-FEFF-20AB-3A8BC9A18E2D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4FF8EAC0-DC81-63A5-57BC-182B82F6DD3F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4A44B4F8-DA00-DC35-F37F-14D84C5AD707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</a:p>
        </p:txBody>
      </p:sp>
    </p:spTree>
    <p:extLst>
      <p:ext uri="{BB962C8B-B14F-4D97-AF65-F5344CB8AC3E}">
        <p14:creationId xmlns:p14="http://schemas.microsoft.com/office/powerpoint/2010/main" val="387479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FAD0-0A24-7916-ECD4-7BC4FC77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9542-90AB-D026-290E-4BEB1CA3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34239"/>
            <a:ext cx="10515600" cy="594299"/>
          </a:xfrm>
        </p:spPr>
        <p:txBody>
          <a:bodyPr>
            <a:normAutofit/>
          </a:bodyPr>
          <a:lstStyle/>
          <a:p>
            <a:r>
              <a:rPr lang="en-US" b="1">
                <a:ea typeface="+mn-ea"/>
              </a:rPr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B9F00-B962-BEBF-3EE1-0A44FE8C89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Leads evolution by month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3CD3C-E2C7-DCFE-5D52-EAD802FEA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A5C92-3439-26A6-F6CA-5832F262DD5D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l" rtl="0" eaLnBrk="1" latinLnBrk="0" hangingPunct="1">
              <a:buFont typeface="Arial" panose="020B0604020202020204" pitchFamily="34" charset="0"/>
              <a:buChar char="•"/>
            </a:pPr>
            <a:endParaRPr lang="en-US" sz="120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9DFD8F9-794B-9700-5709-98DDF5D9038D}"/>
              </a:ext>
            </a:extLst>
          </p:cNvPr>
          <p:cNvSpPr txBox="1"/>
          <p:nvPr/>
        </p:nvSpPr>
        <p:spPr>
          <a:xfrm>
            <a:off x="0" y="1962150"/>
            <a:ext cx="68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/>
              <a:t>All leads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76AE22-4A1A-326E-D222-4CAE747CC3C9}"/>
              </a:ext>
            </a:extLst>
          </p:cNvPr>
          <p:cNvSpPr txBox="1"/>
          <p:nvPr/>
        </p:nvSpPr>
        <p:spPr>
          <a:xfrm>
            <a:off x="7730" y="4485264"/>
            <a:ext cx="68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/>
              <a:t>NC leads</a:t>
            </a:r>
          </a:p>
        </p:txBody>
      </p:sp>
      <p:pic>
        <p:nvPicPr>
          <p:cNvPr id="12" name="Picture 2" descr="Drapeau de l'Espagne — Wikipédia">
            <a:extLst>
              <a:ext uri="{FF2B5EF4-FFF2-40B4-BE49-F238E27FC236}">
                <a16:creationId xmlns:a16="http://schemas.microsoft.com/office/drawing/2014/main" id="{0B892065-37A9-1EE6-FAC1-7B59665EF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Espace réservé de la date 4">
            <a:extLst>
              <a:ext uri="{FF2B5EF4-FFF2-40B4-BE49-F238E27FC236}">
                <a16:creationId xmlns:a16="http://schemas.microsoft.com/office/drawing/2014/main" id="{052CB0C8-3C2D-9CA3-E0E9-0E72FA297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7" name="Espace réservé de la date 4">
            <a:extLst>
              <a:ext uri="{FF2B5EF4-FFF2-40B4-BE49-F238E27FC236}">
                <a16:creationId xmlns:a16="http://schemas.microsoft.com/office/drawing/2014/main" id="{C2C71078-B410-B469-9AD2-542AED86433F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C7757-C969-BDFF-5E21-C65089C022FD}"/>
              </a:ext>
            </a:extLst>
          </p:cNvPr>
          <p:cNvSpPr/>
          <p:nvPr/>
        </p:nvSpPr>
        <p:spPr>
          <a:xfrm>
            <a:off x="1138759" y="1403148"/>
            <a:ext cx="8487206" cy="48413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56106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491E-EB14-3DD7-8E23-6EDB595C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4300-BE02-F15D-35E2-5B644C7F4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40363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DC1C9-B848-4A46-D231-F5BB0B437F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Leads by purchase project - xP brands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D1B9F-96CE-BE61-2B74-B5B49A432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4E6F4F-E6ED-40B5-568C-34CF14222017}"/>
              </a:ext>
            </a:extLst>
          </p:cNvPr>
          <p:cNvSpPr/>
          <p:nvPr/>
        </p:nvSpPr>
        <p:spPr>
          <a:xfrm>
            <a:off x="10163175" y="1212997"/>
            <a:ext cx="1908016" cy="5014191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9B6D107C-7F1C-CBEB-8B1F-1B3CF5691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762E9D3-43D1-35E1-E24D-8A15E27245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72"/>
          <a:stretch/>
        </p:blipFill>
        <p:spPr>
          <a:xfrm>
            <a:off x="10364236" y="6097928"/>
            <a:ext cx="1505893" cy="633510"/>
          </a:xfrm>
          <a:prstGeom prst="rect">
            <a:avLst/>
          </a:prstGeom>
        </p:spPr>
      </p:pic>
      <p:sp>
        <p:nvSpPr>
          <p:cNvPr id="13" name="Espace réservé de la date 4">
            <a:extLst>
              <a:ext uri="{FF2B5EF4-FFF2-40B4-BE49-F238E27FC236}">
                <a16:creationId xmlns:a16="http://schemas.microsoft.com/office/drawing/2014/main" id="{FAB89310-7840-F0F6-A014-6565091B3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658803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4" name="Espace réservé de la date 4">
            <a:extLst>
              <a:ext uri="{FF2B5EF4-FFF2-40B4-BE49-F238E27FC236}">
                <a16:creationId xmlns:a16="http://schemas.microsoft.com/office/drawing/2014/main" id="{30DA1D45-C22D-C027-5AAD-D2FC68A9F474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74B1DD-081D-809C-8ACB-A72611C39414}"/>
              </a:ext>
            </a:extLst>
          </p:cNvPr>
          <p:cNvSpPr/>
          <p:nvPr/>
        </p:nvSpPr>
        <p:spPr>
          <a:xfrm>
            <a:off x="93718" y="1224447"/>
            <a:ext cx="9954851" cy="5156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79499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B3A4-9406-FC5B-8689-1555EC87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07217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4509E-8508-6BB4-75E5-B2D5ACAEC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Leads by purchase project - </a:t>
            </a:r>
            <a:r>
              <a:rPr lang="fr-FR" err="1"/>
              <a:t>xF</a:t>
            </a:r>
            <a:r>
              <a:rPr lang="fr-FR"/>
              <a:t> brands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48F2C-A6F1-C9CB-0006-99D788E6D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41D246-758A-6E23-06EE-6551303E08BA}"/>
              </a:ext>
            </a:extLst>
          </p:cNvPr>
          <p:cNvSpPr/>
          <p:nvPr/>
        </p:nvSpPr>
        <p:spPr>
          <a:xfrm>
            <a:off x="10163175" y="1212997"/>
            <a:ext cx="1908016" cy="5014191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1" latinLnBrk="0" hangingPunct="1">
              <a:spcAft>
                <a:spcPts val="1200"/>
              </a:spcAft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95061826-465F-1793-C5AE-6AD61FB50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5EF12CB-116B-FA75-B6E9-FD7CC2913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72"/>
          <a:stretch/>
        </p:blipFill>
        <p:spPr>
          <a:xfrm>
            <a:off x="10364236" y="5328248"/>
            <a:ext cx="1505893" cy="633510"/>
          </a:xfrm>
          <a:prstGeom prst="rect">
            <a:avLst/>
          </a:prstGeom>
        </p:spPr>
      </p:pic>
      <p:sp>
        <p:nvSpPr>
          <p:cNvPr id="13" name="Espace réservé de la date 4">
            <a:extLst>
              <a:ext uri="{FF2B5EF4-FFF2-40B4-BE49-F238E27FC236}">
                <a16:creationId xmlns:a16="http://schemas.microsoft.com/office/drawing/2014/main" id="{D8A404D0-84A4-1592-622F-1CF7EA57BE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484632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4" name="Espace réservé de la date 4">
            <a:extLst>
              <a:ext uri="{FF2B5EF4-FFF2-40B4-BE49-F238E27FC236}">
                <a16:creationId xmlns:a16="http://schemas.microsoft.com/office/drawing/2014/main" id="{105F67D2-6409-3706-C99E-5726D89FF5E5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B54C7-1F67-2B01-7170-5F2F662E0DA1}"/>
              </a:ext>
            </a:extLst>
          </p:cNvPr>
          <p:cNvSpPr/>
          <p:nvPr/>
        </p:nvSpPr>
        <p:spPr>
          <a:xfrm>
            <a:off x="93718" y="1224447"/>
            <a:ext cx="9954851" cy="5156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4250852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C776-FB7B-1C4F-9926-B6FACE90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59FB90-1FB8-36D2-942E-8DFB1095E3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7405758" cy="573088"/>
          </a:xfrm>
        </p:spPr>
        <p:txBody>
          <a:bodyPr>
            <a:normAutofit/>
          </a:bodyPr>
          <a:lstStyle/>
          <a:p>
            <a:r>
              <a:rPr lang="en-US" b="1">
                <a:ea typeface="+mn-ea"/>
              </a:rPr>
              <a:t>Traffic and lead view by brand xP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0F8E40-E708-5B32-FFB4-D4AB40E6A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AB4E533-E9EF-FB91-A613-DE9C5C88024B}"/>
              </a:ext>
            </a:extLst>
          </p:cNvPr>
          <p:cNvSpPr txBox="1"/>
          <p:nvPr/>
        </p:nvSpPr>
        <p:spPr>
          <a:xfrm>
            <a:off x="-18213" y="5950139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GA4/Autobiz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D1E9D61F-6400-5237-B7F1-43D0C6E03200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69F535-5399-0C38-4400-98B1B1611C52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1" latinLnBrk="0" hangingPunct="1">
              <a:spcAft>
                <a:spcPts val="1200"/>
              </a:spcAft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21B2DB28-5771-3C42-5483-46F572E44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itre 8">
            <a:extLst>
              <a:ext uri="{FF2B5EF4-FFF2-40B4-BE49-F238E27FC236}">
                <a16:creationId xmlns:a16="http://schemas.microsoft.com/office/drawing/2014/main" id="{DD7E4940-96CA-DAC2-66C9-6237C881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33123"/>
            <a:ext cx="10515600" cy="594299"/>
          </a:xfrm>
        </p:spPr>
        <p:txBody>
          <a:bodyPr/>
          <a:lstStyle/>
          <a:p>
            <a:r>
              <a:rPr lang="fr-FR"/>
              <a:t>EXECUTIVE SUMMARY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F329EA4-9301-4D81-D19A-362FF5E34C59}"/>
              </a:ext>
            </a:extLst>
          </p:cNvPr>
          <p:cNvSpPr txBox="1"/>
          <p:nvPr/>
        </p:nvSpPr>
        <p:spPr>
          <a:xfrm>
            <a:off x="109538" y="1388489"/>
            <a:ext cx="1958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Traffic (Sessions)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06DD999-AC39-2BC0-26E9-7340197AF76F}"/>
              </a:ext>
            </a:extLst>
          </p:cNvPr>
          <p:cNvSpPr txBox="1"/>
          <p:nvPr/>
        </p:nvSpPr>
        <p:spPr>
          <a:xfrm>
            <a:off x="131248" y="3498799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Leads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3AB34D-CA18-0BED-1684-6247103AF183}"/>
              </a:ext>
            </a:extLst>
          </p:cNvPr>
          <p:cNvSpPr/>
          <p:nvPr/>
        </p:nvSpPr>
        <p:spPr>
          <a:xfrm>
            <a:off x="526549" y="1760556"/>
            <a:ext cx="9343632" cy="1716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466CDF-6A9B-8C0D-2D19-D056C35B74F1}"/>
              </a:ext>
            </a:extLst>
          </p:cNvPr>
          <p:cNvSpPr/>
          <p:nvPr/>
        </p:nvSpPr>
        <p:spPr>
          <a:xfrm>
            <a:off x="526549" y="3939041"/>
            <a:ext cx="9343632" cy="16871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PH_LKR_2</a:t>
            </a:r>
          </a:p>
        </p:txBody>
      </p:sp>
    </p:spTree>
    <p:extLst>
      <p:ext uri="{BB962C8B-B14F-4D97-AF65-F5344CB8AC3E}">
        <p14:creationId xmlns:p14="http://schemas.microsoft.com/office/powerpoint/2010/main" val="1991886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E18F-23FE-1478-7C5E-ED5FFD9F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E558A7-9829-B3A7-3268-914647846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5474400-88E4-4075-5EE6-B1D50639BC0E}"/>
              </a:ext>
            </a:extLst>
          </p:cNvPr>
          <p:cNvSpPr txBox="1"/>
          <p:nvPr/>
        </p:nvSpPr>
        <p:spPr>
          <a:xfrm>
            <a:off x="0" y="6103550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GA4/Autobiz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54F39EC1-26BE-A07C-3FA6-69E439B4EFF0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</a:t>
            </a:r>
            <a:r>
              <a:rPr lang="en-US" noProof="0"/>
              <a:t> 2025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9242BD-2326-E56C-52D2-99997BE41097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8" name="Picture 2" descr="Drapeau de l'Espagne — Wikipédia">
            <a:extLst>
              <a:ext uri="{FF2B5EF4-FFF2-40B4-BE49-F238E27FC236}">
                <a16:creationId xmlns:a16="http://schemas.microsoft.com/office/drawing/2014/main" id="{61FD1DB3-5C79-01D2-341B-B04C4E853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itre 10">
            <a:extLst>
              <a:ext uri="{FF2B5EF4-FFF2-40B4-BE49-F238E27FC236}">
                <a16:creationId xmlns:a16="http://schemas.microsoft.com/office/drawing/2014/main" id="{2E4F14A4-E3A2-71C4-08E9-96612FA2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10000"/>
            <a:ext cx="10515600" cy="594299"/>
          </a:xfrm>
        </p:spPr>
        <p:txBody>
          <a:bodyPr/>
          <a:lstStyle/>
          <a:p>
            <a:r>
              <a:rPr lang="fr-FR"/>
              <a:t>EXECUTIVE SUMMARY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94CF9FC2-FF9A-C009-F0D3-90BC0A081C0E}"/>
              </a:ext>
            </a:extLst>
          </p:cNvPr>
          <p:cNvSpPr txBox="1">
            <a:spLocks/>
          </p:cNvSpPr>
          <p:nvPr/>
        </p:nvSpPr>
        <p:spPr>
          <a:xfrm>
            <a:off x="258763" y="615950"/>
            <a:ext cx="7405758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ea"/>
              </a:rPr>
              <a:t>Traffic and lead view by brand </a:t>
            </a:r>
            <a:r>
              <a:rPr lang="en-US" b="1" err="1">
                <a:ea typeface="+mn-ea"/>
              </a:rPr>
              <a:t>xF</a:t>
            </a:r>
            <a:endParaRPr lang="en-US" b="1">
              <a:ea typeface="+mn-ea"/>
            </a:endParaRPr>
          </a:p>
          <a:p>
            <a:endParaRPr lang="en-US" b="1">
              <a:solidFill>
                <a:srgbClr val="043882"/>
              </a:solidFill>
              <a:ea typeface="+mn-ea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05A9D54-A2A2-BA29-EADC-92936C5C8206}"/>
              </a:ext>
            </a:extLst>
          </p:cNvPr>
          <p:cNvSpPr txBox="1"/>
          <p:nvPr/>
        </p:nvSpPr>
        <p:spPr>
          <a:xfrm>
            <a:off x="109538" y="1388489"/>
            <a:ext cx="1958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Traffic (Sessions)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D66B29A-7C36-F12B-7F8E-1AA79541144D}"/>
              </a:ext>
            </a:extLst>
          </p:cNvPr>
          <p:cNvSpPr txBox="1"/>
          <p:nvPr/>
        </p:nvSpPr>
        <p:spPr>
          <a:xfrm>
            <a:off x="131248" y="3498799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Leads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465CB2-AE36-A04F-66CC-EEB8E7447BC2}"/>
              </a:ext>
            </a:extLst>
          </p:cNvPr>
          <p:cNvSpPr/>
          <p:nvPr/>
        </p:nvSpPr>
        <p:spPr>
          <a:xfrm>
            <a:off x="526549" y="1760556"/>
            <a:ext cx="9343632" cy="1716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10615-111A-EE6B-934D-70FEF33E7A09}"/>
              </a:ext>
            </a:extLst>
          </p:cNvPr>
          <p:cNvSpPr/>
          <p:nvPr/>
        </p:nvSpPr>
        <p:spPr>
          <a:xfrm>
            <a:off x="526549" y="3939041"/>
            <a:ext cx="9343632" cy="16871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PH_LKR_2</a:t>
            </a:r>
          </a:p>
        </p:txBody>
      </p:sp>
    </p:spTree>
    <p:extLst>
      <p:ext uri="{BB962C8B-B14F-4D97-AF65-F5344CB8AC3E}">
        <p14:creationId xmlns:p14="http://schemas.microsoft.com/office/powerpoint/2010/main" val="115329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030C2-A5A6-68BE-F1A2-3BC8F42D8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6E85FF9A-6BDD-A314-1905-B2268CB9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359324" y="221562"/>
            <a:ext cx="909912" cy="54612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29" name="Espace réservé de la date 4">
            <a:extLst>
              <a:ext uri="{FF2B5EF4-FFF2-40B4-BE49-F238E27FC236}">
                <a16:creationId xmlns:a16="http://schemas.microsoft.com/office/drawing/2014/main" id="{566DF4DB-3BA9-877C-36ED-DC94DF0A5415}"/>
              </a:ext>
            </a:extLst>
          </p:cNvPr>
          <p:cNvSpPr txBox="1">
            <a:spLocks/>
          </p:cNvSpPr>
          <p:nvPr/>
        </p:nvSpPr>
        <p:spPr>
          <a:xfrm>
            <a:off x="117623" y="6492875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latin typeface="Aptos" panose="020B0004020202020204" pitchFamily="34" charset="0"/>
              </a:rPr>
              <a:t>Jan. 2026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25B7759-6CDF-4E13-3818-2DC09389B58D}"/>
              </a:ext>
            </a:extLst>
          </p:cNvPr>
          <p:cNvSpPr txBox="1"/>
          <p:nvPr/>
        </p:nvSpPr>
        <p:spPr>
          <a:xfrm>
            <a:off x="1054418" y="6510833"/>
            <a:ext cx="6772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latin typeface="Aptos" panose="020B0004020202020204" pitchFamily="34" charset="0"/>
              </a:rPr>
              <a:t>Source: autobiz</a:t>
            </a:r>
            <a:endParaRPr lang="fr-FR" sz="1400" b="1" u="sng"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4C8677-7775-861F-7FFF-60D66919370B}"/>
              </a:ext>
            </a:extLst>
          </p:cNvPr>
          <p:cNvSpPr/>
          <p:nvPr/>
        </p:nvSpPr>
        <p:spPr>
          <a:xfrm>
            <a:off x="10067025" y="1061795"/>
            <a:ext cx="1932317" cy="5175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noProof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997011-71F7-BAA3-3DAC-1E152521A983}"/>
              </a:ext>
            </a:extLst>
          </p:cNvPr>
          <p:cNvSpPr txBox="1">
            <a:spLocks/>
          </p:cNvSpPr>
          <p:nvPr/>
        </p:nvSpPr>
        <p:spPr>
          <a:xfrm>
            <a:off x="188913" y="42980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b="1"/>
              <a:t>LEADS PROJECTION</a:t>
            </a:r>
            <a:endParaRPr lang="fr-FR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6F65041-43C4-6F65-7CED-7D037CDE14EF}"/>
              </a:ext>
            </a:extLst>
          </p:cNvPr>
          <p:cNvSpPr txBox="1">
            <a:spLocks/>
          </p:cNvSpPr>
          <p:nvPr/>
        </p:nvSpPr>
        <p:spPr>
          <a:xfrm>
            <a:off x="188913" y="419971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/>
              <a:t>Total leads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3CEB112-4A17-E4EB-C859-26D0556CE7D7}"/>
              </a:ext>
            </a:extLst>
          </p:cNvPr>
          <p:cNvSpPr txBox="1"/>
          <p:nvPr/>
        </p:nvSpPr>
        <p:spPr>
          <a:xfrm>
            <a:off x="407942" y="1009602"/>
            <a:ext cx="388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Total leads - </a:t>
            </a:r>
            <a:r>
              <a:rPr lang="fr-FR" b="1" dirty="0">
                <a:latin typeface="Aptos" panose="020B0004020202020204" pitchFamily="34" charset="0"/>
              </a:rPr>
              <a:t>data till Jan 9th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4E28E7-B388-142B-BEE3-6D140B8B714C}"/>
              </a:ext>
            </a:extLst>
          </p:cNvPr>
          <p:cNvSpPr/>
          <p:nvPr/>
        </p:nvSpPr>
        <p:spPr>
          <a:xfrm>
            <a:off x="169249" y="1609539"/>
            <a:ext cx="9602083" cy="4534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835699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0E7FF-777B-D288-1A3E-51591F67B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2AB0EEF2-35E8-B214-0E61-8D50B338F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359324" y="221562"/>
            <a:ext cx="909912" cy="54612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29" name="Espace réservé de la date 4">
            <a:extLst>
              <a:ext uri="{FF2B5EF4-FFF2-40B4-BE49-F238E27FC236}">
                <a16:creationId xmlns:a16="http://schemas.microsoft.com/office/drawing/2014/main" id="{0C108BAE-13DC-E129-3130-6DF3B6221056}"/>
              </a:ext>
            </a:extLst>
          </p:cNvPr>
          <p:cNvSpPr txBox="1">
            <a:spLocks/>
          </p:cNvSpPr>
          <p:nvPr/>
        </p:nvSpPr>
        <p:spPr>
          <a:xfrm>
            <a:off x="117623" y="6492875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latin typeface="Aptos" panose="020B0004020202020204" pitchFamily="34" charset="0"/>
              </a:rPr>
              <a:t>Jan. 2026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E2C11AA-F944-F966-7539-3C74E222C787}"/>
              </a:ext>
            </a:extLst>
          </p:cNvPr>
          <p:cNvSpPr txBox="1"/>
          <p:nvPr/>
        </p:nvSpPr>
        <p:spPr>
          <a:xfrm>
            <a:off x="911414" y="6521548"/>
            <a:ext cx="6772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latin typeface="Aptos" panose="020B0004020202020204" pitchFamily="34" charset="0"/>
              </a:rPr>
              <a:t>Source: autobiz</a:t>
            </a:r>
            <a:endParaRPr lang="fr-FR" sz="1400" b="1" u="sng">
              <a:latin typeface="Aptos" panose="020B00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7F9B207-BA65-43BB-FBE7-EC5AAFC39C56}"/>
              </a:ext>
            </a:extLst>
          </p:cNvPr>
          <p:cNvSpPr/>
          <p:nvPr/>
        </p:nvSpPr>
        <p:spPr>
          <a:xfrm>
            <a:off x="10067025" y="1061795"/>
            <a:ext cx="1932317" cy="5175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noProof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8F0CA5-72A8-3DD4-E40B-A8B6259C4A12}"/>
              </a:ext>
            </a:extLst>
          </p:cNvPr>
          <p:cNvSpPr txBox="1">
            <a:spLocks/>
          </p:cNvSpPr>
          <p:nvPr/>
        </p:nvSpPr>
        <p:spPr>
          <a:xfrm>
            <a:off x="188913" y="42980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b="1"/>
              <a:t>LEADS PROJECTION</a:t>
            </a:r>
            <a:endParaRPr lang="fr-FR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A03D56B-F471-C92E-B6C4-B6FD949F1559}"/>
              </a:ext>
            </a:extLst>
          </p:cNvPr>
          <p:cNvSpPr txBox="1">
            <a:spLocks/>
          </p:cNvSpPr>
          <p:nvPr/>
        </p:nvSpPr>
        <p:spPr>
          <a:xfrm>
            <a:off x="188913" y="419971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/>
              <a:t>NC leads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F0C6B8-8E0C-6BA6-3BA7-6D5557CC0903}"/>
              </a:ext>
            </a:extLst>
          </p:cNvPr>
          <p:cNvSpPr txBox="1"/>
          <p:nvPr/>
        </p:nvSpPr>
        <p:spPr>
          <a:xfrm>
            <a:off x="66869" y="967120"/>
            <a:ext cx="388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NC leads - </a:t>
            </a:r>
            <a:r>
              <a:rPr lang="fr-FR" b="1" dirty="0">
                <a:latin typeface="Aptos" panose="020B0004020202020204" pitchFamily="34" charset="0"/>
              </a:rPr>
              <a:t>data till Jan 9th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A58246-49DE-A243-BA83-3294F81B1C62}"/>
              </a:ext>
            </a:extLst>
          </p:cNvPr>
          <p:cNvSpPr/>
          <p:nvPr/>
        </p:nvSpPr>
        <p:spPr>
          <a:xfrm>
            <a:off x="212197" y="1689228"/>
            <a:ext cx="9602083" cy="4534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324992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B716-5B98-DD98-475C-359D40E1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01677C-6A27-1E39-FC0D-C03CAC4C64EC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603C5B1-3648-9C50-7606-52D9848AB5BF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B0460DF-1448-8D86-CD17-5375E0CE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18C54686-CD76-2986-4609-162D2717A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0E6081-D9C3-00BB-75DE-635A6FE501FB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FAAFD434-44DD-2733-AF8F-C9FE3B98B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A6C04ECA-F0AE-0D77-F97B-C22B101FA4AB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7A500BC8-103A-BDFB-925F-B500CD9FC621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b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99941095-6ACF-2D63-F3D2-09C9B8E19153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E5E920E5-919C-1388-011A-7717CBB5B654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0079D0AB-4D8F-33EA-3C8F-ECB010C682EB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235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93ECED-C9B8-4BAB-0203-3C150F5F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NC Sales Conversion</a:t>
            </a:r>
            <a:endParaRPr lang="fr-FR" b="1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8A73EE-997E-1ABE-21EC-4876B82094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7187066" cy="573088"/>
          </a:xfrm>
        </p:spPr>
        <p:txBody>
          <a:bodyPr>
            <a:normAutofit fontScale="85000" lnSpcReduction="10000"/>
          </a:bodyPr>
          <a:lstStyle/>
          <a:p>
            <a:r>
              <a:rPr lang="fr-FR" err="1">
                <a:solidFill>
                  <a:srgbClr val="000000"/>
                </a:solidFill>
                <a:latin typeface="Calibri bold" panose="020F0702030404030204"/>
              </a:rPr>
              <a:t>Analysis</a:t>
            </a:r>
            <a:r>
              <a:rPr lang="fr-FR">
                <a:solidFill>
                  <a:srgbClr val="000000"/>
                </a:solidFill>
                <a:latin typeface="Calibri bold" panose="020F0702030404030204"/>
              </a:rPr>
              <a:t> of Conversion Rates </a:t>
            </a:r>
            <a:r>
              <a:rPr lang="fr-FR" err="1">
                <a:solidFill>
                  <a:srgbClr val="000000"/>
                </a:solidFill>
                <a:latin typeface="Calibri bold" panose="020F0702030404030204"/>
              </a:rPr>
              <a:t>from</a:t>
            </a:r>
            <a:r>
              <a:rPr lang="fr-FR">
                <a:solidFill>
                  <a:srgbClr val="000000"/>
                </a:solidFill>
                <a:latin typeface="Calibri bold" panose="020F0702030404030204"/>
              </a:rPr>
              <a:t> </a:t>
            </a:r>
            <a:r>
              <a:rPr lang="en-US" err="1">
                <a:solidFill>
                  <a:srgbClr val="043882"/>
                </a:solidFill>
                <a:latin typeface="Calibri bold" panose="020F0702030404030204"/>
              </a:rPr>
              <a:t>jan</a:t>
            </a:r>
            <a:r>
              <a:rPr lang="en-US">
                <a:solidFill>
                  <a:srgbClr val="043882"/>
                </a:solidFill>
                <a:latin typeface="Calibri bold" panose="020F0702030404030204"/>
              </a:rPr>
              <a:t> 1</a:t>
            </a:r>
            <a:r>
              <a:rPr lang="en-US" baseline="30000">
                <a:solidFill>
                  <a:srgbClr val="043882"/>
                </a:solidFill>
                <a:latin typeface="Calibri bold" panose="020F0702030404030204"/>
              </a:rPr>
              <a:t>st</a:t>
            </a:r>
            <a:r>
              <a:rPr lang="en-US">
                <a:solidFill>
                  <a:srgbClr val="043882"/>
                </a:solidFill>
                <a:latin typeface="Calibri bold" panose="020F0702030404030204"/>
              </a:rPr>
              <a:t> to December 31</a:t>
            </a:r>
            <a:r>
              <a:rPr lang="en-US" baseline="30000">
                <a:solidFill>
                  <a:srgbClr val="043882"/>
                </a:solidFill>
                <a:latin typeface="Calibri bold" panose="020F0702030404030204"/>
              </a:rPr>
              <a:t>th</a:t>
            </a:r>
            <a:r>
              <a:rPr lang="en-US">
                <a:solidFill>
                  <a:srgbClr val="043882"/>
                </a:solidFill>
                <a:latin typeface="Calibri bold" panose="020F0702030404030204"/>
              </a:rPr>
              <a:t> 2025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DCFB17-8F4C-1E36-6610-DE7999FFC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36C6DC-1F67-2F23-B01C-B7A50089D35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/>
              <a:t>March, 1st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B896A-8E92-338C-BD7A-E50266A99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14</a:t>
            </a:fld>
            <a:endParaRPr lang="fr-FR"/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51ED3F6B-1A07-430F-FBEB-1545F22FC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 7" descr="Une image contenant capture d’écran, ligne, Parallèle, diagramme&#10;&#10;Le contenu généré par l’IA peut être incorrect.">
            <a:extLst>
              <a:ext uri="{FF2B5EF4-FFF2-40B4-BE49-F238E27FC236}">
                <a16:creationId xmlns:a16="http://schemas.microsoft.com/office/drawing/2014/main" id="{DF74718C-7A1E-5F67-4F15-1B2BC5B20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75" y="1433291"/>
            <a:ext cx="9543196" cy="2499218"/>
          </a:xfrm>
          <a:prstGeom prst="rect">
            <a:avLst/>
          </a:prstGeom>
        </p:spPr>
      </p:pic>
      <p:pic>
        <p:nvPicPr>
          <p:cNvPr id="9" name="Image 8" descr="Une image contenant texte, lign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904FDFC-D16D-6DAF-0767-3BA9B469FF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"/>
          <a:stretch>
            <a:fillRect/>
          </a:stretch>
        </p:blipFill>
        <p:spPr>
          <a:xfrm>
            <a:off x="1819275" y="4016607"/>
            <a:ext cx="9182100" cy="23685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77D26ED-A530-96CA-57FD-97695188378D}"/>
              </a:ext>
            </a:extLst>
          </p:cNvPr>
          <p:cNvSpPr txBox="1"/>
          <p:nvPr/>
        </p:nvSpPr>
        <p:spPr>
          <a:xfrm>
            <a:off x="359596" y="1910993"/>
            <a:ext cx="102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xP dealers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FF3E761-A091-560A-FBC8-D763BAD75684}"/>
              </a:ext>
            </a:extLst>
          </p:cNvPr>
          <p:cNvSpPr txBox="1"/>
          <p:nvPr/>
        </p:nvSpPr>
        <p:spPr>
          <a:xfrm>
            <a:off x="359595" y="4548816"/>
            <a:ext cx="102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xF dealers</a:t>
            </a:r>
          </a:p>
        </p:txBody>
      </p:sp>
      <p:sp>
        <p:nvSpPr>
          <p:cNvPr id="12" name="ZoneTexte 18">
            <a:extLst>
              <a:ext uri="{FF2B5EF4-FFF2-40B4-BE49-F238E27FC236}">
                <a16:creationId xmlns:a16="http://schemas.microsoft.com/office/drawing/2014/main" id="{3065F551-562C-BE18-4505-B6A9672FA00E}"/>
              </a:ext>
            </a:extLst>
          </p:cNvPr>
          <p:cNvSpPr txBox="1"/>
          <p:nvPr/>
        </p:nvSpPr>
        <p:spPr>
          <a:xfrm>
            <a:off x="1392979" y="6418834"/>
            <a:ext cx="87227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: C1ST, 2024:2025 Lead VN type 1 , </a:t>
            </a:r>
            <a:r>
              <a:rPr lang="fr-FR" sz="1050" i="1">
                <a:solidFill>
                  <a:prstClr val="black"/>
                </a:solidFill>
              </a:rPr>
              <a:t>Extraction </a:t>
            </a:r>
            <a:r>
              <a:rPr lang="fr-FR" sz="1050" i="1" err="1">
                <a:solidFill>
                  <a:prstClr val="black"/>
                </a:solidFill>
              </a:rPr>
              <a:t>done</a:t>
            </a:r>
            <a:r>
              <a:rPr lang="fr-FR" sz="1050" i="1">
                <a:solidFill>
                  <a:prstClr val="black"/>
                </a:solidFill>
              </a:rPr>
              <a:t> on Jan 6th 2026</a:t>
            </a:r>
            <a:endParaRPr lang="fr-FR" sz="1050" i="1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*Since orders can be placed up to three months after a lead is received, these figures are subject to daily changes</a:t>
            </a:r>
            <a:r>
              <a:rPr lang="fr-FR" sz="1050" i="1">
                <a:solidFill>
                  <a:prstClr val="black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814A1D-8AD5-30CE-FA1B-D10055225F4A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61841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B738D-B45A-BBFA-48DB-5E7E9FC0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7" y="156375"/>
            <a:ext cx="10515600" cy="594299"/>
          </a:xfrm>
        </p:spPr>
        <p:txBody>
          <a:bodyPr>
            <a:normAutofit fontScale="90000"/>
          </a:bodyPr>
          <a:lstStyle/>
          <a:p>
            <a:r>
              <a:rPr lang="en-US" sz="3600" b="1"/>
              <a:t>NC Sales Conversion</a:t>
            </a:r>
            <a:br>
              <a:rPr lang="en-US" sz="4000" b="1">
                <a:solidFill>
                  <a:srgbClr val="002060"/>
                </a:solidFill>
              </a:rPr>
            </a:b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74D65-00D8-6E51-6C44-4543EED6D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15" name="ZoneTexte 18">
            <a:extLst>
              <a:ext uri="{FF2B5EF4-FFF2-40B4-BE49-F238E27FC236}">
                <a16:creationId xmlns:a16="http://schemas.microsoft.com/office/drawing/2014/main" id="{E4B0AE5C-12E9-6109-1B54-1B1991DE4152}"/>
              </a:ext>
            </a:extLst>
          </p:cNvPr>
          <p:cNvSpPr txBox="1"/>
          <p:nvPr/>
        </p:nvSpPr>
        <p:spPr>
          <a:xfrm>
            <a:off x="77343" y="6372941"/>
            <a:ext cx="87227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: C1ST, 2024:2025 Lead VN type 1 , </a:t>
            </a:r>
            <a:r>
              <a:rPr lang="fr-FR" sz="1050" i="1">
                <a:solidFill>
                  <a:prstClr val="black"/>
                </a:solidFill>
              </a:rPr>
              <a:t>Extraction </a:t>
            </a:r>
            <a:r>
              <a:rPr lang="fr-FR" sz="1050" i="1" err="1">
                <a:solidFill>
                  <a:prstClr val="black"/>
                </a:solidFill>
              </a:rPr>
              <a:t>done</a:t>
            </a:r>
            <a:r>
              <a:rPr lang="fr-FR" sz="1050" i="1">
                <a:solidFill>
                  <a:prstClr val="black"/>
                </a:solidFill>
              </a:rPr>
              <a:t> on </a:t>
            </a:r>
            <a:r>
              <a:rPr lang="fr-FR" sz="1050" i="1" err="1">
                <a:solidFill>
                  <a:prstClr val="black"/>
                </a:solidFill>
              </a:rPr>
              <a:t>December</a:t>
            </a:r>
            <a:r>
              <a:rPr lang="fr-FR" sz="1050" i="1">
                <a:solidFill>
                  <a:prstClr val="black"/>
                </a:solidFill>
              </a:rPr>
              <a:t> 12th</a:t>
            </a:r>
            <a:endParaRPr lang="fr-FR" sz="1050" i="1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*Since orders can be placed up to three months after a lead is received, these figures are subject to daily changes</a:t>
            </a:r>
            <a:r>
              <a:rPr lang="fr-FR" sz="1050" i="1">
                <a:solidFill>
                  <a:prstClr val="black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2FB45505-B0CC-7184-E634-B70EB4484CC1}"/>
              </a:ext>
            </a:extLst>
          </p:cNvPr>
          <p:cNvSpPr txBox="1">
            <a:spLocks/>
          </p:cNvSpPr>
          <p:nvPr/>
        </p:nvSpPr>
        <p:spPr>
          <a:xfrm>
            <a:off x="258707" y="694885"/>
            <a:ext cx="7796231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err="1">
                <a:solidFill>
                  <a:srgbClr val="000000"/>
                </a:solidFill>
                <a:effectLst/>
                <a:latin typeface="Calibri bold" panose="020F0702030404030204"/>
              </a:rPr>
              <a:t>Analysis</a:t>
            </a:r>
            <a:r>
              <a:rPr lang="fr-FR" sz="1800">
                <a:solidFill>
                  <a:srgbClr val="000000"/>
                </a:solidFill>
                <a:effectLst/>
                <a:latin typeface="Calibri bold" panose="020F0702030404030204"/>
              </a:rPr>
              <a:t> of Conversion Rates </a:t>
            </a:r>
            <a:r>
              <a:rPr lang="fr-FR" sz="1800" err="1">
                <a:solidFill>
                  <a:srgbClr val="000000"/>
                </a:solidFill>
                <a:effectLst/>
                <a:latin typeface="Calibri bold" panose="020F0702030404030204"/>
              </a:rPr>
              <a:t>from</a:t>
            </a:r>
            <a:r>
              <a:rPr lang="fr-FR" sz="1800">
                <a:solidFill>
                  <a:srgbClr val="000000"/>
                </a:solidFill>
                <a:effectLst/>
                <a:latin typeface="Calibri bold" panose="020F0702030404030204"/>
              </a:rPr>
              <a:t> </a:t>
            </a:r>
            <a:r>
              <a:rPr lang="en-US" sz="1800" err="1">
                <a:solidFill>
                  <a:srgbClr val="043882"/>
                </a:solidFill>
                <a:latin typeface="Calibri bold" panose="020F0702030404030204"/>
              </a:rPr>
              <a:t>jan</a:t>
            </a:r>
            <a:r>
              <a:rPr lang="en-US" sz="1800">
                <a:solidFill>
                  <a:srgbClr val="043882"/>
                </a:solidFill>
                <a:latin typeface="Calibri bold" panose="020F0702030404030204"/>
              </a:rPr>
              <a:t> 1</a:t>
            </a:r>
            <a:r>
              <a:rPr lang="en-US" sz="1800" baseline="30000">
                <a:solidFill>
                  <a:srgbClr val="043882"/>
                </a:solidFill>
                <a:latin typeface="Calibri bold" panose="020F0702030404030204"/>
              </a:rPr>
              <a:t>st</a:t>
            </a:r>
            <a:r>
              <a:rPr lang="en-US" sz="1800">
                <a:solidFill>
                  <a:srgbClr val="043882"/>
                </a:solidFill>
                <a:latin typeface="Calibri bold" panose="020F0702030404030204"/>
              </a:rPr>
              <a:t> to December 31</a:t>
            </a:r>
            <a:r>
              <a:rPr lang="en-US" sz="1800" baseline="30000">
                <a:solidFill>
                  <a:srgbClr val="043882"/>
                </a:solidFill>
                <a:latin typeface="Calibri bold" panose="020F0702030404030204"/>
              </a:rPr>
              <a:t>th</a:t>
            </a:r>
            <a:r>
              <a:rPr lang="en-US" sz="1800">
                <a:solidFill>
                  <a:srgbClr val="043882"/>
                </a:solidFill>
                <a:latin typeface="Calibri bold" panose="020F0702030404030204"/>
              </a:rPr>
              <a:t> 2025</a:t>
            </a:r>
            <a:endParaRPr lang="fr-FR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914225-B3D7-07A1-F67E-8B6434FB2C0C}"/>
              </a:ext>
            </a:extLst>
          </p:cNvPr>
          <p:cNvSpPr/>
          <p:nvPr/>
        </p:nvSpPr>
        <p:spPr>
          <a:xfrm>
            <a:off x="189759" y="5039306"/>
            <a:ext cx="11295280" cy="637161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rtl="0" eaLnBrk="1" latinLnBrk="0" hangingPunct="1">
              <a:buNone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NC leads experienced a 114% year-over-year increase. Within the xP segment, Opel is the only brand to record a decrease in lead volume.</a:t>
            </a:r>
          </a:p>
          <a:p>
            <a:pPr marL="0" indent="0" algn="l" rtl="0" eaLnBrk="1" latinLnBrk="0" hangingPunct="1">
              <a:buNone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Sales expanded across all xP brands except Opel, with 487 additional units sold in 2025 compared to 2024, representing a 57-unit month-over-month increase.</a:t>
            </a:r>
          </a:p>
          <a:p>
            <a:pPr marL="0" indent="0" algn="l" rtl="0" eaLnBrk="1" latinLnBrk="0" hangingPunct="1">
              <a:buNone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 the xF category, NC leads grew by 10%, although sales declined by 18 vehicles year-over-year, despite a 4-unit month-over-month rise.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D2E682E-42FF-0CDF-5820-941319D4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1936" y="2009909"/>
            <a:ext cx="11226331" cy="2838182"/>
          </a:xfrm>
          <a:prstGeom prst="rect">
            <a:avLst/>
          </a:prstGeom>
        </p:spPr>
      </p:pic>
      <p:pic>
        <p:nvPicPr>
          <p:cNvPr id="4" name="Picture 2" descr="Drapeau de l'Espagne — Wikipédia">
            <a:extLst>
              <a:ext uri="{FF2B5EF4-FFF2-40B4-BE49-F238E27FC236}">
                <a16:creationId xmlns:a16="http://schemas.microsoft.com/office/drawing/2014/main" id="{FEAD3744-0EB9-402B-47CE-FD429D68E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F4DEEE0-4EEB-21FD-CF6C-F3C0CD8A0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390" y="1184890"/>
            <a:ext cx="11226331" cy="283818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2083BB3-513D-87CE-A54A-7EEE309B1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07" y="1509333"/>
            <a:ext cx="11804205" cy="29842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8E9E99-DB24-E32C-0AD0-AEF939544434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4032945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35F97-4CA5-E265-8C3A-AA528AD5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DA66BD3E-C1A2-784B-6742-A14FDB44AB87}"/>
              </a:ext>
            </a:extLst>
          </p:cNvPr>
          <p:cNvSpPr txBox="1">
            <a:spLocks/>
          </p:cNvSpPr>
          <p:nvPr/>
        </p:nvSpPr>
        <p:spPr>
          <a:xfrm>
            <a:off x="733361" y="534526"/>
            <a:ext cx="10394405" cy="6693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2075"/>
            <a:r>
              <a:rPr lang="en-US" sz="2000" b="1">
                <a:solidFill>
                  <a:srgbClr val="043882"/>
                </a:solidFill>
                <a:latin typeface="Calibri bold" panose="020F0702030404030204" pitchFamily="34" charset="0"/>
                <a:ea typeface="+mn-ea"/>
                <a:cs typeface="Calibri bold" panose="020F0702030404030204" pitchFamily="34" charset="0"/>
              </a:rPr>
              <a:t>autobiz lead management - VN type 1 – C1ST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BC34D7A5-D605-5544-46D4-8CA86753FF80}"/>
              </a:ext>
            </a:extLst>
          </p:cNvPr>
          <p:cNvSpPr txBox="1">
            <a:spLocks/>
          </p:cNvSpPr>
          <p:nvPr/>
        </p:nvSpPr>
        <p:spPr>
          <a:xfrm>
            <a:off x="0" y="6655424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JAN 2025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91120-F310-357A-42CA-18BDB17867AB}"/>
              </a:ext>
            </a:extLst>
          </p:cNvPr>
          <p:cNvSpPr txBox="1"/>
          <p:nvPr/>
        </p:nvSpPr>
        <p:spPr>
          <a:xfrm>
            <a:off x="234565" y="729347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xP</a:t>
            </a:r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245E54-0064-0FEB-96A8-05A3D6E4201E}"/>
              </a:ext>
            </a:extLst>
          </p:cNvPr>
          <p:cNvSpPr txBox="1"/>
          <p:nvPr/>
        </p:nvSpPr>
        <p:spPr>
          <a:xfrm>
            <a:off x="6391275" y="713943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xF</a:t>
            </a:r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6960E2-DE5A-8F4B-2996-2E182F9D8BB0}"/>
              </a:ext>
            </a:extLst>
          </p:cNvPr>
          <p:cNvSpPr/>
          <p:nvPr/>
        </p:nvSpPr>
        <p:spPr>
          <a:xfrm>
            <a:off x="154755" y="5314311"/>
            <a:ext cx="5846487" cy="97302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B050"/>
                </a:solidFill>
              </a:rPr>
              <a:t>Conversion to sales 5.3% (+0.6 pt vs other sources) </a:t>
            </a:r>
            <a:endParaRPr lang="en-US" sz="1200">
              <a:solidFill>
                <a:srgbClr val="00B050"/>
              </a:solidFill>
            </a:endParaRPr>
          </a:p>
          <a:p>
            <a:pPr algn="ctr"/>
            <a:r>
              <a:rPr lang="en-US" sz="1200" b="1"/>
              <a:t>62% of leads qualified, -1pt MoM (-1 vs other source)</a:t>
            </a:r>
          </a:p>
          <a:p>
            <a:pPr algn="ctr"/>
            <a:r>
              <a:rPr lang="en-US" sz="1200" b="1"/>
              <a:t>14% Nurturing, ~MoM (~ vs other sources)</a:t>
            </a:r>
          </a:p>
          <a:p>
            <a:pPr algn="ctr"/>
            <a:r>
              <a:rPr lang="en-US" sz="1200" b="1"/>
              <a:t>16% discarded, +1 pt MoM (-2 pts vs other sources) </a:t>
            </a:r>
          </a:p>
          <a:p>
            <a:pPr algn="ctr"/>
            <a:r>
              <a:rPr lang="en-US" sz="1200" b="1"/>
              <a:t>6% New or archived, ~MoM (+4 pts vs other sources)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815CEF-4063-8B1C-7503-B9608B175788}"/>
              </a:ext>
            </a:extLst>
          </p:cNvPr>
          <p:cNvSpPr/>
          <p:nvPr/>
        </p:nvSpPr>
        <p:spPr>
          <a:xfrm>
            <a:off x="6345513" y="5276211"/>
            <a:ext cx="5846487" cy="97302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B050"/>
                </a:solidFill>
              </a:rPr>
              <a:t>Average 2.8% conversion rates (+1 pt vs other sources)</a:t>
            </a:r>
          </a:p>
          <a:p>
            <a:pPr algn="ctr"/>
            <a:r>
              <a:rPr lang="en-US" sz="1200" b="1"/>
              <a:t>37% of leads qualified, -1pt MoM (-11 pts vs other sources)</a:t>
            </a:r>
          </a:p>
          <a:p>
            <a:pPr algn="ctr"/>
            <a:r>
              <a:rPr lang="en-US" sz="1200" b="1"/>
              <a:t>12% Nurturing, -~ MoM (-4 pts vs other sources)</a:t>
            </a:r>
          </a:p>
          <a:p>
            <a:pPr algn="ctr"/>
            <a:r>
              <a:rPr lang="en-US" sz="1200" b="1"/>
              <a:t>36% discarded, +1 pt MoM (+11pts vs  other sources) </a:t>
            </a:r>
          </a:p>
          <a:p>
            <a:pPr algn="ctr"/>
            <a:r>
              <a:rPr lang="en-US" sz="1200" b="1"/>
              <a:t>10% New or archived, -1 pt MoM (+4pts vs other sources).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58DF42-716E-5C2C-F123-5FC79815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b="1">
                <a:ea typeface="+mn-ea"/>
              </a:rPr>
              <a:t>SALES PERFORMANCE</a:t>
            </a:r>
          </a:p>
        </p:txBody>
      </p:sp>
      <p:pic>
        <p:nvPicPr>
          <p:cNvPr id="17" name="Picture 2" descr="Drapeau de l'Espagne — Wikipédia">
            <a:extLst>
              <a:ext uri="{FF2B5EF4-FFF2-40B4-BE49-F238E27FC236}">
                <a16:creationId xmlns:a16="http://schemas.microsoft.com/office/drawing/2014/main" id="{42CF6DC4-FDFA-1574-3FAD-04D35D1C4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3A0345C-946A-B5D7-9B6F-6EA35A6EE826}"/>
              </a:ext>
            </a:extLst>
          </p:cNvPr>
          <p:cNvSpPr txBox="1"/>
          <p:nvPr/>
        </p:nvSpPr>
        <p:spPr>
          <a:xfrm>
            <a:off x="77343" y="6372941"/>
            <a:ext cx="87227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: C1ST, 2024:2025 Lead VN type 1 , </a:t>
            </a:r>
            <a:r>
              <a:rPr lang="fr-FR" sz="1050" i="1">
                <a:solidFill>
                  <a:prstClr val="black"/>
                </a:solidFill>
              </a:rPr>
              <a:t>Extraction </a:t>
            </a:r>
            <a:r>
              <a:rPr lang="fr-FR" sz="1050" i="1" err="1">
                <a:solidFill>
                  <a:prstClr val="black"/>
                </a:solidFill>
              </a:rPr>
              <a:t>done</a:t>
            </a:r>
            <a:r>
              <a:rPr lang="fr-FR" sz="1050" i="1">
                <a:solidFill>
                  <a:prstClr val="black"/>
                </a:solidFill>
              </a:rPr>
              <a:t> on </a:t>
            </a:r>
            <a:r>
              <a:rPr lang="fr-FR" sz="1050" i="1" err="1">
                <a:solidFill>
                  <a:prstClr val="black"/>
                </a:solidFill>
              </a:rPr>
              <a:t>December</a:t>
            </a:r>
            <a:r>
              <a:rPr lang="fr-FR" sz="1050" i="1">
                <a:solidFill>
                  <a:prstClr val="black"/>
                </a:solidFill>
              </a:rPr>
              <a:t> 12th</a:t>
            </a:r>
            <a:endParaRPr lang="fr-FR" sz="1050" i="1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*Since orders can be placed up to three months after a lead is received, these figures are subject to daily changes</a:t>
            </a:r>
            <a:r>
              <a:rPr lang="fr-FR" sz="1050" i="1">
                <a:solidFill>
                  <a:prstClr val="black"/>
                </a:solidFill>
                <a:latin typeface="Calibri" panose="020F0502020204030204"/>
              </a:rPr>
              <a:t> 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D7D4BD-D6A2-7E7F-229F-ED3D5409E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926" y="926375"/>
            <a:ext cx="12156478" cy="5005250"/>
          </a:xfrm>
          <a:prstGeom prst="rect">
            <a:avLst/>
          </a:prstGeom>
        </p:spPr>
      </p:pic>
      <p:pic>
        <p:nvPicPr>
          <p:cNvPr id="7" name="Image 6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1F709292-B8FC-A6F4-E6C5-C05E0CD41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3165" y="869202"/>
            <a:ext cx="12192000" cy="5178987"/>
          </a:xfrm>
          <a:prstGeom prst="rect">
            <a:avLst/>
          </a:prstGeom>
        </p:spPr>
      </p:pic>
      <p:pic>
        <p:nvPicPr>
          <p:cNvPr id="12" name="Image 11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E5EE907E-54E8-7210-BE88-ED7C3DEA3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3" y="1289485"/>
            <a:ext cx="5932199" cy="3673039"/>
          </a:xfrm>
          <a:prstGeom prst="rect">
            <a:avLst/>
          </a:prstGeom>
        </p:spPr>
      </p:pic>
      <p:pic>
        <p:nvPicPr>
          <p:cNvPr id="18" name="Image 17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80159987-5184-B886-79EA-0121FE2B53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7303" y="1301597"/>
            <a:ext cx="6164697" cy="36921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A6FD5B-EF05-41F0-0008-60AF2B1A32EF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1752733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4884-7D83-8B7D-F6AB-9BC886D4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6479AD-97D4-5C80-D9B5-A9F9F5766FE7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9F8FD0D-90BB-B5CB-B38C-4BDCE9A22415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2DE7025D-57D7-8402-C451-ECAD326C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0026D4DE-F65E-1904-A68B-ED5440EE0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17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830F52-4E1E-A6DB-D301-3C30274B46D4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0C29BEF5-CC22-ACB9-9851-7293E745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DBA98375-E1B0-FBA7-9DE2-11D3010F696C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6DFA513D-668B-2531-CD04-935A78133E72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79F2FF0F-8DB9-A7DE-F081-77A822418505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D7758814-086C-FAE3-0337-200FFCFD56CE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3D9AA6F3-0343-4BB9-A214-A720DAEEA2DE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457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A7F1-DE79-7A17-07CE-BD5B5EE9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6AA177-A3EA-C31D-4D35-9C1E5F5C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A758F4-E252-DE59-95AB-513C3A72C1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433A99-C9EF-3043-A38C-8BF2DF382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3CB8B05-0AEF-2952-4B47-C7B67D39B851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17A3CAF-F61C-975D-BE18-5F7C67265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927"/>
            <a:ext cx="990193" cy="990193"/>
          </a:xfrm>
          <a:prstGeom prst="rect">
            <a:avLst/>
          </a:prstGeom>
        </p:spPr>
      </p:pic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46BE0E82-3A5B-62E2-3B34-295FC9CCE8F4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19C591-C9B2-7966-9996-3C072A66CBC2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8" name="Picture 2" descr="Drapeau de l'Espagne — Wikipédia">
            <a:extLst>
              <a:ext uri="{FF2B5EF4-FFF2-40B4-BE49-F238E27FC236}">
                <a16:creationId xmlns:a16="http://schemas.microsoft.com/office/drawing/2014/main" id="{7A4A8599-E993-B77E-15D2-4436C28DD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A8AD93FA-31EE-5970-6C5E-950077076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6224A5B-D82D-A3A6-C408-A8571BB11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3E766D3-A67D-0CA0-B721-A25B2AD7D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D54A75-E4E8-9140-036D-29B61CAE5F23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</p:spTree>
    <p:extLst>
      <p:ext uri="{BB962C8B-B14F-4D97-AF65-F5344CB8AC3E}">
        <p14:creationId xmlns:p14="http://schemas.microsoft.com/office/powerpoint/2010/main" val="469219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36F5-2B86-1742-F7C9-0924146A5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33D3D3-E847-91DF-9D19-F60DD6F14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8FA255-C892-1EA6-3179-37B39F8673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FAF3CD-8297-3869-65A9-6A04BFA1A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B1EC142-5356-93A8-89E4-70D39E9A00C6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02A043A1-FCAA-986C-E584-F01BD9E30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968" y="21927"/>
            <a:ext cx="990193" cy="990193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6F84BBFA-75EE-0CFE-E4BD-5E2F1C0F753A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24D419-D843-4CE5-C3A8-4170A3C970C2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9B86E981-910C-E4CA-80D6-C9F8717B8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05AC17F-E1AF-37F1-1984-DE548EFA7E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AC2AD9-B011-12D9-37AE-194A49BD9376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3659509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945C-52DD-62FF-BD96-3A665DF5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6AB26-ED27-FE2B-E836-FBD714FDE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8A3886-1400-0269-2054-4B3D1321D1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11F689-64A3-9DEF-95C6-4526F1460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9942F466-DBE5-B129-1566-FF168F62CC3D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1382B0A6-E9F4-D76B-0D24-0CABA8BD1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968" y="21927"/>
            <a:ext cx="990193" cy="990193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E7070903-1B16-7016-7D13-B06C5BB9170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D428F1-44E4-6194-9EC8-DB907C1974C0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0EF8809A-8D05-4A4A-17B0-142574F8D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8CFA096-602B-B3F7-0F6F-2140DEA916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D6FCE11-B0D7-49FD-1DAD-31F0930F6ECE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739958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73A5D-56AB-BBC8-E601-18116996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E84BF-F2EB-27A3-4C16-2D717133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324346-95D7-931F-DC39-670207F5C9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669AC8-1B4E-50B1-18DC-DB6DCDD34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426E48B4-54E8-6681-A77C-71E171FA2762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B74E1E59-C209-60C2-C5EF-B9746E1D1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968" y="21927"/>
            <a:ext cx="990193" cy="990193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8E079F9C-836E-4207-6E9A-D419B1BD6E9F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B05ED7-16CE-ED62-3A35-5397FA42E722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2DCC4787-9498-CBDF-2DA2-50D08B82F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AEA13D2-43BD-2008-2779-AFD60F510D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8EA7A82-448C-AC3B-F367-0EF4CE7AC5ED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876669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F727-F135-72B7-1AED-D04DA12B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75C881-086F-A707-16B5-26B1D8C3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FE2FA6-9470-2BAA-ED26-8A5AD19539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DA76C0-DF05-1AF5-1B66-739C29349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6DB3D09F-AA58-8309-1416-0B661D469494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03D7A913-DB8C-ED54-6EE6-CB36BB92D87A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50EF55-8A6E-3248-AEA5-828A53171777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F4EA0DB7-CE0D-1F20-180E-B4034DC3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30EF511-0758-A6E6-D952-E661DED52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977A118-FCBE-80C2-1251-6CBD31710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B862F5-2B8B-DA67-63CF-58D9E217BB39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B86841-2B40-2AF7-4E1C-5F08C68BC7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40" t="26086" r="91809" b="60801"/>
          <a:stretch/>
        </p:blipFill>
        <p:spPr>
          <a:xfrm>
            <a:off x="5986816" y="156626"/>
            <a:ext cx="1082152" cy="893821"/>
          </a:xfrm>
          <a:prstGeom prst="rect">
            <a:avLst/>
          </a:prstGeom>
        </p:spPr>
      </p:pic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B497B546-37BC-D990-2F9D-3CD54BA94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3147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D581C-560B-F029-D5F9-E9D7609D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33815-6CA0-7BAC-C6AA-4109A620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2F69F-F5DE-D0B5-657C-34E13E7131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962B78-4704-18C0-E2E9-CD078E156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54760BC-1191-0A45-CCC3-D864098FB167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DB4E7632-CFD5-012B-52BA-9F4A015FC2D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955D60-6BF7-77E3-6AF9-F57D13F7F296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F27E26D-25D8-06EA-580A-1E5796136C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9A6894-6832-543C-3145-2495C878CCC2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1279225-0570-14AB-D6B3-13645BD7D7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0" t="26086" r="91809" b="60801"/>
          <a:stretch/>
        </p:blipFill>
        <p:spPr>
          <a:xfrm>
            <a:off x="5986816" y="156626"/>
            <a:ext cx="1082152" cy="893821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C8F3FDDE-3E2C-2257-C13D-EFD6809A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43770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FB435-063D-EBD7-9C4D-3D736607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A5CDB-76D8-C2E4-8121-8FF12B0D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9D3D4F-7148-73E7-E5E8-68DFE10599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79D0E2-C585-E78D-3A12-F64154C3E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B26DCF62-1A1B-9A1C-DE44-8E578E95AE45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D089638-706B-85F6-B0E1-B86CA1D7B2D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D35D83-B236-268E-A9C8-2AD788FA28A5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855377-915F-060E-C3C6-641B64C06890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EA2269-7D3C-4297-18A5-C45D6A507701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EB92E55-6E0D-6254-E4B2-F3587A8A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7C913E-89BA-6A16-DCE9-2C16E27D5D1E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E0424DC-E253-485B-1118-569C9D7F72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0" t="26086" r="91809" b="60801"/>
          <a:stretch/>
        </p:blipFill>
        <p:spPr>
          <a:xfrm>
            <a:off x="5986816" y="156626"/>
            <a:ext cx="1082152" cy="893821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40EB548E-EEDE-556F-59D1-2DBDA038D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88712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74A6-EFCD-2E94-263F-7A63119D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2CA28-C60E-9A98-22F3-97D560B0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9BF57F-45FC-AA8E-47D9-BD53BC3D99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DAD44-96CD-AB3F-AC18-38678F402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7225BF9B-493E-61AA-30CC-52B6F5AC2B40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5EE54AF6-8565-93E1-2186-750526F89438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5548B5-BE48-4052-D06F-BCBE0656C0C7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EEA806B-7CC7-11DE-4BF7-DC14BFB538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C69F1-0A6C-F7A7-64E8-B2DC44A951E5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C3840FC-FC29-6531-66A2-6078063BC3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0" t="26086" r="91809" b="60801"/>
          <a:stretch/>
        </p:blipFill>
        <p:spPr>
          <a:xfrm>
            <a:off x="5986816" y="156626"/>
            <a:ext cx="1082152" cy="893821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CC90B7C6-2F32-2456-C09E-B079B3CB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08622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525D-B80D-2A91-D741-F9DC124E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E4370-7491-A087-9A7E-8F2726D4A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8E9C57-9DC4-A564-14DD-698E18538A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947F59-BAEE-6D91-B3AF-D948BEC1A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05EE50B-0B0C-66B8-0B1E-276BC3F802BB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DBCED703-5F0E-265D-3645-5EAB1B4C1A8C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5443A-2E11-BA9F-0084-98E4416FA495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C70D10A-3E33-2F48-DF19-E05E3FAB7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56500D3D-9D07-59A7-DABA-25CC2D094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E1C335D-41D6-5A92-8E2E-AC71135EB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5344D9-B6F1-E1C8-1519-12185F9AB80E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1DCD90-B8E3-A99B-7569-520C0EBB5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03" y="103848"/>
            <a:ext cx="963836" cy="963836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563DDE72-5CB4-5987-D3AC-C7E13E0E4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94010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A05C-74F2-2712-9D8B-8A5EF002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F6A316-7FBE-955A-F943-4F78FDCD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38439F-B960-3639-761C-B8C0FA6ED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2BF136-643F-A7CE-3269-9FEECE59C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45F01B21-96C2-7E57-89D3-B9ECAF1A361F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80DC019D-D6C9-DDE6-5CE0-06E011CE5D3F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24C20F-F2AC-AE4A-40AF-A2F3B0021454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7B7F429-E87B-BF05-B54C-7C2E00CD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F83A4C-360E-5DE3-8B0A-8E82092C095A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34B3073-DF3E-7539-08BA-A05290C45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03" y="103848"/>
            <a:ext cx="963836" cy="963836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AFBD7017-B3F2-9091-BECF-D874A86D3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61421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A6E71-FBCB-CA73-1204-28F83510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B811A-6362-1ABA-4452-852816A2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83DDF9-CEA8-51FF-DF7B-B613504DD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69F0FF-4A48-B9F0-54A8-37B55977B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B1A73CA8-8BA4-B00F-59A6-652F7004C8AF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37A7BC3D-C00F-1D88-A47A-48ABAF74F743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04C66C-8D57-C8C9-8982-EF429B85CB2A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8EE86-AE2D-1B83-B199-EC58211121E1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95E781-DF29-4156-93D2-3C53BBE555A9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18962EF-363B-4510-2A34-7EEF0B189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A98A6E-FFAE-5018-ECC4-7507EC96228C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A14A51B-DBCB-C141-1178-545951738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03" y="103848"/>
            <a:ext cx="963836" cy="963836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391D4BAF-9764-0E47-06BA-66CDAB832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35195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BCD9-C230-33E2-94A9-4095BFAB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8056D-7CBE-1CB6-B7A5-6C5AB97A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E18C7E-C520-06F4-CF05-8ED8044CBD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6F37B9-681F-BCDC-9D25-89417EAF1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6613085-15FC-C36A-F1F5-900A1D03F260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81F5ED04-525A-4FF1-61A5-2A41338EDA7F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A26500-F938-6629-E9CA-4646DD7C4BA9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94384D0-638C-CB2C-7A4D-E5CEEC30B5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4EC3AF-DE4E-7772-99B8-5C73D46D2EB0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13C3C1-E8B5-5FE1-032E-1478E7763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03" y="103848"/>
            <a:ext cx="963836" cy="963836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F755066C-032C-5233-3C04-CB0D1A524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74322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7884-E8C4-168D-234D-FFCA32D9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11AF1-E466-4A0E-3B54-6A5EE774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09716A-D8A0-59C0-6C20-96E35EBC34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128DC2-E174-C6E0-5249-4B433E9B5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A14E16C-BD96-ECA9-4445-67044633F02D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1096E33F-2E1D-A8B4-426E-9AAE16933C2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73679C-154E-937C-35DF-BFD7049D6DFA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E0188AA4-443C-8CE1-9D53-A234E36C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378CEB47-0346-FE07-F316-A8CBC7210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65B2141-8DA5-E903-80B6-1309D98A0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59C0BC-E778-E1C0-04F8-CC58DD3EB014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0A260B-2623-BA0B-2DB5-4F62CF3291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750"/>
            <a:ext cx="862400" cy="862400"/>
          </a:xfrm>
          <a:prstGeom prst="rect">
            <a:avLst/>
          </a:prstGeom>
        </p:spPr>
      </p:pic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10B0D788-1967-29DE-6564-165E6D797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48781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9BD2-84F4-C960-9EF6-6924FDF1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E16AC-0994-1BD6-DEFE-2F649DD6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3DE6AC-792F-2D64-5712-DDE5857404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C693C3-B3C4-BD5D-43C0-7367953B6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43CFB62-EC74-6F38-40FE-FBAF5B9F7C78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8255CF7E-517D-46ED-A7BB-33BCF6319A8B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468500-FB8B-78E2-BF3B-AAC710E81532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2E9C712-DF3E-CC3C-3FEC-05561A844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C5BB1D-2B82-7506-E7E0-F8D19FD26534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88B3ADE-052C-D740-595E-ADBACE796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750"/>
            <a:ext cx="862400" cy="862400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CD2D1401-AE0C-D649-7BF9-34B9D595F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0279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D254F-CBFF-B389-9004-A26DFE01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77463-2BFD-D4B4-249A-C5B993D2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5AF7DB-8AF4-DCA9-D5BA-B2B5D8A3A7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89C7DE-B36F-4D5C-11F7-998A45DCD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C34E63DF-2851-5D90-4F80-2C0E2ACC706E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59E3AC08-CB45-4190-6A68-588C72EF9059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5C812E-5910-513A-CD64-5541742B64AF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02F191-3853-394A-54B4-F8BBFA7B54FC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6509CC-A05E-0AD3-FDB3-70034AB069D7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C7F911E-8599-2482-EBD0-537EAA46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D44C98-0E44-04A4-4157-75C5580C72B1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C445A3C-0DCE-F204-D58B-86C884CC8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750"/>
            <a:ext cx="862400" cy="862400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EE6F36D5-1D7B-4CD5-360E-30DE98D1B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78825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3129A-8C7F-F02F-593F-9B9A50AA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1026F1-211E-6CE1-E59A-9CF839BA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1AA13A-6545-E10A-3805-1E80F6CA4D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3A3D5-8CD1-85EE-6B2C-ACEC47775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1DBCB17-BF7E-AEEF-BC6F-34377CA78C2C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FC4E2665-F576-B6FD-AE4A-03D8C91EDC1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98C72C-00E3-DBC7-F187-C9A1A6C2BBC9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718B4B4-0141-3131-9029-F1C2241FE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8684FA-90F7-8063-D5E5-E01371234FC4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24830AD-AF17-ACB2-3CB9-E782AC786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750"/>
            <a:ext cx="862400" cy="862400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AC09F0C2-1378-DF54-F5C5-1F5117EB7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58537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2839A-8055-EBC6-51A8-FB192F0D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932F4A-FD29-02DF-1647-4AF22118C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1EA667-B99E-FDDE-C6BD-711904EA93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491108-E4FD-3148-160E-C2A5850C5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32FE2BAF-C7B5-C52B-FCFF-961B3179B075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70C9ACB6-7BD4-666B-108F-C3DC6E198E99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58790-68FC-E13D-A949-5563FADE3A55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2D2E3D4-EB9B-A3EF-3DBC-528DE1A2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888BD6BF-1518-FB24-B91F-6F10389C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21DC346-2997-FC24-07FF-10F185623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FCEE22-E5D5-A612-5D2C-B208A9821CEA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</a:t>
            </a:r>
            <a:r>
              <a:rPr lang="fr-FR"/>
              <a:t>LKR_3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E3EFA49-C2D1-7868-98D7-434CB58316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2" y="156478"/>
            <a:ext cx="746016" cy="746016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A240AB0C-23C7-B083-DC10-8D7B0D963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30632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5BCB-FCB1-5878-5F05-C97F1362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AADD59-25A0-985F-92CF-C2EB06E84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A720F3-3917-CE57-1155-737B3F015B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88C700-177B-318D-B6D2-D9FA845F1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720871B5-850E-132A-A869-74358C43CE4A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5DA82832-273F-77E5-6201-880DB0D3BD75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4727E2-4BA0-5259-6953-C1365AD2567B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703869-FA9C-96B4-C9DC-7AE5748AE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526716A-511E-6ECC-0A2B-3C4F61655C57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8F6BFFA-0EDD-98BB-F965-12B783109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2" y="156478"/>
            <a:ext cx="746016" cy="746016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36C90460-AFEE-E05E-3E1D-232FEBFF3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5189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9A8EE-7927-9E19-B24A-F2FC6ABE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78E29B-BAD9-B7F0-C3F1-2ADA7B10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B50F21-03C4-A8AD-84C6-99151E176D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A8A1ED-302F-233A-2100-EDF7EBB9E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093B12B-89E8-0C58-6FA3-6DDBFBC25563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C77A139B-9D01-92E7-B3AC-BDDAC8E9090D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032E20-F1F7-705F-7C89-DCF786A5E6C5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72611C-3C7B-AE02-5288-61C6590CDD36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4B9C3-DC66-5B2B-3766-41CDAF4539E5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A55D57A-A65F-8A52-F736-7751ED49C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43B24B9-2FFE-3C4C-FFFB-86C30039170A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906DFF-326E-2472-871B-0D64CEDA9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2" y="156478"/>
            <a:ext cx="746016" cy="746016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B9DA13BD-43FD-141E-DF49-9A15802AC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47870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0275A-ECFD-1613-E1A7-9EF8D133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DEECBB-F102-D332-A98F-8E4921BF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915853-30E9-689E-3F5C-EF20C6566C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9CE67B-6B79-1BBC-658D-BB375F1A0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E96DB5B-6D93-363C-74FE-B445480E66B6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B18FD210-8860-5016-E81E-5AA11337469A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1E77F6-5D85-DD50-0F22-6D6D8EEEC8A5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9798AF0-34FD-B8AF-BA0C-3EA492D7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D15090-F90B-7805-AFCA-B9A36C5FF128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7A5BC0-5173-8595-2899-93C5A6FD3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2" y="156478"/>
            <a:ext cx="746016" cy="746016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A85DAC0E-A920-D164-3B3A-16518ACD1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488695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FC70-DECC-5CA0-71E9-9EF21D87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E22A6B-6C66-F146-0C0B-714C6BB6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CA417-2EDA-9F49-187F-2B927246CD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C9294D-4BF7-ABAD-8F4B-474D479B5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9DFF0090-3E37-6FF9-3BEB-4B092E25E731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4731DE60-717B-3969-6EAD-E34B96B794D4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F45C58-28BD-8FCF-B69A-AADE56FDA913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36E4441-0BB5-E8C6-4A58-2B519D039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FA10675-F5C9-D123-6D8F-44EB2DFD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7DA3A84-EF20-B60C-D4CD-A49D3059C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EC18AAF-20E2-0057-60BA-A465B416524E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PH_LKR_3</a:t>
            </a: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AB216AA3-1532-3539-E437-7CC36380B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521" y="211973"/>
            <a:ext cx="857370" cy="690659"/>
          </a:xfrm>
          <a:prstGeom prst="rect">
            <a:avLst/>
          </a:prstGeom>
        </p:spPr>
      </p:pic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47A53D18-2AA6-F0BC-FB5D-578B87EC2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19483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86EF4-FF1B-7027-1B8F-FD4516E5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756F22-8A7D-BE75-FBA2-14A70797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0DB1B6-F128-6C3B-68D2-014E7F3EF0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BC909C-1F6B-F44A-41BE-33F97F52A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F242CA0-9489-E987-DBCF-754B15D45D67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7A8C8B7D-257B-4762-27DE-5ABF773D8E07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892527-0819-CCBD-CED7-B04A6DC4198A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D64ABA4-CB2F-023E-1654-627895B2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8A489B-1D3D-EB9C-5B93-F17EBE5697A1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3F59DBD3-10B3-E044-2D4E-F757F3527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21" y="211973"/>
            <a:ext cx="857370" cy="690659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683A3D10-AAC7-0711-F9EA-8FA8EEC92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33973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2ED6-8500-B3F4-364D-1438B567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BC430-63C1-8545-BEEF-83647FA7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038E9E-87B2-6E46-2588-82ED586F43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722C15-93CF-26BA-6E73-7AE77BE24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337CBD7-4B5B-4C30-25EC-CF72B10F76D0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154FAEA5-04EE-2E44-A7B5-29F3C3A37CD3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7A5B0F-9163-3467-3148-DD7F15F0EB02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FE0C53-6B5B-9CCB-8B7D-CE44720AD495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DC278D-F70D-134F-3720-C8F56A75A457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198F5D9-ED0D-6F99-2AD5-211E3BD1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26CFFA-1ACF-FBC8-56D9-FBD7A9874CCD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499D1D32-6CF0-BE88-202E-9192B23C9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21" y="211973"/>
            <a:ext cx="857370" cy="690659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E971D31D-3E3C-476D-7EC1-3A32FDB93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84237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1CEF7-B214-FC08-F2CC-B0BBA386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F653F-110D-1CC9-DC2E-DB4ECB74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570BF6-7A4B-184A-14B1-A79A51FA25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8DD06C-FB52-2E7D-887D-DCBA6CA0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E13EAFC0-71D2-2D10-4F6F-F0535C337239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95D1C393-5C9F-7143-C4BE-9F84F5784326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1DD9EF-DEC1-3B55-1DF2-F4F3774E68BB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42DF847-760F-8685-92FE-BA0F1C82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398041-A283-FB1A-C60F-16B73BA2885E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B881BF15-0CDF-7933-AB5C-F5BD1063C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21" y="211973"/>
            <a:ext cx="857370" cy="690659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F11C0B3C-A788-1BF7-78C0-BF8C12476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64318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87A3-0235-2BE9-F147-FD9F84C7A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B44D6-02BB-362F-A51D-D10E4D4F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302277-ABE0-60F1-E7BF-37210D1996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FA1599-DFC7-D560-537C-B1CFA8DA5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4B082D66-3BD7-0726-0CC2-69DDB3474E60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0F639B8C-D9FF-1C80-78B7-1E2FA39B737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BBAA41-D50A-1F46-E665-D6091A86FAE1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06EA394-62F9-8DAF-4DA4-EDC75E60C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2B771FB2-F5C8-A508-AA0C-35EEDBCF4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4E35A5E-9EEC-20CE-A811-AEC574C6C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3DCF41-4F5F-C99A-8435-C7931873EB1F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PH_LKR_3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B6CFAC-C1D1-2504-96B1-42C2184759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51" y="250095"/>
            <a:ext cx="756509" cy="756509"/>
          </a:xfrm>
          <a:prstGeom prst="rect">
            <a:avLst/>
          </a:prstGeom>
        </p:spPr>
      </p:pic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65BF6252-2DB8-2018-5F27-8B84920A1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178144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A528-962C-64FF-6D1B-C87DF6E5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07361-6C16-44C8-9600-88DBBFC9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DBA005-42AE-1E44-B5FF-2ADE8DD396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655B0C-602E-A1F0-80BA-912FFC4A3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7D4C390-4F8E-BB2C-2736-34226B06A88D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73F47167-B304-4B38-F152-78DC46ADBCAC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CF4C4C-C4F4-84A1-49E8-CEF034CAC164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629BB90-5B35-6DE0-8BAB-71AB55BB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B6D05B-3CD4-03C3-F70A-89E2740909AC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A4D51F9-B4DA-D34A-7227-724D58128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51" y="250095"/>
            <a:ext cx="756509" cy="756509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A0F414DF-D6BC-0EB0-2BF0-A84883B1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675344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9A0D-F44F-3916-455E-F066B0FB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E412A1-B448-39E0-2EE5-ACA0837C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0246BD-0F6E-6A93-48C6-5D1C2B306C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CDFD98-E3C5-E740-2B05-A81888221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E53E5E1-DABE-F907-765B-CB18DB47B63B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9A4962DA-E4AD-657F-729E-BA1AFF06FFC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9D9167-6BE6-2A71-6AD3-5CCABBE2D51F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B4883-B060-BA8A-749F-A60DE159FE43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5A06F-1F7F-E46B-0ED1-EA042587C40F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6755055-FDBF-9743-5B5D-D8C71B3E2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64D8E7-B24A-5163-AAD4-4DB80128E601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61B8C6E-6C5C-CDC4-A7BE-865A63371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51" y="250095"/>
            <a:ext cx="756509" cy="756509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EB4EFFB1-641E-3C34-2E5C-A523DE270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53247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13E4-CA45-6C47-C88F-B4434EC4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6C272-6B57-D043-549F-28BCEB39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20579E-C51B-E741-3902-C701B6B8B4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AF382-224C-3561-C36C-3AA3730D4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AE42550-1CDE-E7BB-9569-50BF57DFFBF2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3DDE1AB0-65A6-1021-C220-BF52F1E4CF56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B80244-F964-152B-BD8C-D59EE6FE1146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AD6A79C-B584-1585-B2AF-85F30937A1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F41298-28C8-DE10-A7E1-7B88F8E2B933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A754F58-C9F1-9399-72E4-C7F21988D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51" y="250095"/>
            <a:ext cx="756509" cy="756509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D6366287-643C-2B40-CB0B-17BF6FF2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795097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85056-3252-74A5-1E36-9EA2EED2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D6F347-195A-AE4B-59F5-E3BB534A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52DA60-AE83-71E6-84D1-27D12CE76D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5780E0-E0FC-1048-A25A-513A72D50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C7C3D04A-1355-419D-A4FC-DBC83DB61F25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45DE3394-D15A-36D0-3BF9-33D20F48B0C7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DFA593-AA92-492B-F257-164DC48DBF3D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BB8C75D-8315-F55C-2DB7-FA69B123F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CA39D51-3B97-508D-0239-81CF6EF1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8EC7631-35DC-C833-A6C4-8175D3CB0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C38E9FA-254F-C2D8-2E55-BD4451965E18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PH_LKR_3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613168C-F223-1E54-E818-50391727D9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5731" r="85895" b="30104"/>
          <a:stretch/>
        </p:blipFill>
        <p:spPr>
          <a:xfrm>
            <a:off x="6096000" y="113584"/>
            <a:ext cx="933915" cy="905117"/>
          </a:xfrm>
          <a:prstGeom prst="rect">
            <a:avLst/>
          </a:prstGeom>
        </p:spPr>
      </p:pic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3C7E5AAD-CDA5-3F7B-F5A4-28857331D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71344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92FA-4BB2-3BD7-3B80-13D9BA92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F5D45-8495-DAEE-5058-0EE5606F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ADF3E3-D955-FF84-546B-9E0ABA143D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2D158B-FBF0-3F68-07DF-8DE5BD7C2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975AE1F7-A1D2-2787-AB04-40AA49EFF6C1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36AD65F-1A07-5E5B-7C84-C67782BAB019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9B4F4-4332-5DE4-05DB-36620123EDE4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2673776-DCE5-7DE1-2938-62187A0908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53199D-1B19-0509-4FC4-19F20B2BD1B3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C1A3C4-6592-2C69-83EA-FFF541181C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731" r="85895" b="30104"/>
          <a:stretch/>
        </p:blipFill>
        <p:spPr>
          <a:xfrm>
            <a:off x="6096000" y="113584"/>
            <a:ext cx="933915" cy="905117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D2766B63-A700-0E1E-11F1-D4A118E8B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520887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9E278-A6CD-7962-8CB6-A0B51001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993A65-5904-3832-75F8-EAD0F712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1FD338-C349-AF59-1F20-31B1537AB7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1D1F21-C6A1-928B-F8AA-06BC45E7D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D02547B-9F59-A307-E112-34862DCA1537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D974CDA3-1317-EC03-8803-A633F72A98D2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F42229-4C16-9B0C-09E0-7EA43844FB14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EE1646-9349-9EAF-D148-388C224CE470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F0167-A5DE-2EA5-0E5F-1CD4CD3FDA39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D25CE46-BCCF-E1AF-A86C-80347586D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7E5A0C5-4CB4-CA32-8B23-DA0C7CDDB420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4DDD31-8954-81D7-30DF-E9DB1BAAED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731" r="85895" b="30104"/>
          <a:stretch/>
        </p:blipFill>
        <p:spPr>
          <a:xfrm>
            <a:off x="6096000" y="113584"/>
            <a:ext cx="933915" cy="905117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2A8F8224-303D-E6B0-1944-54BC58FF4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818708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20DBE-EA5D-262E-227B-1F2A75E0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112C3F-4BEE-EB2F-B739-582A0FE1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47DDE6-B196-CBF3-15BD-7CE93EA955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F5F8C9-EA22-925A-B4A7-72BE23191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2A6B991-8934-ADEE-4D04-474A38C37047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A4B0E1D-2971-D024-6786-F7B622F2D3C2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A86A59-4A8D-0D74-E1DE-6DA4A82363A6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FF183DF-B159-561B-E4C3-74D208A3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AF4629-852B-5E69-DC2A-20691C749E99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8A932F-D456-5D13-69FE-9B27A248B9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731" r="85895" b="30104"/>
          <a:stretch/>
        </p:blipFill>
        <p:spPr>
          <a:xfrm>
            <a:off x="6096000" y="113584"/>
            <a:ext cx="933915" cy="905117"/>
          </a:xfrm>
          <a:prstGeom prst="rect">
            <a:avLst/>
          </a:prstGeom>
        </p:spPr>
      </p:pic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3F2CC0F3-7E31-FCC2-7173-AD16F0A68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934406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FBFF-998E-9732-6356-02575A84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4611BA-8741-A84D-F1AF-D1674C9F7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654E47-505B-77F6-153E-A2CA15C9BE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49FB0B-15C7-352B-BCA7-00E18A3E3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727B997-5AE1-638F-DF2A-47E8D9460B9B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9C9C3BC1-0D1C-5229-9B34-54E7BF0EEEB7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47D117-1085-ACCF-158A-8D53846A36B0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F0F1CF2-60AD-5243-D9F3-54C2868E7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73A86E78-8758-E5E1-22BF-CB48865E7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CB69F78-2CE2-741F-CD41-F9E33C389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2F41FA-C336-F57B-1B67-172588068A28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PH_LKR_3</a:t>
            </a:r>
          </a:p>
        </p:txBody>
      </p:sp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58421988-2DF6-1B5A-1D4B-D8D3C82E6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 7" descr="Une image contenant Emblème, symbole, logo, Marque&#10;&#10;Description générée automatiquement">
            <a:extLst>
              <a:ext uri="{FF2B5EF4-FFF2-40B4-BE49-F238E27FC236}">
                <a16:creationId xmlns:a16="http://schemas.microsoft.com/office/drawing/2014/main" id="{26763FE0-2D2C-AE39-0929-E7B45E5DE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293" y="250095"/>
            <a:ext cx="777826" cy="77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149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DD186-3C5C-E6D9-CEC9-B053C417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6AEFF-12E0-67A6-E799-AE85E4E0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C44AE5-A303-2712-EB6A-60875CC9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5E8085-3FA7-E0E3-9D0B-34F46557B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D00305D4-5D2A-8C92-252B-CA8A852A6CF5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1D1BCD49-3224-9474-40AC-10CC089724F7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380CB8-6643-78F1-CC64-96FA1BFBF1D5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6C71C38-5DEF-F79A-9F88-2096607D7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1EB18A-62B7-CC38-4EC8-C4640F95F887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1666A5A2-CA51-F8E8-7ACB-EEBD7D5C0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 9" descr="Une image contenant Emblème, symbole, logo, Marque&#10;&#10;Description générée automatiquement">
            <a:extLst>
              <a:ext uri="{FF2B5EF4-FFF2-40B4-BE49-F238E27FC236}">
                <a16:creationId xmlns:a16="http://schemas.microsoft.com/office/drawing/2014/main" id="{9EF90920-CFFF-144A-B306-7F37A02BD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293" y="250095"/>
            <a:ext cx="777826" cy="77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13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E3237-41E2-9AFD-A4D1-C20466BE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205D5-A946-41A5-57EB-B391E5E9C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172D6C-200D-442D-5B88-2C4F809BF4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262543-2178-44A2-2BA4-A64BCB36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F63982E-D6FC-1541-5AA0-945BE05A0751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76423BF9-BFA9-8072-F03D-115FDF80EC98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775149-5DDD-A768-7890-E09E4BF9F60C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691569-7E8F-C285-A664-1222B1B6E8CE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FC0A04-2221-456E-3234-5E5B65705090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4AD590B-E726-2E60-BE18-263083BE4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D1401D-82B9-D33D-EDA0-7E32DCE200A2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E3573D19-621A-C579-4769-49958EABB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 9" descr="Une image contenant Emblème, symbole, logo, Marque&#10;&#10;Description générée automatiquement">
            <a:extLst>
              <a:ext uri="{FF2B5EF4-FFF2-40B4-BE49-F238E27FC236}">
                <a16:creationId xmlns:a16="http://schemas.microsoft.com/office/drawing/2014/main" id="{110CA9A3-D05A-64DF-7E7B-A3E3F41CCF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293" y="250095"/>
            <a:ext cx="777826" cy="77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999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9984F-3E4D-A73F-F681-E040682C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8CF9B9-EE65-1DE6-25BC-90241F59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533CAC-4246-37AC-BC66-CD4820AE3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1507EE-E588-4B2A-3C48-BACFD4909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E756423-7DFF-FF72-0269-048BCFB0E3D6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B3790563-B9F7-E141-9CDC-CCFBFAAB5A3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A0D340-DD92-BE95-E4B8-7EE5013CC89A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E78BC80-4E24-1A4C-B12B-ACD2968EF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2FC854-B073-48FB-CFBD-7478CC1AFBD8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9" name="Picture 2" descr="Drapeau de l'Espagne — Wikipédia">
            <a:extLst>
              <a:ext uri="{FF2B5EF4-FFF2-40B4-BE49-F238E27FC236}">
                <a16:creationId xmlns:a16="http://schemas.microsoft.com/office/drawing/2014/main" id="{ABD42F12-7B99-0758-5661-4D235027E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 9" descr="Une image contenant Emblème, symbole, logo, Marque&#10;&#10;Description générée automatiquement">
            <a:extLst>
              <a:ext uri="{FF2B5EF4-FFF2-40B4-BE49-F238E27FC236}">
                <a16:creationId xmlns:a16="http://schemas.microsoft.com/office/drawing/2014/main" id="{4B819E27-292F-8ACC-7C03-3DE90F8A70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293" y="250095"/>
            <a:ext cx="777826" cy="77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965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74DF8-F48A-24B5-1904-BC33C4EB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DA753FD-6CBC-E2DB-A9BB-6640F5AB4245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9401CE-E5B2-7F30-B861-631DB8F21F8C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453F1B25-8E83-FF45-CF75-14479B69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0EB48A52-F3CF-91E5-52A7-9AE402A66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54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5BC3759-B3C9-C3E9-6AD6-89B81CC2ABDB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0F0AFAD4-43BB-5115-E4F7-3C9C0F5B0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AA0EA431-155D-48FD-3E10-A23F82FC6EA0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817E9FDF-0E0E-23C8-A54C-BADB55E5740F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CA50BF36-A06A-5857-5BD7-AE154DAE62F4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6010C27D-FD02-7172-D66D-B5FA5E4396E7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0502492E-5B6F-F2D2-EB9C-3B30C87BEDC0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443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90790-42F7-96A2-10B7-63D87975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93E0267-B421-06A9-57F0-E494C829A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68A340-A6CB-DB4C-9998-7796241648B6}" type="slidenum">
              <a:rPr lang="fr-FR" smtClean="0"/>
              <a:pPr/>
              <a:t>55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E37FC46-FF77-A92E-5FDE-D5638C445EF9}"/>
              </a:ext>
            </a:extLst>
          </p:cNvPr>
          <p:cNvSpPr txBox="1">
            <a:spLocks/>
          </p:cNvSpPr>
          <p:nvPr/>
        </p:nvSpPr>
        <p:spPr>
          <a:xfrm>
            <a:off x="149852" y="585766"/>
            <a:ext cx="10506372" cy="6693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2075"/>
            <a:r>
              <a:rPr lang="en-US" sz="2400" b="1">
                <a:solidFill>
                  <a:schemeClr val="tx2"/>
                </a:solidFill>
                <a:latin typeface="+mn-lt"/>
              </a:rPr>
              <a:t>Top 5 Purchase projects </a:t>
            </a:r>
            <a:r>
              <a:rPr lang="en-US" sz="2400" b="1" err="1">
                <a:solidFill>
                  <a:schemeClr val="tx2"/>
                </a:solidFill>
                <a:latin typeface="+mn-lt"/>
              </a:rPr>
              <a:t>exPSA</a:t>
            </a:r>
            <a:r>
              <a:rPr lang="en-US" sz="2400" b="1">
                <a:solidFill>
                  <a:schemeClr val="tx2"/>
                </a:solidFill>
                <a:latin typeface="+mn-lt"/>
              </a:rPr>
              <a:t> </a:t>
            </a:r>
            <a:endParaRPr lang="en-US" sz="24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6603DD1D-FCC7-3BA1-DDE9-AAA5E689CC95}"/>
              </a:ext>
            </a:extLst>
          </p:cNvPr>
          <p:cNvSpPr txBox="1">
            <a:spLocks/>
          </p:cNvSpPr>
          <p:nvPr/>
        </p:nvSpPr>
        <p:spPr>
          <a:xfrm>
            <a:off x="0" y="6655424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JAN 2025</a:t>
            </a:r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A0CBD0-74F7-F009-6D9C-FD10433614CE}"/>
              </a:ext>
            </a:extLst>
          </p:cNvPr>
          <p:cNvSpPr txBox="1"/>
          <p:nvPr/>
        </p:nvSpPr>
        <p:spPr>
          <a:xfrm>
            <a:off x="-44251" y="6378425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autobiz, , Q4 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5B94C3F-1B48-76C6-99F8-1E74E442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3798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MISCELLANEOUS ANALYSIS </a:t>
            </a:r>
          </a:p>
        </p:txBody>
      </p:sp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2060C788-AE9B-1D14-D1AB-F9C430977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21F8E4-A062-0B4A-0141-C8FB93A3D9CB}"/>
              </a:ext>
            </a:extLst>
          </p:cNvPr>
          <p:cNvSpPr/>
          <p:nvPr/>
        </p:nvSpPr>
        <p:spPr>
          <a:xfrm>
            <a:off x="1371600" y="1211826"/>
            <a:ext cx="7756391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7184543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856D-4EFE-5DB6-E898-D9A1134F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14DC8F-258E-BBEC-74D3-82593AB6C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68A340-A6CB-DB4C-9998-7796241648B6}" type="slidenum">
              <a:rPr lang="fr-FR" smtClean="0"/>
              <a:pPr/>
              <a:t>56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E02A8668-CDA1-CCC5-CE56-7753CD7085CB}"/>
              </a:ext>
            </a:extLst>
          </p:cNvPr>
          <p:cNvSpPr txBox="1">
            <a:spLocks/>
          </p:cNvSpPr>
          <p:nvPr/>
        </p:nvSpPr>
        <p:spPr>
          <a:xfrm>
            <a:off x="258709" y="616226"/>
            <a:ext cx="10506372" cy="6693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2075"/>
            <a:r>
              <a:rPr lang="en-US" sz="2400" b="1">
                <a:solidFill>
                  <a:schemeClr val="tx2"/>
                </a:solidFill>
                <a:latin typeface="+mn-lt"/>
              </a:rPr>
              <a:t>Top 5 Purchase projects </a:t>
            </a:r>
            <a:r>
              <a:rPr lang="en-US" sz="2400" b="1" err="1">
                <a:solidFill>
                  <a:schemeClr val="tx2"/>
                </a:solidFill>
                <a:latin typeface="+mn-lt"/>
              </a:rPr>
              <a:t>exFCA</a:t>
            </a:r>
            <a:r>
              <a:rPr lang="en-US" sz="2400" b="1">
                <a:solidFill>
                  <a:schemeClr val="tx2"/>
                </a:solidFill>
                <a:latin typeface="+mn-lt"/>
              </a:rPr>
              <a:t> </a:t>
            </a:r>
            <a:endParaRPr lang="en-US" sz="24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E87DD55E-DEC2-390A-972B-232DED580AC1}"/>
              </a:ext>
            </a:extLst>
          </p:cNvPr>
          <p:cNvSpPr txBox="1">
            <a:spLocks/>
          </p:cNvSpPr>
          <p:nvPr/>
        </p:nvSpPr>
        <p:spPr>
          <a:xfrm>
            <a:off x="0" y="6655424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JAN 2025</a:t>
            </a:r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1272B5C-619D-BB02-32A6-74A6E378E530}"/>
              </a:ext>
            </a:extLst>
          </p:cNvPr>
          <p:cNvSpPr txBox="1"/>
          <p:nvPr/>
        </p:nvSpPr>
        <p:spPr>
          <a:xfrm>
            <a:off x="-44251" y="6378425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autobiz, Q4 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781432F-6579-43BF-C9A2-6598F773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38" y="131751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/>
              <a:t>MISCELLANEOUS ANALYSIS </a:t>
            </a:r>
            <a:endParaRPr lang="en-US" b="1">
              <a:ea typeface="+mn-ea"/>
            </a:endParaRPr>
          </a:p>
        </p:txBody>
      </p:sp>
      <p:pic>
        <p:nvPicPr>
          <p:cNvPr id="5" name="Picture 2" descr="Drapeau de l'Espagne — Wikipédia">
            <a:extLst>
              <a:ext uri="{FF2B5EF4-FFF2-40B4-BE49-F238E27FC236}">
                <a16:creationId xmlns:a16="http://schemas.microsoft.com/office/drawing/2014/main" id="{3BA6E75D-8C12-D821-C736-E94EB4FCD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31961E-56DC-6924-76B1-1E009EE55833}"/>
              </a:ext>
            </a:extLst>
          </p:cNvPr>
          <p:cNvSpPr/>
          <p:nvPr/>
        </p:nvSpPr>
        <p:spPr>
          <a:xfrm>
            <a:off x="1371600" y="1211826"/>
            <a:ext cx="7756391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9453771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D9A65A-8133-272E-48B6-F9040601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207173"/>
            <a:ext cx="10515600" cy="594299"/>
          </a:xfrm>
        </p:spPr>
        <p:txBody>
          <a:bodyPr/>
          <a:lstStyle/>
          <a:p>
            <a:r>
              <a:rPr lang="en-US" b="1"/>
              <a:t>MISCELLANEOUS ANALYSIS 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9B47C8-C5E9-B992-641F-8362B697A1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Trade-in </a:t>
            </a:r>
            <a:r>
              <a:rPr lang="fr-FR" err="1"/>
              <a:t>vehicle</a:t>
            </a:r>
            <a:r>
              <a:rPr lang="fr-FR"/>
              <a:t> by brands xP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7EBE9F-E930-E536-4578-84125EE3E4F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/>
              <a:t>Octobre &amp; </a:t>
            </a:r>
            <a:r>
              <a:rPr lang="fr-FR" err="1"/>
              <a:t>November</a:t>
            </a:r>
            <a:r>
              <a:rPr lang="fr-FR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279B74-9DDB-A1C7-54A3-8291578DD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57</a:t>
            </a:fld>
            <a:endParaRPr lang="fr-FR"/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216E90FA-C0C0-B305-A68E-97B9FFCAE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D7E5677-BF12-53DF-CC69-48C4BBD89C6A}"/>
              </a:ext>
            </a:extLst>
          </p:cNvPr>
          <p:cNvSpPr/>
          <p:nvPr/>
        </p:nvSpPr>
        <p:spPr>
          <a:xfrm>
            <a:off x="622658" y="1315787"/>
            <a:ext cx="10446399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1262333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8F967-29D8-939F-4BA9-950909B6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76264"/>
            <a:ext cx="10515600" cy="594299"/>
          </a:xfrm>
        </p:spPr>
        <p:txBody>
          <a:bodyPr/>
          <a:lstStyle/>
          <a:p>
            <a:r>
              <a:rPr lang="en-US" b="1"/>
              <a:t>MISCELLANEOUS ANALYSIS 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58105F-D2C3-E3CF-D9D6-71A59CFF68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Trade-in </a:t>
            </a:r>
            <a:r>
              <a:rPr lang="fr-FR" err="1"/>
              <a:t>vehicle</a:t>
            </a:r>
            <a:r>
              <a:rPr lang="fr-FR"/>
              <a:t> by brands xF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05E671-7621-4ED2-B9E7-B26AD1BF0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/>
              <a:t>Octobre &amp; </a:t>
            </a:r>
            <a:r>
              <a:rPr lang="fr-FR" err="1"/>
              <a:t>November</a:t>
            </a:r>
            <a:r>
              <a:rPr lang="fr-FR"/>
              <a:t> 2025</a:t>
            </a: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32D78050-52D3-EBC4-D3C8-97527B0A9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DB71C4-0162-73AA-DB04-8932BA9E70E0}"/>
              </a:ext>
            </a:extLst>
          </p:cNvPr>
          <p:cNvSpPr/>
          <p:nvPr/>
        </p:nvSpPr>
        <p:spPr>
          <a:xfrm>
            <a:off x="188914" y="1211826"/>
            <a:ext cx="11118184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30744693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901A-1317-917E-3FF5-1708F946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D725652-C7D2-5C80-32E4-DC77DEBCCBFD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FD3B730-C6F5-A223-C8C1-493479EB3389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</a:t>
            </a:r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DIVE ANALYSIS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B4F7439-5567-46E7-1B06-7BA654CF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0E70A102-FEF5-4E7D-5E42-01BEB173C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59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194EF2-0AA0-1ED3-1B4A-AEA84E15EC1A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A9809A5A-9543-8E07-7303-FE411A11E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1A140F6-B283-2A53-35A6-FB14078F9023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DACC09BE-EE2E-80D7-FC5C-42343AEAFADD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03832BE3-2BD7-EC2B-0CE4-F59E929451CC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D3814E67-38F5-1120-5573-E6950E5BD9E7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41B4859E-3771-A8CA-A263-0C70694C118E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591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8867-BA91-F64E-7C09-237D9969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F2041-A1D7-0262-3836-347FD1DE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40" y="107929"/>
            <a:ext cx="10515600" cy="594299"/>
          </a:xfrm>
        </p:spPr>
        <p:txBody>
          <a:bodyPr/>
          <a:lstStyle/>
          <a:p>
            <a:r>
              <a:rPr lang="en-US"/>
              <a:t>OPEN POINTS</a:t>
            </a:r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5F77FA-905E-6543-C4F3-4FE566ABA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60</a:t>
            </a:fld>
            <a:endParaRPr lang="en-US" noProof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8B728726-6385-4E55-2FCA-A3EA55D90FCE}"/>
              </a:ext>
            </a:extLst>
          </p:cNvPr>
          <p:cNvGrpSpPr/>
          <p:nvPr/>
        </p:nvGrpSpPr>
        <p:grpSpPr>
          <a:xfrm>
            <a:off x="839771" y="979867"/>
            <a:ext cx="9879769" cy="2996232"/>
            <a:chOff x="1555261" y="1293678"/>
            <a:chExt cx="9563365" cy="2823451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5C924B77-AC11-6055-1B13-F0FD6E906CC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1555261" y="1293680"/>
              <a:ext cx="1436329" cy="2823449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VISIBILITY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C8FA50-9DD9-D611-E811-5F3EE535CC03}"/>
                </a:ext>
              </a:extLst>
            </p:cNvPr>
            <p:cNvSpPr/>
            <p:nvPr/>
          </p:nvSpPr>
          <p:spPr bwMode="auto">
            <a:xfrm>
              <a:off x="2971016" y="1293678"/>
              <a:ext cx="8147610" cy="2823449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457200" algn="just">
                <a:lnSpc>
                  <a:spcPct val="150000"/>
                </a:lnSpc>
              </a:pPr>
              <a:endParaRPr lang="en-US" sz="12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FD64A491-EEFE-E773-4844-316CDFD216A7}"/>
              </a:ext>
            </a:extLst>
          </p:cNvPr>
          <p:cNvGrpSpPr/>
          <p:nvPr/>
        </p:nvGrpSpPr>
        <p:grpSpPr>
          <a:xfrm>
            <a:off x="839771" y="4071286"/>
            <a:ext cx="9879769" cy="2508252"/>
            <a:chOff x="1555261" y="1293678"/>
            <a:chExt cx="9563365" cy="2202148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59209C66-1846-7D17-3482-80B6E174FD3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1555261" y="1293680"/>
              <a:ext cx="1436329" cy="2202146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JOURNEY</a:t>
              </a:r>
            </a:p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IMPROVEMENT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E1BA15-FD8A-EAF5-6EB6-4A135F3BFA95}"/>
                </a:ext>
              </a:extLst>
            </p:cNvPr>
            <p:cNvSpPr/>
            <p:nvPr/>
          </p:nvSpPr>
          <p:spPr bwMode="auto">
            <a:xfrm>
              <a:off x="2971016" y="1293678"/>
              <a:ext cx="8147610" cy="2202148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449263">
                <a:buNone/>
              </a:pPr>
              <a:endParaRPr lang="en-ZA" sz="12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84525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D2DA2-E573-03AE-B2CF-C04F068C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EAE458-CD17-DA0B-2ADF-CD227DA0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40" y="107929"/>
            <a:ext cx="10515600" cy="594299"/>
          </a:xfrm>
        </p:spPr>
        <p:txBody>
          <a:bodyPr/>
          <a:lstStyle/>
          <a:p>
            <a:r>
              <a:rPr lang="en-US"/>
              <a:t>OPEN POINTS</a:t>
            </a:r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645918-92B1-C951-0500-04C99AD59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61</a:t>
            </a:fld>
            <a:endParaRPr lang="en-US" noProof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B08DD44-6C46-0A87-3BAB-7448950D18A8}"/>
              </a:ext>
            </a:extLst>
          </p:cNvPr>
          <p:cNvGrpSpPr/>
          <p:nvPr/>
        </p:nvGrpSpPr>
        <p:grpSpPr>
          <a:xfrm>
            <a:off x="680057" y="920145"/>
            <a:ext cx="10515600" cy="2552575"/>
            <a:chOff x="1555261" y="1293678"/>
            <a:chExt cx="9563365" cy="2823451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B3EEBCA6-1779-D807-D8FF-C856959E87C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1555261" y="1293680"/>
              <a:ext cx="1436329" cy="2823449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TRACKING</a:t>
              </a:r>
            </a:p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OPTIMIZATION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49E92A-06C4-F893-3AAC-A9B8FBC029BB}"/>
                </a:ext>
              </a:extLst>
            </p:cNvPr>
            <p:cNvSpPr/>
            <p:nvPr/>
          </p:nvSpPr>
          <p:spPr bwMode="auto">
            <a:xfrm>
              <a:off x="2971016" y="1293678"/>
              <a:ext cx="8147610" cy="2823449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449263">
                <a:buNone/>
              </a:pPr>
              <a:endParaRPr lang="en-US" sz="12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AECB5F22-4C3B-CD98-D73E-4D7336465E99}"/>
              </a:ext>
            </a:extLst>
          </p:cNvPr>
          <p:cNvSpPr txBox="1"/>
          <p:nvPr/>
        </p:nvSpPr>
        <p:spPr>
          <a:xfrm>
            <a:off x="3850515" y="6465000"/>
            <a:ext cx="61150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002060"/>
                </a:solidFill>
                <a:cs typeface="Calibri Light"/>
              </a:rPr>
              <a:t>*  Additional costs</a:t>
            </a:r>
            <a:endParaRPr lang="fr-FR" sz="1050" b="1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498B019C-8E2E-FA86-CFF7-BB1C0DD93FF9}"/>
              </a:ext>
            </a:extLst>
          </p:cNvPr>
          <p:cNvGrpSpPr/>
          <p:nvPr/>
        </p:nvGrpSpPr>
        <p:grpSpPr>
          <a:xfrm>
            <a:off x="680057" y="3619678"/>
            <a:ext cx="10515600" cy="2737599"/>
            <a:chOff x="1555261" y="1293678"/>
            <a:chExt cx="9563365" cy="2823451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C66E151-E3B0-CDC7-DF76-062F568013F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1555261" y="1293680"/>
              <a:ext cx="1436329" cy="2823449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CRM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A7C2A6-C799-C63E-91C9-09A8C5A12C3C}"/>
                </a:ext>
              </a:extLst>
            </p:cNvPr>
            <p:cNvSpPr/>
            <p:nvPr/>
          </p:nvSpPr>
          <p:spPr bwMode="auto">
            <a:xfrm>
              <a:off x="2971016" y="1293678"/>
              <a:ext cx="8147610" cy="2823449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457200" indent="-7938" algn="just">
                <a:lnSpc>
                  <a:spcPct val="150000"/>
                </a:lnSpc>
              </a:pPr>
              <a:endParaRPr lang="en-US" sz="12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61345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1AF57-E6A8-0DD1-FB74-54930977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199D8-8463-793C-E014-D3ADC677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40" y="107929"/>
            <a:ext cx="10515600" cy="594299"/>
          </a:xfrm>
        </p:spPr>
        <p:txBody>
          <a:bodyPr/>
          <a:lstStyle/>
          <a:p>
            <a:r>
              <a:rPr lang="en-US"/>
              <a:t>OPEN POINTS</a:t>
            </a:r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6C24D6-B43C-7392-332A-C3B52710F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62</a:t>
            </a:fld>
            <a:endParaRPr lang="en-US" noProof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12442AB5-C161-2100-F090-EE94A4721F29}"/>
              </a:ext>
            </a:extLst>
          </p:cNvPr>
          <p:cNvGrpSpPr/>
          <p:nvPr/>
        </p:nvGrpSpPr>
        <p:grpSpPr>
          <a:xfrm>
            <a:off x="839771" y="1359569"/>
            <a:ext cx="9563365" cy="3541203"/>
            <a:chOff x="1555261" y="1829008"/>
            <a:chExt cx="9563365" cy="2833822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B0C93C71-BAA4-5FF6-1781-8960EB63244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1555261" y="1829008"/>
              <a:ext cx="1436329" cy="2823449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REVENUE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B34B48-1334-B2E9-44D1-D623FBD41F51}"/>
                </a:ext>
              </a:extLst>
            </p:cNvPr>
            <p:cNvSpPr/>
            <p:nvPr/>
          </p:nvSpPr>
          <p:spPr bwMode="auto">
            <a:xfrm>
              <a:off x="2971016" y="1839383"/>
              <a:ext cx="8147610" cy="2823447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lvl="1" indent="-337820" algn="just">
                <a:lnSpc>
                  <a:spcPct val="150000"/>
                </a:lnSpc>
                <a:buClr>
                  <a:srgbClr val="FF4B00"/>
                </a:buClr>
              </a:pPr>
              <a:endParaRPr lang="en-ZA" sz="1200" b="1" dirty="0">
                <a:solidFill>
                  <a:srgbClr val="002060"/>
                </a:solidFill>
                <a:cs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75917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641DC-BA45-3668-2287-7AF7D3DC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A8593B6-BF55-F24D-14DE-95FC349BA2D6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49FF017-EA57-9065-3E35-E5BBE6A8E0E1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</a:t>
            </a:r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DIVE ANALYSIS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F688259-D34A-4586-3ACB-57057C55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2D0C86F0-8855-E716-3B79-C04908E92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63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316A97-84CA-6AF3-B72C-62AE22AB3181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pic>
        <p:nvPicPr>
          <p:cNvPr id="7" name="Picture 2" descr="Drapeau de l'Espagne — Wikipédia">
            <a:extLst>
              <a:ext uri="{FF2B5EF4-FFF2-40B4-BE49-F238E27FC236}">
                <a16:creationId xmlns:a16="http://schemas.microsoft.com/office/drawing/2014/main" id="{2A8A3455-5EB0-07ED-A85B-CFA527760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B76096A3-4A44-AD2A-BDEE-63EA5A256525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43266BAE-848D-D277-80AB-8F1646DF12C8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66665A39-C03A-19E7-D003-8AB92C2B1670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6A4BD990-9066-0D22-2701-3EA1FC78DB89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  <a:endParaRPr lang="en-US" sz="1600" b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ECA26375-ECFE-3B57-472D-A6E515070EE7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2805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26ACE2-B678-7F5E-248A-C1DE1A163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64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FF1899-3F48-C9F7-CC86-68B6495D82EE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 terms of NC leads generated, 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Spain</a:t>
            </a: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ranks on 3</a:t>
            </a:r>
            <a:r>
              <a:rPr lang="en-US" sz="1200" baseline="300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rd</a:t>
            </a: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position.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There has been a 98% YoY growth for Spain NC leads.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NC leads have increased across all markets except Portugal, Belgique and Austria. 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844DC4C-9AD7-4C2D-E68D-EC1B0449A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9" y="6093022"/>
            <a:ext cx="3019846" cy="4096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6C3793-7233-7809-009B-D8982E93F202}"/>
              </a:ext>
            </a:extLst>
          </p:cNvPr>
          <p:cNvSpPr txBox="1">
            <a:spLocks/>
          </p:cNvSpPr>
          <p:nvPr/>
        </p:nvSpPr>
        <p:spPr>
          <a:xfrm>
            <a:off x="258763" y="140363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4A60987-C202-D19C-6D42-4D5EC5F97A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6947580" cy="573088"/>
          </a:xfrm>
        </p:spPr>
        <p:txBody>
          <a:bodyPr>
            <a:normAutofit/>
          </a:bodyPr>
          <a:lstStyle/>
          <a:p>
            <a:r>
              <a:rPr lang="fr-FR" dirty="0"/>
              <a:t>All leads and </a:t>
            </a:r>
            <a:r>
              <a:rPr lang="fr-FR" dirty="0" err="1"/>
              <a:t>growth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-over-</a:t>
            </a:r>
            <a:r>
              <a:rPr lang="fr-FR" dirty="0" err="1"/>
              <a:t>Year</a:t>
            </a:r>
            <a:r>
              <a:rPr lang="fr-FR" dirty="0"/>
              <a:t> all </a:t>
            </a:r>
            <a:r>
              <a:rPr lang="fr-FR" dirty="0" err="1"/>
              <a:t>markets</a:t>
            </a:r>
            <a:endParaRPr lang="fr-FR" dirty="0"/>
          </a:p>
        </p:txBody>
      </p:sp>
      <p:sp>
        <p:nvSpPr>
          <p:cNvPr id="8" name="Espace réservé de la date 4">
            <a:extLst>
              <a:ext uri="{FF2B5EF4-FFF2-40B4-BE49-F238E27FC236}">
                <a16:creationId xmlns:a16="http://schemas.microsoft.com/office/drawing/2014/main" id="{F656CC80-0B73-6A7F-EBBE-AEBFE5FAA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604375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AC002E96-4034-260B-276D-A6917F904AE5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pic>
        <p:nvPicPr>
          <p:cNvPr id="3" name="Image 2" descr="Une image contenant texte, capture d’écran, carte, Police&#10;&#10;Le contenu généré par l’IA peut être incorrect.">
            <a:extLst>
              <a:ext uri="{FF2B5EF4-FFF2-40B4-BE49-F238E27FC236}">
                <a16:creationId xmlns:a16="http://schemas.microsoft.com/office/drawing/2014/main" id="{A7C70473-DFF2-7F71-00C7-F58CA44A8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32414"/>
            <a:ext cx="7943712" cy="45347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2EE678-10F6-B4C9-1EB0-D06D8FAD9BC9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42110087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BCE0-D2F6-CD20-40A9-3321210E2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0456B5-0AB1-4FBA-9837-24B777A0C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65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051C04-A873-4163-3044-3652D67865A5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 terms of NC leads generated, 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Spain</a:t>
            </a: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ranks on 3</a:t>
            </a:r>
            <a:r>
              <a:rPr lang="en-US" sz="1200" baseline="300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rd</a:t>
            </a: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position.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There has been a 98% YoY growth for Spain NC leads.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NC leads have increased across all markets except Portugal, Belgique and Austria. 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E176FBE-5BA7-1A27-F844-C05515FF1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9" y="6093022"/>
            <a:ext cx="3019846" cy="4096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9E74C7E-E585-AB23-5E6B-73A56E55289D}"/>
              </a:ext>
            </a:extLst>
          </p:cNvPr>
          <p:cNvSpPr txBox="1">
            <a:spLocks/>
          </p:cNvSpPr>
          <p:nvPr/>
        </p:nvSpPr>
        <p:spPr>
          <a:xfrm>
            <a:off x="258763" y="140363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E62FB2D-442A-3A46-75D1-B314DCC6E4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2" y="615950"/>
            <a:ext cx="6370637" cy="573088"/>
          </a:xfrm>
        </p:spPr>
        <p:txBody>
          <a:bodyPr>
            <a:normAutofit/>
          </a:bodyPr>
          <a:lstStyle/>
          <a:p>
            <a:r>
              <a:rPr lang="fr-FR" dirty="0"/>
              <a:t>NC leads and </a:t>
            </a:r>
            <a:r>
              <a:rPr lang="fr-FR" dirty="0" err="1"/>
              <a:t>growth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-over-</a:t>
            </a:r>
            <a:r>
              <a:rPr lang="fr-FR" dirty="0" err="1"/>
              <a:t>Year</a:t>
            </a:r>
            <a:r>
              <a:rPr lang="fr-FR" dirty="0"/>
              <a:t> all </a:t>
            </a:r>
            <a:r>
              <a:rPr lang="fr-FR" dirty="0" err="1"/>
              <a:t>markets</a:t>
            </a:r>
            <a:endParaRPr lang="fr-FR" dirty="0"/>
          </a:p>
        </p:txBody>
      </p:sp>
      <p:sp>
        <p:nvSpPr>
          <p:cNvPr id="8" name="Espace réservé de la date 4">
            <a:extLst>
              <a:ext uri="{FF2B5EF4-FFF2-40B4-BE49-F238E27FC236}">
                <a16:creationId xmlns:a16="http://schemas.microsoft.com/office/drawing/2014/main" id="{4A8AD9F3-E6B0-C06D-AB7E-C875BD1C4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800318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A570000C-F4F4-E2B8-F7CF-CF03E9A27E99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pic>
        <p:nvPicPr>
          <p:cNvPr id="3" name="Image 2" descr="Une image contenant texte, car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E4CE00B-B55C-4B5C-4B9F-E00C64203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59" y="1254444"/>
            <a:ext cx="7783011" cy="49727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962517-54CB-724A-D968-AE0A72DBE051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4875486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6F9C-AE5C-BADF-65D5-BD5C02E9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3A42-40B7-4D3E-87C8-F53E27B5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40363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CCF5F-C00D-DBBC-A11B-9B8ED44BE0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fr-FR"/>
              <a:t>Total leads and </a:t>
            </a:r>
            <a:r>
              <a:rPr lang="fr-FR" err="1"/>
              <a:t>growth</a:t>
            </a:r>
            <a:r>
              <a:rPr lang="fr-FR"/>
              <a:t> </a:t>
            </a:r>
            <a:r>
              <a:rPr lang="fr-FR" err="1"/>
              <a:t>Year</a:t>
            </a:r>
            <a:r>
              <a:rPr lang="fr-FR"/>
              <a:t>-over-</a:t>
            </a:r>
            <a:r>
              <a:rPr lang="fr-FR" err="1"/>
              <a:t>Year</a:t>
            </a: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E8160-84F5-2741-32FF-4E4F17851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66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0BCA69-E913-1D6B-7E60-A4C4A69AF5AB}"/>
              </a:ext>
            </a:extLst>
          </p:cNvPr>
          <p:cNvSpPr/>
          <p:nvPr/>
        </p:nvSpPr>
        <p:spPr>
          <a:xfrm>
            <a:off x="221340" y="5465187"/>
            <a:ext cx="11749320" cy="1010099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 showed growth in both month-over-month (MoM) and year-over-year (YoY) evaluations.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NC leads represent 44% of the total leads generated, reflecting a 6 percentage point decrease compared to the previous month.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leading contributor of leads for the month is Trade-in only with 45%.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F8A08B9-1A18-0F37-2D1E-91917ECB2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40" y="1210249"/>
            <a:ext cx="11687045" cy="4179187"/>
          </a:xfrm>
          <a:prstGeom prst="rect">
            <a:avLst/>
          </a:prstGeom>
        </p:spPr>
      </p:pic>
      <p:sp>
        <p:nvSpPr>
          <p:cNvPr id="13" name="Espace réservé de la date 4">
            <a:extLst>
              <a:ext uri="{FF2B5EF4-FFF2-40B4-BE49-F238E27FC236}">
                <a16:creationId xmlns:a16="http://schemas.microsoft.com/office/drawing/2014/main" id="{E0797254-C02C-87C2-EDEE-8448EFBE2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800318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4" name="Espace réservé de la date 4">
            <a:extLst>
              <a:ext uri="{FF2B5EF4-FFF2-40B4-BE49-F238E27FC236}">
                <a16:creationId xmlns:a16="http://schemas.microsoft.com/office/drawing/2014/main" id="{2E3AE1C0-0D77-63FB-F3B7-2C78D119256F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pic>
        <p:nvPicPr>
          <p:cNvPr id="4" name="Picture 2" descr="Drapeau de l'Espagne — Wikipédia">
            <a:extLst>
              <a:ext uri="{FF2B5EF4-FFF2-40B4-BE49-F238E27FC236}">
                <a16:creationId xmlns:a16="http://schemas.microsoft.com/office/drawing/2014/main" id="{C22A6F92-0B0A-3C43-F1C3-4F5534EB0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8B6B7F-23AE-561B-0261-84E819043F42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11907149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2E93-4817-654B-A534-FCAA09F3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C9C7-7FB0-E30E-E022-A8590A9F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40363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422B7-FD15-8BF3-420A-804069E9D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fr-FR"/>
              <a:t>NC leads and </a:t>
            </a:r>
            <a:r>
              <a:rPr lang="fr-FR" err="1"/>
              <a:t>growth</a:t>
            </a:r>
            <a:r>
              <a:rPr lang="fr-FR"/>
              <a:t> </a:t>
            </a:r>
            <a:r>
              <a:rPr lang="fr-FR" err="1"/>
              <a:t>Year</a:t>
            </a:r>
            <a:r>
              <a:rPr lang="fr-FR"/>
              <a:t>-over-</a:t>
            </a:r>
            <a:r>
              <a:rPr lang="fr-FR" err="1"/>
              <a:t>Year</a:t>
            </a: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1777-D213-166F-71E5-9CA0D480F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67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EB6C1-B02A-B51B-4045-9C731248B59C}"/>
              </a:ext>
            </a:extLst>
          </p:cNvPr>
          <p:cNvSpPr/>
          <p:nvPr/>
        </p:nvSpPr>
        <p:spPr>
          <a:xfrm>
            <a:off x="135305" y="5426584"/>
            <a:ext cx="11749320" cy="1010099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 showed growth in both month-over-month (MoM) and year-over-year (YoY) evaluations.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NC leads represent 44% of the total leads generated, reflecting a 6 percentage point decrease compared to the previous month.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leading contributor of leads for the month is Trade-in only with 45%.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47FC2BC-C1F9-12DB-4887-9F6554D95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40" y="1210250"/>
            <a:ext cx="11687045" cy="4101980"/>
          </a:xfrm>
          <a:prstGeom prst="rect">
            <a:avLst/>
          </a:prstGeom>
        </p:spPr>
      </p:pic>
      <p:sp>
        <p:nvSpPr>
          <p:cNvPr id="4" name="Espace réservé de la date 4">
            <a:extLst>
              <a:ext uri="{FF2B5EF4-FFF2-40B4-BE49-F238E27FC236}">
                <a16:creationId xmlns:a16="http://schemas.microsoft.com/office/drawing/2014/main" id="{D71B4FBC-F642-E3D4-FB03-4A3714186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800318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7" name="Espace réservé de la date 4">
            <a:extLst>
              <a:ext uri="{FF2B5EF4-FFF2-40B4-BE49-F238E27FC236}">
                <a16:creationId xmlns:a16="http://schemas.microsoft.com/office/drawing/2014/main" id="{01C7AC2A-9E9F-0A39-B0A0-5A86576C5A86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pic>
        <p:nvPicPr>
          <p:cNvPr id="8" name="Picture 2" descr="Drapeau de l'Espagne — Wikipédia">
            <a:extLst>
              <a:ext uri="{FF2B5EF4-FFF2-40B4-BE49-F238E27FC236}">
                <a16:creationId xmlns:a16="http://schemas.microsoft.com/office/drawing/2014/main" id="{9E385FDC-8526-721D-A996-199E1D264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96AEB3-5ABF-BFFD-2AE7-6845C9E3D0FA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35583260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60E7F09D-D957-5C55-A5B6-307825A484CF}"/>
              </a:ext>
            </a:extLst>
          </p:cNvPr>
          <p:cNvGrpSpPr/>
          <p:nvPr/>
        </p:nvGrpSpPr>
        <p:grpSpPr>
          <a:xfrm>
            <a:off x="4231811" y="3405883"/>
            <a:ext cx="3021744" cy="2028647"/>
            <a:chOff x="5937579" y="3621156"/>
            <a:chExt cx="3021744" cy="2028647"/>
          </a:xfrm>
        </p:grpSpPr>
        <p:sp>
          <p:nvSpPr>
            <p:cNvPr id="18" name="Espace réservé du texte 2">
              <a:extLst>
                <a:ext uri="{FF2B5EF4-FFF2-40B4-BE49-F238E27FC236}">
                  <a16:creationId xmlns:a16="http://schemas.microsoft.com/office/drawing/2014/main" id="{EDC43F9B-321C-B7CA-E78B-DD1125830417}"/>
                </a:ext>
              </a:extLst>
            </p:cNvPr>
            <p:cNvSpPr txBox="1">
              <a:spLocks/>
            </p:cNvSpPr>
            <p:nvPr/>
          </p:nvSpPr>
          <p:spPr>
            <a:xfrm>
              <a:off x="5937579" y="4190712"/>
              <a:ext cx="3021744" cy="1459091"/>
            </a:xfrm>
            <a:prstGeom prst="rect">
              <a:avLst/>
            </a:prstGeom>
            <a:solidFill>
              <a:srgbClr val="ECF3FE"/>
            </a:solidFill>
          </p:spPr>
          <p:txBody>
            <a:bodyPr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rgbClr val="2B3C5F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1400" kern="1200">
                  <a:solidFill>
                    <a:srgbClr val="2B3C5F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400" b="1" noProof="0">
                <a:latin typeface="+mn-lt"/>
              </a:endParaRPr>
            </a:p>
            <a:p>
              <a:pPr marL="0" indent="0" algn="ctr">
                <a:buNone/>
              </a:pPr>
              <a:r>
                <a:rPr lang="fr-FR" sz="1400" b="1">
                  <a:solidFill>
                    <a:schemeClr val="accent1">
                      <a:lumMod val="75000"/>
                    </a:schemeClr>
                  </a:solidFill>
                </a:rPr>
                <a:t>Digital Key </a:t>
              </a:r>
              <a:r>
                <a:rPr lang="fr-FR" sz="1400" b="1" err="1">
                  <a:solidFill>
                    <a:schemeClr val="accent1">
                      <a:lumMod val="75000"/>
                    </a:schemeClr>
                  </a:solidFill>
                </a:rPr>
                <a:t>Account</a:t>
              </a:r>
              <a:r>
                <a:rPr lang="fr-FR" sz="1400" b="1">
                  <a:solidFill>
                    <a:schemeClr val="accent1">
                      <a:lumMod val="75000"/>
                    </a:schemeClr>
                  </a:solidFill>
                </a:rPr>
                <a:t> Manager team</a:t>
              </a:r>
            </a:p>
            <a:p>
              <a:pPr marL="0" indent="0">
                <a:buNone/>
              </a:pPr>
              <a:endParaRPr lang="fr-FR" sz="1400">
                <a:solidFill>
                  <a:schemeClr val="accent1">
                    <a:lumMod val="75000"/>
                  </a:schemeClr>
                </a:solidFill>
              </a:endParaRPr>
            </a:p>
            <a:p>
              <a:pPr marL="0" indent="0" algn="ctr">
                <a:buNone/>
              </a:pPr>
              <a:r>
                <a:rPr lang="fr-FR" sz="1400">
                  <a:solidFill>
                    <a:schemeClr val="accent1">
                      <a:lumMod val="75000"/>
                    </a:schemeClr>
                  </a:solidFill>
                </a:rPr>
                <a:t>dkam@autobiz.com</a:t>
              </a:r>
            </a:p>
            <a:p>
              <a:pPr marL="0" indent="0">
                <a:buNone/>
              </a:pPr>
              <a:endParaRPr lang="fr-FR" sz="1400">
                <a:solidFill>
                  <a:schemeClr val="accent1">
                    <a:lumMod val="75000"/>
                  </a:schemeClr>
                </a:solidFill>
              </a:endParaRPr>
            </a:p>
            <a:p>
              <a:pPr marL="0" indent="0">
                <a:buNone/>
              </a:pPr>
              <a:endParaRPr lang="fr-FR" sz="14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9" name="Freeform 88">
              <a:extLst>
                <a:ext uri="{FF2B5EF4-FFF2-40B4-BE49-F238E27FC236}">
                  <a16:creationId xmlns:a16="http://schemas.microsoft.com/office/drawing/2014/main" id="{FE049EAF-3CE1-2D96-A26B-08D94B274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688" y="3621156"/>
              <a:ext cx="729781" cy="739833"/>
            </a:xfrm>
            <a:custGeom>
              <a:avLst/>
              <a:gdLst>
                <a:gd name="T0" fmla="*/ 2147483647 w 601"/>
                <a:gd name="T1" fmla="*/ 2147483647 h 609"/>
                <a:gd name="T2" fmla="*/ 2147483647 w 601"/>
                <a:gd name="T3" fmla="*/ 2147483647 h 609"/>
                <a:gd name="T4" fmla="*/ 0 w 601"/>
                <a:gd name="T5" fmla="*/ 2147483647 h 609"/>
                <a:gd name="T6" fmla="*/ 2147483647 w 601"/>
                <a:gd name="T7" fmla="*/ 0 h 609"/>
                <a:gd name="T8" fmla="*/ 2147483647 w 601"/>
                <a:gd name="T9" fmla="*/ 2147483647 h 609"/>
                <a:gd name="T10" fmla="*/ 2147483647 w 601"/>
                <a:gd name="T11" fmla="*/ 2147483647 h 609"/>
                <a:gd name="T12" fmla="*/ 2147483647 w 601"/>
                <a:gd name="T13" fmla="*/ 2147483647 h 609"/>
                <a:gd name="T14" fmla="*/ 2147483647 w 601"/>
                <a:gd name="T15" fmla="*/ 2147483647 h 609"/>
                <a:gd name="T16" fmla="*/ 2147483647 w 601"/>
                <a:gd name="T17" fmla="*/ 2147483647 h 609"/>
                <a:gd name="T18" fmla="*/ 2147483647 w 601"/>
                <a:gd name="T19" fmla="*/ 2147483647 h 609"/>
                <a:gd name="T20" fmla="*/ 2147483647 w 601"/>
                <a:gd name="T21" fmla="*/ 2147483647 h 609"/>
                <a:gd name="T22" fmla="*/ 2147483647 w 601"/>
                <a:gd name="T23" fmla="*/ 2147483647 h 609"/>
                <a:gd name="T24" fmla="*/ 2147483647 w 601"/>
                <a:gd name="T25" fmla="*/ 2147483647 h 609"/>
                <a:gd name="T26" fmla="*/ 2147483647 w 601"/>
                <a:gd name="T27" fmla="*/ 2147483647 h 609"/>
                <a:gd name="T28" fmla="*/ 2147483647 w 601"/>
                <a:gd name="T29" fmla="*/ 2147483647 h 609"/>
                <a:gd name="T30" fmla="*/ 2147483647 w 601"/>
                <a:gd name="T31" fmla="*/ 2147483647 h 609"/>
                <a:gd name="T32" fmla="*/ 2147483647 w 601"/>
                <a:gd name="T33" fmla="*/ 2147483647 h 609"/>
                <a:gd name="T34" fmla="*/ 2147483647 w 601"/>
                <a:gd name="T35" fmla="*/ 2147483647 h 609"/>
                <a:gd name="T36" fmla="*/ 2147483647 w 601"/>
                <a:gd name="T37" fmla="*/ 2147483647 h 609"/>
                <a:gd name="T38" fmla="*/ 2147483647 w 601"/>
                <a:gd name="T39" fmla="*/ 2147483647 h 609"/>
                <a:gd name="T40" fmla="*/ 2147483647 w 601"/>
                <a:gd name="T41" fmla="*/ 2147483647 h 609"/>
                <a:gd name="T42" fmla="*/ 2147483647 w 601"/>
                <a:gd name="T43" fmla="*/ 2147483647 h 609"/>
                <a:gd name="T44" fmla="*/ 2147483647 w 601"/>
                <a:gd name="T45" fmla="*/ 2147483647 h 609"/>
                <a:gd name="T46" fmla="*/ 2147483647 w 601"/>
                <a:gd name="T47" fmla="*/ 2147483647 h 609"/>
                <a:gd name="T48" fmla="*/ 2147483647 w 601"/>
                <a:gd name="T49" fmla="*/ 2147483647 h 609"/>
                <a:gd name="T50" fmla="*/ 2147483647 w 601"/>
                <a:gd name="T51" fmla="*/ 2147483647 h 609"/>
                <a:gd name="T52" fmla="*/ 2147483647 w 601"/>
                <a:gd name="T53" fmla="*/ 2147483647 h 609"/>
                <a:gd name="T54" fmla="*/ 2147483647 w 601"/>
                <a:gd name="T55" fmla="*/ 2147483647 h 60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01" h="609">
                  <a:moveTo>
                    <a:pt x="297" y="608"/>
                  </a:moveTo>
                  <a:lnTo>
                    <a:pt x="297" y="608"/>
                  </a:lnTo>
                  <a:cubicBezTo>
                    <a:pt x="134" y="608"/>
                    <a:pt x="0" y="474"/>
                    <a:pt x="0" y="304"/>
                  </a:cubicBezTo>
                  <a:cubicBezTo>
                    <a:pt x="0" y="135"/>
                    <a:pt x="134" y="0"/>
                    <a:pt x="297" y="0"/>
                  </a:cubicBezTo>
                  <a:cubicBezTo>
                    <a:pt x="466" y="0"/>
                    <a:pt x="600" y="135"/>
                    <a:pt x="600" y="304"/>
                  </a:cubicBezTo>
                  <a:cubicBezTo>
                    <a:pt x="600" y="474"/>
                    <a:pt x="466" y="608"/>
                    <a:pt x="297" y="608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2" y="57"/>
                    <a:pt x="56" y="170"/>
                    <a:pt x="56" y="304"/>
                  </a:cubicBezTo>
                  <a:cubicBezTo>
                    <a:pt x="56" y="368"/>
                    <a:pt x="78" y="425"/>
                    <a:pt x="120" y="467"/>
                  </a:cubicBezTo>
                  <a:cubicBezTo>
                    <a:pt x="155" y="453"/>
                    <a:pt x="141" y="467"/>
                    <a:pt x="183" y="446"/>
                  </a:cubicBezTo>
                  <a:cubicBezTo>
                    <a:pt x="233" y="425"/>
                    <a:pt x="247" y="418"/>
                    <a:pt x="247" y="418"/>
                  </a:cubicBezTo>
                  <a:cubicBezTo>
                    <a:pt x="247" y="375"/>
                    <a:pt x="247" y="375"/>
                    <a:pt x="247" y="375"/>
                  </a:cubicBezTo>
                  <a:cubicBezTo>
                    <a:pt x="247" y="375"/>
                    <a:pt x="226" y="361"/>
                    <a:pt x="219" y="319"/>
                  </a:cubicBezTo>
                  <a:cubicBezTo>
                    <a:pt x="212" y="326"/>
                    <a:pt x="205" y="304"/>
                    <a:pt x="205" y="297"/>
                  </a:cubicBezTo>
                  <a:cubicBezTo>
                    <a:pt x="205" y="283"/>
                    <a:pt x="198" y="255"/>
                    <a:pt x="212" y="255"/>
                  </a:cubicBezTo>
                  <a:cubicBezTo>
                    <a:pt x="212" y="234"/>
                    <a:pt x="212" y="220"/>
                    <a:pt x="212" y="205"/>
                  </a:cubicBezTo>
                  <a:cubicBezTo>
                    <a:pt x="212" y="177"/>
                    <a:pt x="247" y="135"/>
                    <a:pt x="297" y="135"/>
                  </a:cubicBezTo>
                  <a:cubicBezTo>
                    <a:pt x="360" y="135"/>
                    <a:pt x="381" y="177"/>
                    <a:pt x="389" y="205"/>
                  </a:cubicBezTo>
                  <a:cubicBezTo>
                    <a:pt x="389" y="220"/>
                    <a:pt x="389" y="234"/>
                    <a:pt x="381" y="255"/>
                  </a:cubicBezTo>
                  <a:cubicBezTo>
                    <a:pt x="396" y="255"/>
                    <a:pt x="389" y="283"/>
                    <a:pt x="389" y="297"/>
                  </a:cubicBezTo>
                  <a:cubicBezTo>
                    <a:pt x="389" y="304"/>
                    <a:pt x="389" y="326"/>
                    <a:pt x="374" y="319"/>
                  </a:cubicBezTo>
                  <a:cubicBezTo>
                    <a:pt x="367" y="361"/>
                    <a:pt x="353" y="375"/>
                    <a:pt x="353" y="375"/>
                  </a:cubicBezTo>
                  <a:cubicBezTo>
                    <a:pt x="353" y="418"/>
                    <a:pt x="353" y="418"/>
                    <a:pt x="353" y="418"/>
                  </a:cubicBezTo>
                  <a:cubicBezTo>
                    <a:pt x="353" y="418"/>
                    <a:pt x="367" y="425"/>
                    <a:pt x="410" y="446"/>
                  </a:cubicBezTo>
                  <a:cubicBezTo>
                    <a:pt x="459" y="467"/>
                    <a:pt x="445" y="453"/>
                    <a:pt x="480" y="467"/>
                  </a:cubicBezTo>
                  <a:cubicBezTo>
                    <a:pt x="523" y="425"/>
                    <a:pt x="544" y="368"/>
                    <a:pt x="544" y="304"/>
                  </a:cubicBezTo>
                  <a:cubicBezTo>
                    <a:pt x="544" y="170"/>
                    <a:pt x="431" y="57"/>
                    <a:pt x="297" y="57"/>
                  </a:cubicBezTo>
                  <a:close/>
                </a:path>
              </a:pathLst>
            </a:custGeom>
            <a:solidFill>
              <a:srgbClr val="FF4B00"/>
            </a:solidFill>
            <a:ln>
              <a:noFill/>
            </a:ln>
          </p:spPr>
          <p:txBody>
            <a:bodyPr wrap="none" anchor="ctr"/>
            <a:lstStyle/>
            <a:p>
              <a:endParaRPr lang="en-US" noProof="0"/>
            </a:p>
          </p:txBody>
        </p:sp>
      </p:grpSp>
      <p:sp>
        <p:nvSpPr>
          <p:cNvPr id="20" name="TextBox 1">
            <a:extLst>
              <a:ext uri="{FF2B5EF4-FFF2-40B4-BE49-F238E27FC236}">
                <a16:creationId xmlns:a16="http://schemas.microsoft.com/office/drawing/2014/main" id="{C22750F2-9E58-D876-095C-3F604F223B4E}"/>
              </a:ext>
            </a:extLst>
          </p:cNvPr>
          <p:cNvSpPr txBox="1"/>
          <p:nvPr/>
        </p:nvSpPr>
        <p:spPr>
          <a:xfrm>
            <a:off x="2260600" y="1745035"/>
            <a:ext cx="6586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noProof="0">
                <a:solidFill>
                  <a:schemeClr val="bg1"/>
                </a:solidFill>
              </a:rPr>
              <a:t>Contacts</a:t>
            </a:r>
          </a:p>
        </p:txBody>
      </p:sp>
      <p:sp>
        <p:nvSpPr>
          <p:cNvPr id="21" name="Freeform 75">
            <a:extLst>
              <a:ext uri="{FF2B5EF4-FFF2-40B4-BE49-F238E27FC236}">
                <a16:creationId xmlns:a16="http://schemas.microsoft.com/office/drawing/2014/main" id="{1498B841-9CE6-9387-8F17-A00B23EF7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1768708"/>
            <a:ext cx="976312" cy="783652"/>
          </a:xfrm>
          <a:custGeom>
            <a:avLst/>
            <a:gdLst>
              <a:gd name="T0" fmla="*/ 531908 w 497"/>
              <a:gd name="T1" fmla="*/ 0 h 400"/>
              <a:gd name="T2" fmla="*/ 531908 w 497"/>
              <a:gd name="T3" fmla="*/ 0 h 400"/>
              <a:gd name="T4" fmla="*/ 63637 w 497"/>
              <a:gd name="T5" fmla="*/ 0 h 400"/>
              <a:gd name="T6" fmla="*/ 0 w 497"/>
              <a:gd name="T7" fmla="*/ 52620 h 400"/>
              <a:gd name="T8" fmla="*/ 0 w 497"/>
              <a:gd name="T9" fmla="*/ 413788 h 400"/>
              <a:gd name="T10" fmla="*/ 63637 w 497"/>
              <a:gd name="T11" fmla="*/ 477172 h 400"/>
              <a:gd name="T12" fmla="*/ 531908 w 497"/>
              <a:gd name="T13" fmla="*/ 477172 h 400"/>
              <a:gd name="T14" fmla="*/ 595545 w 497"/>
              <a:gd name="T15" fmla="*/ 413788 h 400"/>
              <a:gd name="T16" fmla="*/ 595545 w 497"/>
              <a:gd name="T17" fmla="*/ 52620 h 400"/>
              <a:gd name="T18" fmla="*/ 531908 w 497"/>
              <a:gd name="T19" fmla="*/ 0 h 400"/>
              <a:gd name="T20" fmla="*/ 531908 w 497"/>
              <a:gd name="T21" fmla="*/ 413788 h 400"/>
              <a:gd name="T22" fmla="*/ 531908 w 497"/>
              <a:gd name="T23" fmla="*/ 413788 h 400"/>
              <a:gd name="T24" fmla="*/ 63637 w 497"/>
              <a:gd name="T25" fmla="*/ 413788 h 400"/>
              <a:gd name="T26" fmla="*/ 63637 w 497"/>
              <a:gd name="T27" fmla="*/ 52620 h 400"/>
              <a:gd name="T28" fmla="*/ 531908 w 497"/>
              <a:gd name="T29" fmla="*/ 52620 h 400"/>
              <a:gd name="T30" fmla="*/ 531908 w 497"/>
              <a:gd name="T31" fmla="*/ 413788 h 400"/>
              <a:gd name="T32" fmla="*/ 266555 w 497"/>
              <a:gd name="T33" fmla="*/ 297784 h 400"/>
              <a:gd name="T34" fmla="*/ 266555 w 497"/>
              <a:gd name="T35" fmla="*/ 297784 h 400"/>
              <a:gd name="T36" fmla="*/ 116468 w 497"/>
              <a:gd name="T37" fmla="*/ 297784 h 400"/>
              <a:gd name="T38" fmla="*/ 116468 w 497"/>
              <a:gd name="T39" fmla="*/ 350405 h 400"/>
              <a:gd name="T40" fmla="*/ 266555 w 497"/>
              <a:gd name="T41" fmla="*/ 350405 h 400"/>
              <a:gd name="T42" fmla="*/ 266555 w 497"/>
              <a:gd name="T43" fmla="*/ 297784 h 400"/>
              <a:gd name="T44" fmla="*/ 266555 w 497"/>
              <a:gd name="T45" fmla="*/ 212874 h 400"/>
              <a:gd name="T46" fmla="*/ 266555 w 497"/>
              <a:gd name="T47" fmla="*/ 212874 h 400"/>
              <a:gd name="T48" fmla="*/ 116468 w 497"/>
              <a:gd name="T49" fmla="*/ 212874 h 400"/>
              <a:gd name="T50" fmla="*/ 116468 w 497"/>
              <a:gd name="T51" fmla="*/ 265494 h 400"/>
              <a:gd name="T52" fmla="*/ 266555 w 497"/>
              <a:gd name="T53" fmla="*/ 265494 h 400"/>
              <a:gd name="T54" fmla="*/ 266555 w 497"/>
              <a:gd name="T55" fmla="*/ 212874 h 400"/>
              <a:gd name="T56" fmla="*/ 266555 w 497"/>
              <a:gd name="T57" fmla="*/ 117200 h 400"/>
              <a:gd name="T58" fmla="*/ 266555 w 497"/>
              <a:gd name="T59" fmla="*/ 117200 h 400"/>
              <a:gd name="T60" fmla="*/ 116468 w 497"/>
              <a:gd name="T61" fmla="*/ 117200 h 400"/>
              <a:gd name="T62" fmla="*/ 116468 w 497"/>
              <a:gd name="T63" fmla="*/ 171017 h 400"/>
              <a:gd name="T64" fmla="*/ 266555 w 497"/>
              <a:gd name="T65" fmla="*/ 171017 h 400"/>
              <a:gd name="T66" fmla="*/ 266555 w 497"/>
              <a:gd name="T67" fmla="*/ 117200 h 400"/>
              <a:gd name="T68" fmla="*/ 467071 w 497"/>
              <a:gd name="T69" fmla="*/ 307351 h 400"/>
              <a:gd name="T70" fmla="*/ 467071 w 497"/>
              <a:gd name="T71" fmla="*/ 307351 h 400"/>
              <a:gd name="T72" fmla="*/ 425046 w 497"/>
              <a:gd name="T73" fmla="*/ 276258 h 400"/>
              <a:gd name="T74" fmla="*/ 457465 w 497"/>
              <a:gd name="T75" fmla="*/ 180584 h 400"/>
              <a:gd name="T76" fmla="*/ 403434 w 497"/>
              <a:gd name="T77" fmla="*/ 117200 h 400"/>
              <a:gd name="T78" fmla="*/ 350603 w 497"/>
              <a:gd name="T79" fmla="*/ 180584 h 400"/>
              <a:gd name="T80" fmla="*/ 383022 w 497"/>
              <a:gd name="T81" fmla="*/ 276258 h 400"/>
              <a:gd name="T82" fmla="*/ 330191 w 497"/>
              <a:gd name="T83" fmla="*/ 307351 h 400"/>
              <a:gd name="T84" fmla="*/ 330191 w 497"/>
              <a:gd name="T85" fmla="*/ 350405 h 400"/>
              <a:gd name="T86" fmla="*/ 477877 w 497"/>
              <a:gd name="T87" fmla="*/ 350405 h 400"/>
              <a:gd name="T88" fmla="*/ 467071 w 497"/>
              <a:gd name="T89" fmla="*/ 307351 h 4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97" h="400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3"/>
                  <a:pt x="17" y="399"/>
                  <a:pt x="53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6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8"/>
                  <a:pt x="470" y="0"/>
                  <a:pt x="443" y="0"/>
                </a:cubicBezTo>
                <a:close/>
                <a:moveTo>
                  <a:pt x="443" y="346"/>
                </a:moveTo>
                <a:lnTo>
                  <a:pt x="443" y="346"/>
                </a:lnTo>
                <a:cubicBezTo>
                  <a:pt x="53" y="346"/>
                  <a:pt x="53" y="346"/>
                  <a:pt x="53" y="346"/>
                </a:cubicBezTo>
                <a:cubicBezTo>
                  <a:pt x="53" y="44"/>
                  <a:pt x="53" y="44"/>
                  <a:pt x="53" y="44"/>
                </a:cubicBezTo>
                <a:cubicBezTo>
                  <a:pt x="443" y="44"/>
                  <a:pt x="443" y="44"/>
                  <a:pt x="443" y="44"/>
                </a:cubicBezTo>
                <a:lnTo>
                  <a:pt x="443" y="346"/>
                </a:lnTo>
                <a:close/>
                <a:moveTo>
                  <a:pt x="222" y="249"/>
                </a:moveTo>
                <a:lnTo>
                  <a:pt x="222" y="249"/>
                </a:lnTo>
                <a:cubicBezTo>
                  <a:pt x="97" y="249"/>
                  <a:pt x="97" y="249"/>
                  <a:pt x="97" y="249"/>
                </a:cubicBezTo>
                <a:cubicBezTo>
                  <a:pt x="97" y="293"/>
                  <a:pt x="97" y="293"/>
                  <a:pt x="97" y="293"/>
                </a:cubicBezTo>
                <a:cubicBezTo>
                  <a:pt x="222" y="293"/>
                  <a:pt x="222" y="293"/>
                  <a:pt x="222" y="293"/>
                </a:cubicBezTo>
                <a:lnTo>
                  <a:pt x="222" y="249"/>
                </a:lnTo>
                <a:close/>
                <a:moveTo>
                  <a:pt x="222" y="178"/>
                </a:moveTo>
                <a:lnTo>
                  <a:pt x="222" y="178"/>
                </a:lnTo>
                <a:cubicBezTo>
                  <a:pt x="97" y="178"/>
                  <a:pt x="97" y="178"/>
                  <a:pt x="97" y="178"/>
                </a:cubicBezTo>
                <a:cubicBezTo>
                  <a:pt x="97" y="222"/>
                  <a:pt x="97" y="222"/>
                  <a:pt x="97" y="222"/>
                </a:cubicBezTo>
                <a:cubicBezTo>
                  <a:pt x="222" y="222"/>
                  <a:pt x="222" y="222"/>
                  <a:pt x="222" y="222"/>
                </a:cubicBezTo>
                <a:lnTo>
                  <a:pt x="222" y="178"/>
                </a:lnTo>
                <a:close/>
                <a:moveTo>
                  <a:pt x="222" y="98"/>
                </a:moveTo>
                <a:lnTo>
                  <a:pt x="222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43"/>
                  <a:pt x="97" y="143"/>
                  <a:pt x="97" y="143"/>
                </a:cubicBezTo>
                <a:cubicBezTo>
                  <a:pt x="222" y="143"/>
                  <a:pt x="222" y="143"/>
                  <a:pt x="222" y="143"/>
                </a:cubicBezTo>
                <a:lnTo>
                  <a:pt x="222" y="98"/>
                </a:lnTo>
                <a:close/>
                <a:moveTo>
                  <a:pt x="389" y="257"/>
                </a:moveTo>
                <a:lnTo>
                  <a:pt x="389" y="257"/>
                </a:lnTo>
                <a:cubicBezTo>
                  <a:pt x="389" y="257"/>
                  <a:pt x="354" y="249"/>
                  <a:pt x="354" y="231"/>
                </a:cubicBezTo>
                <a:cubicBezTo>
                  <a:pt x="354" y="204"/>
                  <a:pt x="381" y="196"/>
                  <a:pt x="381" y="151"/>
                </a:cubicBezTo>
                <a:cubicBezTo>
                  <a:pt x="381" y="125"/>
                  <a:pt x="372" y="98"/>
                  <a:pt x="336" y="98"/>
                </a:cubicBezTo>
                <a:cubicBezTo>
                  <a:pt x="301" y="98"/>
                  <a:pt x="292" y="125"/>
                  <a:pt x="292" y="151"/>
                </a:cubicBezTo>
                <a:cubicBezTo>
                  <a:pt x="292" y="196"/>
                  <a:pt x="319" y="204"/>
                  <a:pt x="319" y="231"/>
                </a:cubicBezTo>
                <a:cubicBezTo>
                  <a:pt x="319" y="249"/>
                  <a:pt x="275" y="257"/>
                  <a:pt x="275" y="257"/>
                </a:cubicBezTo>
                <a:lnTo>
                  <a:pt x="275" y="293"/>
                </a:lnTo>
                <a:cubicBezTo>
                  <a:pt x="398" y="293"/>
                  <a:pt x="398" y="293"/>
                  <a:pt x="398" y="293"/>
                </a:cubicBezTo>
                <a:cubicBezTo>
                  <a:pt x="398" y="293"/>
                  <a:pt x="398" y="257"/>
                  <a:pt x="389" y="2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endParaRPr lang="en-US" sz="900" noProof="0"/>
          </a:p>
        </p:txBody>
      </p:sp>
      <p:sp>
        <p:nvSpPr>
          <p:cNvPr id="7" name="Espace réservé du numéro de diapositive 10">
            <a:extLst>
              <a:ext uri="{FF2B5EF4-FFF2-40B4-BE49-F238E27FC236}">
                <a16:creationId xmlns:a16="http://schemas.microsoft.com/office/drawing/2014/main" id="{63AC9B29-DF3F-8E03-D562-72F04DDC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68</a:t>
            </a:fld>
            <a:endParaRPr lang="en-US" noProof="0"/>
          </a:p>
        </p:txBody>
      </p:sp>
      <p:pic>
        <p:nvPicPr>
          <p:cNvPr id="3" name="Picture 2" descr="Drapeau de l'Espagne — Wikipédia">
            <a:extLst>
              <a:ext uri="{FF2B5EF4-FFF2-40B4-BE49-F238E27FC236}">
                <a16:creationId xmlns:a16="http://schemas.microsoft.com/office/drawing/2014/main" id="{1D426139-FC88-A842-3B5E-224EBA2C4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56" y="250095"/>
            <a:ext cx="1007014" cy="671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621304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8c8e12-e326-4a04-ac59-e9fa9584893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4BE79F8F5EF24394EAC8C4081870EB" ma:contentTypeVersion="13" ma:contentTypeDescription="Crée un document." ma:contentTypeScope="" ma:versionID="4e4cb89b927625d909c4dcf25d140bf2">
  <xsd:schema xmlns:xsd="http://www.w3.org/2001/XMLSchema" xmlns:xs="http://www.w3.org/2001/XMLSchema" xmlns:p="http://schemas.microsoft.com/office/2006/metadata/properties" xmlns:ns3="bf8c8e12-e326-4a04-ac59-e9fa95848938" targetNamespace="http://schemas.microsoft.com/office/2006/metadata/properties" ma:root="true" ma:fieldsID="91272e5e268b40440f417e35427175cf" ns3:_="">
    <xsd:import namespace="bf8c8e12-e326-4a04-ac59-e9fa9584893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8c8e12-e326-4a04-ac59-e9fa958489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8594E9-77AB-4F35-99A2-A20A0BF9BB61}">
  <ds:schemaRefs>
    <ds:schemaRef ds:uri="http://schemas.microsoft.com/office/2006/metadata/properties"/>
    <ds:schemaRef ds:uri="bf8c8e12-e326-4a04-ac59-e9fa95848938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2F097F-0E14-4F9E-A665-A82F0C8C9613}">
  <ds:schemaRefs>
    <ds:schemaRef ds:uri="bf8c8e12-e326-4a04-ac59-e9fa958489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595EAEC-7F91-419F-ABD9-843E811435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3272</TotalTime>
  <Words>1777</Words>
  <Application>Microsoft Office PowerPoint</Application>
  <PresentationFormat>Grand écran</PresentationFormat>
  <Paragraphs>506</Paragraphs>
  <Slides>68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68</vt:i4>
      </vt:variant>
    </vt:vector>
  </HeadingPairs>
  <TitlesOfParts>
    <vt:vector size="77" baseType="lpstr">
      <vt:lpstr>Aptos</vt:lpstr>
      <vt:lpstr>Aptos Light</vt:lpstr>
      <vt:lpstr>Arial</vt:lpstr>
      <vt:lpstr>Calibri</vt:lpstr>
      <vt:lpstr>Calibri bold</vt:lpstr>
      <vt:lpstr>Calibri Light</vt:lpstr>
      <vt:lpstr>DS Automobiles Office</vt:lpstr>
      <vt:lpstr>Segoe Sans</vt:lpstr>
      <vt:lpstr>Office Theme</vt:lpstr>
      <vt:lpstr>Présentation PowerPoint</vt:lpstr>
      <vt:lpstr>Agenda</vt:lpstr>
      <vt:lpstr>EXECUTIVE SUMMARY</vt:lpstr>
      <vt:lpstr>EXECUTIVE SUMMARY</vt:lpstr>
      <vt:lpstr>Agenda</vt:lpstr>
      <vt:lpstr>EXECUTIVE SUMMARY</vt:lpstr>
      <vt:lpstr>EXECUTIVE SUMMARY</vt:lpstr>
      <vt:lpstr>EXECUTIVE SUMMARY</vt:lpstr>
      <vt:lpstr>EXECUTIVE SUMMARY</vt:lpstr>
      <vt:lpstr>EXECUTIVE SUMMARY</vt:lpstr>
      <vt:lpstr>Présentation PowerPoint</vt:lpstr>
      <vt:lpstr>Présentation PowerPoint</vt:lpstr>
      <vt:lpstr>Agenda</vt:lpstr>
      <vt:lpstr>NC Sales Conversion</vt:lpstr>
      <vt:lpstr>NC Sales Conversion </vt:lpstr>
      <vt:lpstr>SALES PERFORMANCE</vt:lpstr>
      <vt:lpstr>Agenda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Agenda</vt:lpstr>
      <vt:lpstr>MISCELLANEOUS ANALYSIS </vt:lpstr>
      <vt:lpstr>MISCELLANEOUS ANALYSIS </vt:lpstr>
      <vt:lpstr>MISCELLANEOUS ANALYSIS </vt:lpstr>
      <vt:lpstr>MISCELLANEOUS ANALYSIS </vt:lpstr>
      <vt:lpstr>Agenda</vt:lpstr>
      <vt:lpstr>OPEN POINTS</vt:lpstr>
      <vt:lpstr>OPEN POINTS</vt:lpstr>
      <vt:lpstr>OPEN POINTS</vt:lpstr>
      <vt:lpstr>Agenda</vt:lpstr>
      <vt:lpstr>Présentation PowerPoint</vt:lpstr>
      <vt:lpstr>Présentation PowerPoint</vt:lpstr>
      <vt:lpstr>EXECUTIVE SUMMARY</vt:lpstr>
      <vt:lpstr>EXECUTIVE SUMMARY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Sébastien VAUCELLE</dc:creator>
  <cp:lastModifiedBy>Safiatou MORO</cp:lastModifiedBy>
  <cp:revision>5</cp:revision>
  <cp:lastPrinted>2019-08-23T15:22:49Z</cp:lastPrinted>
  <dcterms:created xsi:type="dcterms:W3CDTF">2019-05-07T08:31:34Z</dcterms:created>
  <dcterms:modified xsi:type="dcterms:W3CDTF">2026-04-21T12:48:45Z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0x010100384BE79F8F5EF24394EAC8C4081870EB</vt:lpwstr>
  </property>
</Properties>
</file>