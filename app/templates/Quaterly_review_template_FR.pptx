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1262" r:id="rId5"/>
    <p:sldId id="2147472907" r:id="rId6"/>
    <p:sldId id="2147472969" r:id="rId7"/>
    <p:sldId id="2147472987" r:id="rId8"/>
    <p:sldId id="2147472986" r:id="rId9"/>
    <p:sldId id="2147472999" r:id="rId10"/>
    <p:sldId id="2147473000" r:id="rId11"/>
    <p:sldId id="2147472953" r:id="rId12"/>
    <p:sldId id="2147472970" r:id="rId13"/>
    <p:sldId id="2147472528" r:id="rId14"/>
    <p:sldId id="2147472951" r:id="rId15"/>
    <p:sldId id="2147472869" r:id="rId16"/>
    <p:sldId id="2147472913" r:id="rId17"/>
    <p:sldId id="2147472873" r:id="rId18"/>
    <p:sldId id="2147472657" r:id="rId19"/>
    <p:sldId id="2147472963" r:id="rId20"/>
    <p:sldId id="2147472954" r:id="rId21"/>
    <p:sldId id="2147472955" r:id="rId22"/>
    <p:sldId id="2147472964" r:id="rId23"/>
    <p:sldId id="2147472998" r:id="rId24"/>
    <p:sldId id="2147472976" r:id="rId25"/>
    <p:sldId id="2147472897" r:id="rId26"/>
    <p:sldId id="2147472890" r:id="rId27"/>
    <p:sldId id="2147472950" r:id="rId28"/>
    <p:sldId id="2147472989" r:id="rId29"/>
    <p:sldId id="2147472871" r:id="rId30"/>
    <p:sldId id="2147472996" r:id="rId31"/>
    <p:sldId id="2147472480" r:id="rId32"/>
  </p:sldIdLst>
  <p:sldSz cx="12192000" cy="6858000"/>
  <p:notesSz cx="7315200" cy="96012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ébastien VAUCELLE" initials="SV" lastIdx="3" clrIdx="0">
    <p:extLst>
      <p:ext uri="{19B8F6BF-5375-455C-9EA6-DF929625EA0E}">
        <p15:presenceInfo xmlns:p15="http://schemas.microsoft.com/office/powerpoint/2012/main" userId="S-1-5-21-4015772884-1558307891-1633393085-369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8FF"/>
    <a:srgbClr val="FF4B00"/>
    <a:srgbClr val="C0C0C0"/>
    <a:srgbClr val="DDEBF7"/>
    <a:srgbClr val="FFF9E7"/>
    <a:srgbClr val="043882"/>
    <a:srgbClr val="FEFEFE"/>
    <a:srgbClr val="44546A"/>
    <a:srgbClr val="009246"/>
    <a:srgbClr val="5F6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7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490" y="31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commentAuthors" Target="comment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fiatou MORO" userId="ddb57cc4-b27a-4e20-a662-fed37f92d3d1" providerId="ADAL" clId="{05BD29F9-DCB6-4BEE-8DED-49FF75B6D9CA}"/>
    <pc:docChg chg="custSel modSld">
      <pc:chgData name="Safiatou MORO" userId="ddb57cc4-b27a-4e20-a662-fed37f92d3d1" providerId="ADAL" clId="{05BD29F9-DCB6-4BEE-8DED-49FF75B6D9CA}" dt="2025-10-21T00:38:54.030" v="14" actId="1076"/>
      <pc:docMkLst>
        <pc:docMk/>
      </pc:docMkLst>
      <pc:sldChg chg="delSp modSp mod">
        <pc:chgData name="Safiatou MORO" userId="ddb57cc4-b27a-4e20-a662-fed37f92d3d1" providerId="ADAL" clId="{05BD29F9-DCB6-4BEE-8DED-49FF75B6D9CA}" dt="2025-10-21T00:38:35.708" v="8" actId="1076"/>
        <pc:sldMkLst>
          <pc:docMk/>
          <pc:sldMk cId="2848731970" sldId="2147472873"/>
        </pc:sldMkLst>
        <pc:spChg chg="del">
          <ac:chgData name="Safiatou MORO" userId="ddb57cc4-b27a-4e20-a662-fed37f92d3d1" providerId="ADAL" clId="{05BD29F9-DCB6-4BEE-8DED-49FF75B6D9CA}" dt="2025-10-21T00:38:09.193" v="1" actId="478"/>
          <ac:spMkLst>
            <pc:docMk/>
            <pc:sldMk cId="2848731970" sldId="2147472873"/>
            <ac:spMk id="7" creationId="{1146CD5F-6BB1-BE20-F0E6-989996D90D60}"/>
          </ac:spMkLst>
        </pc:spChg>
        <pc:spChg chg="del">
          <ac:chgData name="Safiatou MORO" userId="ddb57cc4-b27a-4e20-a662-fed37f92d3d1" providerId="ADAL" clId="{05BD29F9-DCB6-4BEE-8DED-49FF75B6D9CA}" dt="2025-10-21T00:38:25.737" v="6" actId="478"/>
          <ac:spMkLst>
            <pc:docMk/>
            <pc:sldMk cId="2848731970" sldId="2147472873"/>
            <ac:spMk id="8" creationId="{A3570948-1430-9798-A471-6BE38BA8C955}"/>
          </ac:spMkLst>
        </pc:spChg>
        <pc:spChg chg="del">
          <ac:chgData name="Safiatou MORO" userId="ddb57cc4-b27a-4e20-a662-fed37f92d3d1" providerId="ADAL" clId="{05BD29F9-DCB6-4BEE-8DED-49FF75B6D9CA}" dt="2025-10-21T00:38:11.628" v="2" actId="478"/>
          <ac:spMkLst>
            <pc:docMk/>
            <pc:sldMk cId="2848731970" sldId="2147472873"/>
            <ac:spMk id="9" creationId="{DEB80C1A-1CB2-AFEC-07F2-AB354D16A26E}"/>
          </ac:spMkLst>
        </pc:spChg>
        <pc:spChg chg="del">
          <ac:chgData name="Safiatou MORO" userId="ddb57cc4-b27a-4e20-a662-fed37f92d3d1" providerId="ADAL" clId="{05BD29F9-DCB6-4BEE-8DED-49FF75B6D9CA}" dt="2025-10-21T00:38:24.212" v="5" actId="478"/>
          <ac:spMkLst>
            <pc:docMk/>
            <pc:sldMk cId="2848731970" sldId="2147472873"/>
            <ac:spMk id="10" creationId="{1C246B03-29E7-E987-035F-6356AC0783E9}"/>
          </ac:spMkLst>
        </pc:spChg>
        <pc:spChg chg="mod">
          <ac:chgData name="Safiatou MORO" userId="ddb57cc4-b27a-4e20-a662-fed37f92d3d1" providerId="ADAL" clId="{05BD29F9-DCB6-4BEE-8DED-49FF75B6D9CA}" dt="2025-10-21T00:38:32.338" v="7" actId="1076"/>
          <ac:spMkLst>
            <pc:docMk/>
            <pc:sldMk cId="2848731970" sldId="2147472873"/>
            <ac:spMk id="11" creationId="{5CB54503-40B9-50BC-7A4D-9CEA82D629CB}"/>
          </ac:spMkLst>
        </pc:spChg>
        <pc:spChg chg="mod">
          <ac:chgData name="Safiatou MORO" userId="ddb57cc4-b27a-4e20-a662-fed37f92d3d1" providerId="ADAL" clId="{05BD29F9-DCB6-4BEE-8DED-49FF75B6D9CA}" dt="2025-10-21T00:38:35.708" v="8" actId="1076"/>
          <ac:spMkLst>
            <pc:docMk/>
            <pc:sldMk cId="2848731970" sldId="2147472873"/>
            <ac:spMk id="13" creationId="{18E1B7B0-B60A-D2B9-5026-78520E9F10AD}"/>
          </ac:spMkLst>
        </pc:spChg>
        <pc:spChg chg="del">
          <ac:chgData name="Safiatou MORO" userId="ddb57cc4-b27a-4e20-a662-fed37f92d3d1" providerId="ADAL" clId="{05BD29F9-DCB6-4BEE-8DED-49FF75B6D9CA}" dt="2025-10-21T00:38:11.628" v="2" actId="478"/>
          <ac:spMkLst>
            <pc:docMk/>
            <pc:sldMk cId="2848731970" sldId="2147472873"/>
            <ac:spMk id="18" creationId="{46445CB1-EAAF-322D-6299-AE388DBDE188}"/>
          </ac:spMkLst>
        </pc:spChg>
        <pc:spChg chg="del">
          <ac:chgData name="Safiatou MORO" userId="ddb57cc4-b27a-4e20-a662-fed37f92d3d1" providerId="ADAL" clId="{05BD29F9-DCB6-4BEE-8DED-49FF75B6D9CA}" dt="2025-10-21T00:38:11.628" v="2" actId="478"/>
          <ac:spMkLst>
            <pc:docMk/>
            <pc:sldMk cId="2848731970" sldId="2147472873"/>
            <ac:spMk id="19" creationId="{69CD61F7-C398-9B59-9A5B-1B83BD7B8DEE}"/>
          </ac:spMkLst>
        </pc:spChg>
        <pc:grpChg chg="del">
          <ac:chgData name="Safiatou MORO" userId="ddb57cc4-b27a-4e20-a662-fed37f92d3d1" providerId="ADAL" clId="{05BD29F9-DCB6-4BEE-8DED-49FF75B6D9CA}" dt="2025-10-21T00:38:11.628" v="2" actId="478"/>
          <ac:grpSpMkLst>
            <pc:docMk/>
            <pc:sldMk cId="2848731970" sldId="2147472873"/>
            <ac:grpSpMk id="17" creationId="{D32C7242-67CE-04AC-BEF5-1BD877D4424B}"/>
          </ac:grpSpMkLst>
        </pc:grpChg>
        <pc:grpChg chg="del">
          <ac:chgData name="Safiatou MORO" userId="ddb57cc4-b27a-4e20-a662-fed37f92d3d1" providerId="ADAL" clId="{05BD29F9-DCB6-4BEE-8DED-49FF75B6D9CA}" dt="2025-10-21T00:38:24.212" v="5" actId="478"/>
          <ac:grpSpMkLst>
            <pc:docMk/>
            <pc:sldMk cId="2848731970" sldId="2147472873"/>
            <ac:grpSpMk id="24" creationId="{C6D2B6BD-3132-A5E8-9338-6B8381646993}"/>
          </ac:grpSpMkLst>
        </pc:grpChg>
        <pc:picChg chg="del">
          <ac:chgData name="Safiatou MORO" userId="ddb57cc4-b27a-4e20-a662-fed37f92d3d1" providerId="ADAL" clId="{05BD29F9-DCB6-4BEE-8DED-49FF75B6D9CA}" dt="2025-10-21T00:38:24.212" v="5" actId="478"/>
          <ac:picMkLst>
            <pc:docMk/>
            <pc:sldMk cId="2848731970" sldId="2147472873"/>
            <ac:picMk id="23" creationId="{E36BD4B9-3068-B841-5429-B1B58A9B51C1}"/>
          </ac:picMkLst>
        </pc:picChg>
      </pc:sldChg>
      <pc:sldChg chg="delSp modSp mod">
        <pc:chgData name="Safiatou MORO" userId="ddb57cc4-b27a-4e20-a662-fed37f92d3d1" providerId="ADAL" clId="{05BD29F9-DCB6-4BEE-8DED-49FF75B6D9CA}" dt="2025-10-21T00:38:54.030" v="14" actId="1076"/>
        <pc:sldMkLst>
          <pc:docMk/>
          <pc:sldMk cId="2940771854" sldId="2147472913"/>
        </pc:sldMkLst>
        <pc:spChg chg="del">
          <ac:chgData name="Safiatou MORO" userId="ddb57cc4-b27a-4e20-a662-fed37f92d3d1" providerId="ADAL" clId="{05BD29F9-DCB6-4BEE-8DED-49FF75B6D9CA}" dt="2025-10-21T00:38:47.601" v="12" actId="478"/>
          <ac:spMkLst>
            <pc:docMk/>
            <pc:sldMk cId="2940771854" sldId="2147472913"/>
            <ac:spMk id="7" creationId="{BD6E5A12-2CC3-76C1-64E0-909169834815}"/>
          </ac:spMkLst>
        </pc:spChg>
        <pc:spChg chg="del">
          <ac:chgData name="Safiatou MORO" userId="ddb57cc4-b27a-4e20-a662-fed37f92d3d1" providerId="ADAL" clId="{05BD29F9-DCB6-4BEE-8DED-49FF75B6D9CA}" dt="2025-10-21T00:38:45.805" v="11" actId="478"/>
          <ac:spMkLst>
            <pc:docMk/>
            <pc:sldMk cId="2940771854" sldId="2147472913"/>
            <ac:spMk id="8" creationId="{EAC129D4-3E41-7821-D204-A6B51B3555B3}"/>
          </ac:spMkLst>
        </pc:spChg>
        <pc:spChg chg="del">
          <ac:chgData name="Safiatou MORO" userId="ddb57cc4-b27a-4e20-a662-fed37f92d3d1" providerId="ADAL" clId="{05BD29F9-DCB6-4BEE-8DED-49FF75B6D9CA}" dt="2025-10-21T00:38:45.805" v="11" actId="478"/>
          <ac:spMkLst>
            <pc:docMk/>
            <pc:sldMk cId="2940771854" sldId="2147472913"/>
            <ac:spMk id="9" creationId="{70D1447E-D457-9169-D23A-DBC6D782ED29}"/>
          </ac:spMkLst>
        </pc:spChg>
        <pc:spChg chg="del">
          <ac:chgData name="Safiatou MORO" userId="ddb57cc4-b27a-4e20-a662-fed37f92d3d1" providerId="ADAL" clId="{05BD29F9-DCB6-4BEE-8DED-49FF75B6D9CA}" dt="2025-10-21T00:38:45.805" v="11" actId="478"/>
          <ac:spMkLst>
            <pc:docMk/>
            <pc:sldMk cId="2940771854" sldId="2147472913"/>
            <ac:spMk id="10" creationId="{94B88016-0074-95C8-7A3A-2777ED57B7FE}"/>
          </ac:spMkLst>
        </pc:spChg>
        <pc:spChg chg="mod">
          <ac:chgData name="Safiatou MORO" userId="ddb57cc4-b27a-4e20-a662-fed37f92d3d1" providerId="ADAL" clId="{05BD29F9-DCB6-4BEE-8DED-49FF75B6D9CA}" dt="2025-10-21T00:38:51.492" v="13" actId="1076"/>
          <ac:spMkLst>
            <pc:docMk/>
            <pc:sldMk cId="2940771854" sldId="2147472913"/>
            <ac:spMk id="11" creationId="{226295F3-4936-3C8E-DB6E-1E8986FAFB0F}"/>
          </ac:spMkLst>
        </pc:spChg>
        <pc:spChg chg="mod">
          <ac:chgData name="Safiatou MORO" userId="ddb57cc4-b27a-4e20-a662-fed37f92d3d1" providerId="ADAL" clId="{05BD29F9-DCB6-4BEE-8DED-49FF75B6D9CA}" dt="2025-10-21T00:38:54.030" v="14" actId="1076"/>
          <ac:spMkLst>
            <pc:docMk/>
            <pc:sldMk cId="2940771854" sldId="2147472913"/>
            <ac:spMk id="12" creationId="{6930B976-58C7-8F89-09DA-C2FFC534C6E9}"/>
          </ac:spMkLst>
        </pc:spChg>
        <pc:spChg chg="del">
          <ac:chgData name="Safiatou MORO" userId="ddb57cc4-b27a-4e20-a662-fed37f92d3d1" providerId="ADAL" clId="{05BD29F9-DCB6-4BEE-8DED-49FF75B6D9CA}" dt="2025-10-21T00:38:45.805" v="11" actId="478"/>
          <ac:spMkLst>
            <pc:docMk/>
            <pc:sldMk cId="2940771854" sldId="2147472913"/>
            <ac:spMk id="19" creationId="{AC7BC3C5-36B4-8614-F3C1-DF74924E758D}"/>
          </ac:spMkLst>
        </pc:spChg>
        <pc:spChg chg="del">
          <ac:chgData name="Safiatou MORO" userId="ddb57cc4-b27a-4e20-a662-fed37f92d3d1" providerId="ADAL" clId="{05BD29F9-DCB6-4BEE-8DED-49FF75B6D9CA}" dt="2025-10-21T00:38:45.805" v="11" actId="478"/>
          <ac:spMkLst>
            <pc:docMk/>
            <pc:sldMk cId="2940771854" sldId="2147472913"/>
            <ac:spMk id="22" creationId="{41417087-A7E1-377D-B470-93D7D2A03601}"/>
          </ac:spMkLst>
        </pc:spChg>
        <pc:grpChg chg="del">
          <ac:chgData name="Safiatou MORO" userId="ddb57cc4-b27a-4e20-a662-fed37f92d3d1" providerId="ADAL" clId="{05BD29F9-DCB6-4BEE-8DED-49FF75B6D9CA}" dt="2025-10-21T00:38:45.805" v="11" actId="478"/>
          <ac:grpSpMkLst>
            <pc:docMk/>
            <pc:sldMk cId="2940771854" sldId="2147472913"/>
            <ac:grpSpMk id="44" creationId="{8005950E-EE85-F513-B260-1024D47F5A9F}"/>
          </ac:grpSpMkLst>
        </pc:grpChg>
        <pc:picChg chg="del">
          <ac:chgData name="Safiatou MORO" userId="ddb57cc4-b27a-4e20-a662-fed37f92d3d1" providerId="ADAL" clId="{05BD29F9-DCB6-4BEE-8DED-49FF75B6D9CA}" dt="2025-10-21T00:38:45.805" v="11" actId="478"/>
          <ac:picMkLst>
            <pc:docMk/>
            <pc:sldMk cId="2940771854" sldId="2147472913"/>
            <ac:picMk id="24" creationId="{46ADC7A3-71CC-3345-58E0-AAFD6BCF1A6E}"/>
          </ac:picMkLst>
        </pc:picChg>
        <pc:picChg chg="del">
          <ac:chgData name="Safiatou MORO" userId="ddb57cc4-b27a-4e20-a662-fed37f92d3d1" providerId="ADAL" clId="{05BD29F9-DCB6-4BEE-8DED-49FF75B6D9CA}" dt="2025-10-21T00:38:45.805" v="11" actId="478"/>
          <ac:picMkLst>
            <pc:docMk/>
            <pc:sldMk cId="2940771854" sldId="2147472913"/>
            <ac:picMk id="29" creationId="{8CBEF26B-FD58-74CC-0585-E3C7669B9333}"/>
          </ac:picMkLst>
        </pc:picChg>
        <pc:picChg chg="del">
          <ac:chgData name="Safiatou MORO" userId="ddb57cc4-b27a-4e20-a662-fed37f92d3d1" providerId="ADAL" clId="{05BD29F9-DCB6-4BEE-8DED-49FF75B6D9CA}" dt="2025-10-21T00:38:45.805" v="11" actId="478"/>
          <ac:picMkLst>
            <pc:docMk/>
            <pc:sldMk cId="2940771854" sldId="2147472913"/>
            <ac:picMk id="31" creationId="{2C5F39BE-56CB-EBA8-3384-209ED9EB181D}"/>
          </ac:picMkLst>
        </pc:picChg>
      </pc:sldChg>
    </pc:docChg>
  </pc:docChgLst>
  <pc:docChgLst>
    <pc:chgData name="Marie-Adélaïde Freymuth" userId="5192debb-cd52-4035-bb40-bb365f7d6e62" providerId="ADAL" clId="{446D2DA5-4302-4287-995B-92FB40D15840}"/>
    <pc:docChg chg="undo custSel addSld delSld modSld sldOrd modNotesMaster modHandout">
      <pc:chgData name="Marie-Adélaïde Freymuth" userId="5192debb-cd52-4035-bb40-bb365f7d6e62" providerId="ADAL" clId="{446D2DA5-4302-4287-995B-92FB40D15840}" dt="2025-10-08T08:44:21.377" v="9574" actId="255"/>
      <pc:docMkLst>
        <pc:docMk/>
      </pc:docMkLst>
      <pc:sldChg chg="modSp mod">
        <pc:chgData name="Marie-Adélaïde Freymuth" userId="5192debb-cd52-4035-bb40-bb365f7d6e62" providerId="ADAL" clId="{446D2DA5-4302-4287-995B-92FB40D15840}" dt="2025-10-08T08:16:12.254" v="9506" actId="20577"/>
        <pc:sldMkLst>
          <pc:docMk/>
          <pc:sldMk cId="679651262" sldId="1262"/>
        </pc:sldMkLst>
        <pc:spChg chg="mod">
          <ac:chgData name="Marie-Adélaïde Freymuth" userId="5192debb-cd52-4035-bb40-bb365f7d6e62" providerId="ADAL" clId="{446D2DA5-4302-4287-995B-92FB40D15840}" dt="2025-10-08T08:16:12.254" v="9506" actId="20577"/>
          <ac:spMkLst>
            <pc:docMk/>
            <pc:sldMk cId="679651262" sldId="1262"/>
            <ac:spMk id="6" creationId="{AFA16ABF-655A-9831-63F4-4E143067A33C}"/>
          </ac:spMkLst>
        </pc:spChg>
        <pc:spChg chg="mod">
          <ac:chgData name="Marie-Adélaïde Freymuth" userId="5192debb-cd52-4035-bb40-bb365f7d6e62" providerId="ADAL" clId="{446D2DA5-4302-4287-995B-92FB40D15840}" dt="2025-10-03T16:20:16.808" v="2670" actId="20577"/>
          <ac:spMkLst>
            <pc:docMk/>
            <pc:sldMk cId="679651262" sldId="1262"/>
            <ac:spMk id="16" creationId="{3E781EC7-9BC4-48C2-A2F2-F900DB85999A}"/>
          </ac:spMkLst>
        </pc:spChg>
      </pc:sldChg>
      <pc:sldChg chg="delSp modSp add mod">
        <pc:chgData name="Marie-Adélaïde Freymuth" userId="5192debb-cd52-4035-bb40-bb365f7d6e62" providerId="ADAL" clId="{446D2DA5-4302-4287-995B-92FB40D15840}" dt="2025-10-08T08:15:43.945" v="9495" actId="313"/>
        <pc:sldMkLst>
          <pc:docMk/>
          <pc:sldMk cId="671089631" sldId="2147472480"/>
        </pc:sldMkLst>
        <pc:spChg chg="mod">
          <ac:chgData name="Marie-Adélaïde Freymuth" userId="5192debb-cd52-4035-bb40-bb365f7d6e62" providerId="ADAL" clId="{446D2DA5-4302-4287-995B-92FB40D15840}" dt="2025-10-08T08:15:43.945" v="9495" actId="313"/>
          <ac:spMkLst>
            <pc:docMk/>
            <pc:sldMk cId="671089631" sldId="2147472480"/>
            <ac:spMk id="6" creationId="{12307956-9C68-2953-281E-A0FC9A54A15A}"/>
          </ac:spMkLst>
        </pc:spChg>
        <pc:spChg chg="mod">
          <ac:chgData name="Marie-Adélaïde Freymuth" userId="5192debb-cd52-4035-bb40-bb365f7d6e62" providerId="ADAL" clId="{446D2DA5-4302-4287-995B-92FB40D15840}" dt="2025-10-08T08:14:07.165" v="9435" actId="20577"/>
          <ac:spMkLst>
            <pc:docMk/>
            <pc:sldMk cId="671089631" sldId="2147472480"/>
            <ac:spMk id="15" creationId="{36DEAC7D-F6BE-2AF1-B85C-F8E50AF4AD4D}"/>
          </ac:spMkLst>
        </pc:spChg>
        <pc:grpChg chg="mod">
          <ac:chgData name="Marie-Adélaïde Freymuth" userId="5192debb-cd52-4035-bb40-bb365f7d6e62" providerId="ADAL" clId="{446D2DA5-4302-4287-995B-92FB40D15840}" dt="2025-10-08T08:12:18.577" v="9350" actId="1076"/>
          <ac:grpSpMkLst>
            <pc:docMk/>
            <pc:sldMk cId="671089631" sldId="2147472480"/>
            <ac:grpSpMk id="14" creationId="{CA70FDD3-BEBF-C89D-7BEE-67F39FA66663}"/>
          </ac:grpSpMkLst>
        </pc:grpChg>
      </pc:sldChg>
      <pc:sldChg chg="modSp add del mod modShow">
        <pc:chgData name="Marie-Adélaïde Freymuth" userId="5192debb-cd52-4035-bb40-bb365f7d6e62" providerId="ADAL" clId="{446D2DA5-4302-4287-995B-92FB40D15840}" dt="2025-10-06T03:24:01.410" v="4238" actId="47"/>
        <pc:sldMkLst>
          <pc:docMk/>
          <pc:sldMk cId="916574766" sldId="2147472495"/>
        </pc:sldMkLst>
      </pc:sldChg>
      <pc:sldChg chg="addSp delSp modSp add mod">
        <pc:chgData name="Marie-Adélaïde Freymuth" userId="5192debb-cd52-4035-bb40-bb365f7d6e62" providerId="ADAL" clId="{446D2DA5-4302-4287-995B-92FB40D15840}" dt="2025-10-07T08:00:15.317" v="8865" actId="13926"/>
        <pc:sldMkLst>
          <pc:docMk/>
          <pc:sldMk cId="2186846067" sldId="2147472528"/>
        </pc:sldMkLst>
      </pc:sldChg>
      <pc:sldChg chg="modSp add mod">
        <pc:chgData name="Marie-Adélaïde Freymuth" userId="5192debb-cd52-4035-bb40-bb365f7d6e62" providerId="ADAL" clId="{446D2DA5-4302-4287-995B-92FB40D15840}" dt="2025-10-08T08:15:35.581" v="9453" actId="313"/>
        <pc:sldMkLst>
          <pc:docMk/>
          <pc:sldMk cId="1545298389" sldId="2147472657"/>
        </pc:sldMkLst>
        <pc:spChg chg="mod">
          <ac:chgData name="Marie-Adélaïde Freymuth" userId="5192debb-cd52-4035-bb40-bb365f7d6e62" providerId="ADAL" clId="{446D2DA5-4302-4287-995B-92FB40D15840}" dt="2025-10-08T08:15:35.581" v="9453" actId="313"/>
          <ac:spMkLst>
            <pc:docMk/>
            <pc:sldMk cId="1545298389" sldId="2147472657"/>
            <ac:spMk id="9" creationId="{3F064717-091A-9F24-7317-D33440C231EF}"/>
          </ac:spMkLst>
        </pc:spChg>
      </pc:sldChg>
      <pc:sldChg chg="modSp mod">
        <pc:chgData name="Marie-Adélaïde Freymuth" userId="5192debb-cd52-4035-bb40-bb365f7d6e62" providerId="ADAL" clId="{446D2DA5-4302-4287-995B-92FB40D15840}" dt="2025-10-08T08:15:32.933" v="9450" actId="313"/>
        <pc:sldMkLst>
          <pc:docMk/>
          <pc:sldMk cId="4191236152" sldId="2147472869"/>
        </pc:sldMkLst>
        <pc:spChg chg="mod">
          <ac:chgData name="Marie-Adélaïde Freymuth" userId="5192debb-cd52-4035-bb40-bb365f7d6e62" providerId="ADAL" clId="{446D2DA5-4302-4287-995B-92FB40D15840}" dt="2025-10-08T08:15:32.933" v="9450" actId="313"/>
          <ac:spMkLst>
            <pc:docMk/>
            <pc:sldMk cId="4191236152" sldId="2147472869"/>
            <ac:spMk id="5" creationId="{1ED5FBE9-C5FD-2741-916D-05BE61AE0F97}"/>
          </ac:spMkLst>
        </pc:spChg>
      </pc:sldChg>
      <pc:sldChg chg="modSp mod">
        <pc:chgData name="Marie-Adélaïde Freymuth" userId="5192debb-cd52-4035-bb40-bb365f7d6e62" providerId="ADAL" clId="{446D2DA5-4302-4287-995B-92FB40D15840}" dt="2025-10-07T09:55:19.656" v="9293" actId="20577"/>
        <pc:sldMkLst>
          <pc:docMk/>
          <pc:sldMk cId="2809810149" sldId="2147472871"/>
        </pc:sldMkLst>
        <pc:spChg chg="mod">
          <ac:chgData name="Marie-Adélaïde Freymuth" userId="5192debb-cd52-4035-bb40-bb365f7d6e62" providerId="ADAL" clId="{446D2DA5-4302-4287-995B-92FB40D15840}" dt="2025-10-07T09:55:19.656" v="9293" actId="20577"/>
          <ac:spMkLst>
            <pc:docMk/>
            <pc:sldMk cId="2809810149" sldId="2147472871"/>
            <ac:spMk id="7" creationId="{33D7681B-BA76-24E4-44C6-514BE4FA19D9}"/>
          </ac:spMkLst>
        </pc:spChg>
      </pc:sldChg>
      <pc:sldChg chg="addSp delSp modSp mod ord">
        <pc:chgData name="Marie-Adélaïde Freymuth" userId="5192debb-cd52-4035-bb40-bb365f7d6e62" providerId="ADAL" clId="{446D2DA5-4302-4287-995B-92FB40D15840}" dt="2025-10-08T08:15:34.569" v="9452" actId="313"/>
        <pc:sldMkLst>
          <pc:docMk/>
          <pc:sldMk cId="2848731970" sldId="2147472873"/>
        </pc:sldMkLst>
        <pc:spChg chg="mod">
          <ac:chgData name="Marie-Adélaïde Freymuth" userId="5192debb-cd52-4035-bb40-bb365f7d6e62" providerId="ADAL" clId="{446D2DA5-4302-4287-995B-92FB40D15840}" dt="2025-10-06T12:07:07.491" v="5386" actId="20577"/>
          <ac:spMkLst>
            <pc:docMk/>
            <pc:sldMk cId="2848731970" sldId="2147472873"/>
            <ac:spMk id="2" creationId="{BD7178B4-49D1-398E-B3BC-DFEC728723DA}"/>
          </ac:spMkLst>
        </pc:spChg>
        <pc:spChg chg="mod">
          <ac:chgData name="Marie-Adélaïde Freymuth" userId="5192debb-cd52-4035-bb40-bb365f7d6e62" providerId="ADAL" clId="{446D2DA5-4302-4287-995B-92FB40D15840}" dt="2025-10-06T16:55:36.161" v="6683" actId="108"/>
          <ac:spMkLst>
            <pc:docMk/>
            <pc:sldMk cId="2848731970" sldId="2147472873"/>
            <ac:spMk id="3" creationId="{EB96C1A3-8694-CAA0-0FA9-6279ED56AA55}"/>
          </ac:spMkLst>
        </pc:spChg>
        <pc:spChg chg="mod">
          <ac:chgData name="Marie-Adélaïde Freymuth" userId="5192debb-cd52-4035-bb40-bb365f7d6e62" providerId="ADAL" clId="{446D2DA5-4302-4287-995B-92FB40D15840}" dt="2025-10-08T08:15:34.569" v="9452" actId="313"/>
          <ac:spMkLst>
            <pc:docMk/>
            <pc:sldMk cId="2848731970" sldId="2147472873"/>
            <ac:spMk id="5" creationId="{E2CFB7D5-F9FE-E687-AD9A-69C80B49DA64}"/>
          </ac:spMkLst>
        </pc:spChg>
        <pc:spChg chg="mod">
          <ac:chgData name="Marie-Adélaïde Freymuth" userId="5192debb-cd52-4035-bb40-bb365f7d6e62" providerId="ADAL" clId="{446D2DA5-4302-4287-995B-92FB40D15840}" dt="2025-10-06T14:17:58.115" v="5832" actId="20577"/>
          <ac:spMkLst>
            <pc:docMk/>
            <pc:sldMk cId="2848731970" sldId="2147472873"/>
            <ac:spMk id="27" creationId="{8B0F076A-B860-BA52-BE0B-6D38D61034CD}"/>
          </ac:spMkLst>
        </pc:spChg>
        <pc:spChg chg="mod">
          <ac:chgData name="Marie-Adélaïde Freymuth" userId="5192debb-cd52-4035-bb40-bb365f7d6e62" providerId="ADAL" clId="{446D2DA5-4302-4287-995B-92FB40D15840}" dt="2025-10-06T14:18:04.611" v="5835" actId="20577"/>
          <ac:spMkLst>
            <pc:docMk/>
            <pc:sldMk cId="2848731970" sldId="2147472873"/>
            <ac:spMk id="29" creationId="{5B9B1B9A-A9A9-0199-B104-A3C961ED32A4}"/>
          </ac:spMkLst>
        </pc:spChg>
        <pc:grpChg chg="add mod">
          <ac:chgData name="Marie-Adélaïde Freymuth" userId="5192debb-cd52-4035-bb40-bb365f7d6e62" providerId="ADAL" clId="{446D2DA5-4302-4287-995B-92FB40D15840}" dt="2025-10-06T14:17:49.739" v="5830" actId="1076"/>
          <ac:grpSpMkLst>
            <pc:docMk/>
            <pc:sldMk cId="2848731970" sldId="2147472873"/>
            <ac:grpSpMk id="24" creationId="{C6D2B6BD-3132-A5E8-9338-6B8381646993}"/>
          </ac:grpSpMkLst>
        </pc:grpChg>
        <pc:picChg chg="add mod">
          <ac:chgData name="Marie-Adélaïde Freymuth" userId="5192debb-cd52-4035-bb40-bb365f7d6e62" providerId="ADAL" clId="{446D2DA5-4302-4287-995B-92FB40D15840}" dt="2025-10-06T12:12:46.215" v="5404" actId="1076"/>
          <ac:picMkLst>
            <pc:docMk/>
            <pc:sldMk cId="2848731970" sldId="2147472873"/>
            <ac:picMk id="23" creationId="{E36BD4B9-3068-B841-5429-B1B58A9B51C1}"/>
          </ac:picMkLst>
        </pc:picChg>
        <pc:cxnChg chg="mod">
          <ac:chgData name="Marie-Adélaïde Freymuth" userId="5192debb-cd52-4035-bb40-bb365f7d6e62" providerId="ADAL" clId="{446D2DA5-4302-4287-995B-92FB40D15840}" dt="2025-10-06T14:17:47.123" v="5829"/>
          <ac:cxnSpMkLst>
            <pc:docMk/>
            <pc:sldMk cId="2848731970" sldId="2147472873"/>
            <ac:cxnSpMk id="25" creationId="{AF04F5B7-0E30-E6ED-F4AC-99C3D3A26C50}"/>
          </ac:cxnSpMkLst>
        </pc:cxnChg>
        <pc:cxnChg chg="mod">
          <ac:chgData name="Marie-Adélaïde Freymuth" userId="5192debb-cd52-4035-bb40-bb365f7d6e62" providerId="ADAL" clId="{446D2DA5-4302-4287-995B-92FB40D15840}" dt="2025-10-06T14:17:47.123" v="5829"/>
          <ac:cxnSpMkLst>
            <pc:docMk/>
            <pc:sldMk cId="2848731970" sldId="2147472873"/>
            <ac:cxnSpMk id="28" creationId="{16EF37C7-CBE2-96A0-2E75-D4458D548889}"/>
          </ac:cxnSpMkLst>
        </pc:cxnChg>
      </pc:sldChg>
      <pc:sldChg chg="addSp delSp modSp mod">
        <pc:chgData name="Marie-Adélaïde Freymuth" userId="5192debb-cd52-4035-bb40-bb365f7d6e62" providerId="ADAL" clId="{446D2DA5-4302-4287-995B-92FB40D15840}" dt="2025-10-08T08:15:38.437" v="9467" actId="313"/>
        <pc:sldMkLst>
          <pc:docMk/>
          <pc:sldMk cId="85300204" sldId="2147472879"/>
        </pc:sldMkLst>
      </pc:sldChg>
      <pc:sldChg chg="addSp delSp modSp mod">
        <pc:chgData name="Marie-Adélaïde Freymuth" userId="5192debb-cd52-4035-bb40-bb365f7d6e62" providerId="ADAL" clId="{446D2DA5-4302-4287-995B-92FB40D15840}" dt="2025-10-08T08:15:39.254" v="9471" actId="313"/>
        <pc:sldMkLst>
          <pc:docMk/>
          <pc:sldMk cId="132815785" sldId="2147472881"/>
        </pc:sldMkLst>
      </pc:sldChg>
      <pc:sldChg chg="addSp delSp modSp mod">
        <pc:chgData name="Marie-Adélaïde Freymuth" userId="5192debb-cd52-4035-bb40-bb365f7d6e62" providerId="ADAL" clId="{446D2DA5-4302-4287-995B-92FB40D15840}" dt="2025-10-08T08:15:40.575" v="9479" actId="313"/>
        <pc:sldMkLst>
          <pc:docMk/>
          <pc:sldMk cId="702972049" sldId="2147472883"/>
        </pc:sldMkLst>
      </pc:sldChg>
      <pc:sldChg chg="addSp delSp modSp mod">
        <pc:chgData name="Marie-Adélaïde Freymuth" userId="5192debb-cd52-4035-bb40-bb365f7d6e62" providerId="ADAL" clId="{446D2DA5-4302-4287-995B-92FB40D15840}" dt="2025-10-08T08:15:41.619" v="9484" actId="313"/>
        <pc:sldMkLst>
          <pc:docMk/>
          <pc:sldMk cId="655273462" sldId="2147472885"/>
        </pc:sldMkLst>
      </pc:sldChg>
      <pc:sldChg chg="addSp delSp modSp mod modShow">
        <pc:chgData name="Marie-Adélaïde Freymuth" userId="5192debb-cd52-4035-bb40-bb365f7d6e62" providerId="ADAL" clId="{446D2DA5-4302-4287-995B-92FB40D15840}" dt="2025-10-08T08:15:52.648" v="9500" actId="313"/>
        <pc:sldMkLst>
          <pc:docMk/>
          <pc:sldMk cId="3396814206" sldId="2147472890"/>
        </pc:sldMkLst>
        <pc:spChg chg="mod">
          <ac:chgData name="Marie-Adélaïde Freymuth" userId="5192debb-cd52-4035-bb40-bb365f7d6e62" providerId="ADAL" clId="{446D2DA5-4302-4287-995B-92FB40D15840}" dt="2025-10-01T14:24:40.088" v="193" actId="20577"/>
          <ac:spMkLst>
            <pc:docMk/>
            <pc:sldMk cId="3396814206" sldId="2147472890"/>
            <ac:spMk id="2" creationId="{4DBE493E-22CD-A507-4C63-BE6C85C04AE3}"/>
          </ac:spMkLst>
        </pc:spChg>
        <pc:spChg chg="mod">
          <ac:chgData name="Marie-Adélaïde Freymuth" userId="5192debb-cd52-4035-bb40-bb365f7d6e62" providerId="ADAL" clId="{446D2DA5-4302-4287-995B-92FB40D15840}" dt="2025-10-08T08:15:52.648" v="9500" actId="313"/>
          <ac:spMkLst>
            <pc:docMk/>
            <pc:sldMk cId="3396814206" sldId="2147472890"/>
            <ac:spMk id="5" creationId="{F54CB12C-EBBC-F235-D11E-F4923546DCB1}"/>
          </ac:spMkLst>
        </pc:spChg>
        <pc:spChg chg="mod">
          <ac:chgData name="Marie-Adélaïde Freymuth" userId="5192debb-cd52-4035-bb40-bb365f7d6e62" providerId="ADAL" clId="{446D2DA5-4302-4287-995B-92FB40D15840}" dt="2025-10-01T15:25:11.237" v="402" actId="20577"/>
          <ac:spMkLst>
            <pc:docMk/>
            <pc:sldMk cId="3396814206" sldId="2147472890"/>
            <ac:spMk id="14" creationId="{F4ED9A6C-A035-0831-56E7-E93E9692B5CF}"/>
          </ac:spMkLst>
        </pc:spChg>
      </pc:sldChg>
      <pc:sldChg chg="addSp delSp modSp mod">
        <pc:chgData name="Marie-Adélaïde Freymuth" userId="5192debb-cd52-4035-bb40-bb365f7d6e62" providerId="ADAL" clId="{446D2DA5-4302-4287-995B-92FB40D15840}" dt="2025-10-08T08:15:37.564" v="9462" actId="313"/>
        <pc:sldMkLst>
          <pc:docMk/>
          <pc:sldMk cId="3305015291" sldId="2147472891"/>
        </pc:sldMkLst>
      </pc:sldChg>
      <pc:sldChg chg="addSp delSp modSp mod">
        <pc:chgData name="Marie-Adélaïde Freymuth" userId="5192debb-cd52-4035-bb40-bb365f7d6e62" providerId="ADAL" clId="{446D2DA5-4302-4287-995B-92FB40D15840}" dt="2025-10-08T08:15:54.104" v="9501" actId="313"/>
        <pc:sldMkLst>
          <pc:docMk/>
          <pc:sldMk cId="953001711" sldId="2147472892"/>
        </pc:sldMkLst>
      </pc:sldChg>
      <pc:sldChg chg="del mod modShow">
        <pc:chgData name="Marie-Adélaïde Freymuth" userId="5192debb-cd52-4035-bb40-bb365f7d6e62" providerId="ADAL" clId="{446D2DA5-4302-4287-995B-92FB40D15840}" dt="2025-10-06T12:01:44.460" v="5379" actId="47"/>
        <pc:sldMkLst>
          <pc:docMk/>
          <pc:sldMk cId="3472544586" sldId="2147472893"/>
        </pc:sldMkLst>
      </pc:sldChg>
      <pc:sldChg chg="addSp delSp modSp mod modShow">
        <pc:chgData name="Marie-Adélaïde Freymuth" userId="5192debb-cd52-4035-bb40-bb365f7d6e62" providerId="ADAL" clId="{446D2DA5-4302-4287-995B-92FB40D15840}" dt="2025-10-08T08:15:54.741" v="9503" actId="313"/>
        <pc:sldMkLst>
          <pc:docMk/>
          <pc:sldMk cId="841712303" sldId="2147472894"/>
        </pc:sldMkLst>
      </pc:sldChg>
      <pc:sldChg chg="del mod modShow">
        <pc:chgData name="Marie-Adélaïde Freymuth" userId="5192debb-cd52-4035-bb40-bb365f7d6e62" providerId="ADAL" clId="{446D2DA5-4302-4287-995B-92FB40D15840}" dt="2025-10-06T16:55:53.151" v="6684" actId="47"/>
        <pc:sldMkLst>
          <pc:docMk/>
          <pc:sldMk cId="2619368021" sldId="2147472896"/>
        </pc:sldMkLst>
      </pc:sldChg>
      <pc:sldChg chg="addSp delSp modSp mod">
        <pc:chgData name="Marie-Adélaïde Freymuth" userId="5192debb-cd52-4035-bb40-bb365f7d6e62" providerId="ADAL" clId="{446D2DA5-4302-4287-995B-92FB40D15840}" dt="2025-10-08T08:15:36.772" v="9457" actId="313"/>
        <pc:sldMkLst>
          <pc:docMk/>
          <pc:sldMk cId="393050663" sldId="2147472897"/>
        </pc:sldMkLst>
        <pc:spChg chg="mod">
          <ac:chgData name="Marie-Adélaïde Freymuth" userId="5192debb-cd52-4035-bb40-bb365f7d6e62" providerId="ADAL" clId="{446D2DA5-4302-4287-995B-92FB40D15840}" dt="2025-10-08T08:15:36.772" v="9457" actId="313"/>
          <ac:spMkLst>
            <pc:docMk/>
            <pc:sldMk cId="393050663" sldId="2147472897"/>
            <ac:spMk id="4" creationId="{BC84F615-D44B-0CCF-C5A4-E0999B84A13F}"/>
          </ac:spMkLst>
        </pc:spChg>
        <pc:spChg chg="mod">
          <ac:chgData name="Marie-Adélaïde Freymuth" userId="5192debb-cd52-4035-bb40-bb365f7d6e62" providerId="ADAL" clId="{446D2DA5-4302-4287-995B-92FB40D15840}" dt="2025-10-05T19:11:16.896" v="3757" actId="1076"/>
          <ac:spMkLst>
            <pc:docMk/>
            <pc:sldMk cId="393050663" sldId="2147472897"/>
            <ac:spMk id="17" creationId="{B3A0068D-46F0-A557-6953-86EA633E6766}"/>
          </ac:spMkLst>
        </pc:spChg>
      </pc:sldChg>
      <pc:sldChg chg="addSp delSp modSp mod">
        <pc:chgData name="Marie-Adélaïde Freymuth" userId="5192debb-cd52-4035-bb40-bb365f7d6e62" providerId="ADAL" clId="{446D2DA5-4302-4287-995B-92FB40D15840}" dt="2025-10-08T08:15:37.468" v="9461" actId="313"/>
        <pc:sldMkLst>
          <pc:docMk/>
          <pc:sldMk cId="3463476928" sldId="2147472898"/>
        </pc:sldMkLst>
      </pc:sldChg>
      <pc:sldChg chg="addSp delSp modSp mod">
        <pc:chgData name="Marie-Adélaïde Freymuth" userId="5192debb-cd52-4035-bb40-bb365f7d6e62" providerId="ADAL" clId="{446D2DA5-4302-4287-995B-92FB40D15840}" dt="2025-10-08T08:15:38.265" v="9466" actId="313"/>
        <pc:sldMkLst>
          <pc:docMk/>
          <pc:sldMk cId="3494761" sldId="2147472899"/>
        </pc:sldMkLst>
      </pc:sldChg>
      <pc:sldChg chg="addSp delSp modSp mod">
        <pc:chgData name="Marie-Adélaïde Freymuth" userId="5192debb-cd52-4035-bb40-bb365f7d6e62" providerId="ADAL" clId="{446D2DA5-4302-4287-995B-92FB40D15840}" dt="2025-10-08T08:15:39.043" v="9470" actId="313"/>
        <pc:sldMkLst>
          <pc:docMk/>
          <pc:sldMk cId="4172944489" sldId="2147472900"/>
        </pc:sldMkLst>
      </pc:sldChg>
      <pc:sldChg chg="addSp delSp modSp mod">
        <pc:chgData name="Marie-Adélaïde Freymuth" userId="5192debb-cd52-4035-bb40-bb365f7d6e62" providerId="ADAL" clId="{446D2DA5-4302-4287-995B-92FB40D15840}" dt="2025-10-08T08:15:40.412" v="9478" actId="313"/>
        <pc:sldMkLst>
          <pc:docMk/>
          <pc:sldMk cId="331185644" sldId="2147472901"/>
        </pc:sldMkLst>
      </pc:sldChg>
      <pc:sldChg chg="addSp delSp modSp mod">
        <pc:chgData name="Marie-Adélaïde Freymuth" userId="5192debb-cd52-4035-bb40-bb365f7d6e62" providerId="ADAL" clId="{446D2DA5-4302-4287-995B-92FB40D15840}" dt="2025-10-08T08:15:41.051" v="9482" actId="313"/>
        <pc:sldMkLst>
          <pc:docMk/>
          <pc:sldMk cId="3134975985" sldId="2147472902"/>
        </pc:sldMkLst>
      </pc:sldChg>
      <pc:sldChg chg="del mod modShow">
        <pc:chgData name="Marie-Adélaïde Freymuth" userId="5192debb-cd52-4035-bb40-bb365f7d6e62" providerId="ADAL" clId="{446D2DA5-4302-4287-995B-92FB40D15840}" dt="2025-10-06T06:34:36.325" v="5050" actId="47"/>
        <pc:sldMkLst>
          <pc:docMk/>
          <pc:sldMk cId="2299953694" sldId="2147472905"/>
        </pc:sldMkLst>
      </pc:sldChg>
      <pc:sldChg chg="addSp delSp modSp mod">
        <pc:chgData name="Marie-Adélaïde Freymuth" userId="5192debb-cd52-4035-bb40-bb365f7d6e62" providerId="ADAL" clId="{446D2DA5-4302-4287-995B-92FB40D15840}" dt="2025-10-08T08:43:12.826" v="9568" actId="255"/>
        <pc:sldMkLst>
          <pc:docMk/>
          <pc:sldMk cId="3158142133" sldId="2147472907"/>
        </pc:sldMkLst>
        <pc:spChg chg="mod">
          <ac:chgData name="Marie-Adélaïde Freymuth" userId="5192debb-cd52-4035-bb40-bb365f7d6e62" providerId="ADAL" clId="{446D2DA5-4302-4287-995B-92FB40D15840}" dt="2025-10-08T08:42:21.085" v="9556" actId="20577"/>
          <ac:spMkLst>
            <pc:docMk/>
            <pc:sldMk cId="3158142133" sldId="2147472907"/>
            <ac:spMk id="2" creationId="{77104775-5D83-5771-ABED-20381E3555ED}"/>
          </ac:spMkLst>
        </pc:spChg>
        <pc:spChg chg="mod">
          <ac:chgData name="Marie-Adélaïde Freymuth" userId="5192debb-cd52-4035-bb40-bb365f7d6e62" providerId="ADAL" clId="{446D2DA5-4302-4287-995B-92FB40D15840}" dt="2025-10-08T08:14:31.212" v="9442" actId="20577"/>
          <ac:spMkLst>
            <pc:docMk/>
            <pc:sldMk cId="3158142133" sldId="2147472907"/>
            <ac:spMk id="5" creationId="{48FD5602-0716-7808-52A6-94A1B5CDD138}"/>
          </ac:spMkLst>
        </pc:spChg>
        <pc:spChg chg="mod">
          <ac:chgData name="Marie-Adélaïde Freymuth" userId="5192debb-cd52-4035-bb40-bb365f7d6e62" providerId="ADAL" clId="{446D2DA5-4302-4287-995B-92FB40D15840}" dt="2025-10-08T08:43:12.826" v="9568" actId="255"/>
          <ac:spMkLst>
            <pc:docMk/>
            <pc:sldMk cId="3158142133" sldId="2147472907"/>
            <ac:spMk id="17" creationId="{18B33227-34F1-BB46-A7C2-ABDD43205F18}"/>
          </ac:spMkLst>
        </pc:spChg>
        <pc:spChg chg="mod">
          <ac:chgData name="Marie-Adélaïde Freymuth" userId="5192debb-cd52-4035-bb40-bb365f7d6e62" providerId="ADAL" clId="{446D2DA5-4302-4287-995B-92FB40D15840}" dt="2025-10-08T08:34:46.716" v="9519" actId="1076"/>
          <ac:spMkLst>
            <pc:docMk/>
            <pc:sldMk cId="3158142133" sldId="2147472907"/>
            <ac:spMk id="19" creationId="{B48D544F-8650-E3A7-F6F0-6EC2BC5B753C}"/>
          </ac:spMkLst>
        </pc:spChg>
      </pc:sldChg>
      <pc:sldChg chg="del">
        <pc:chgData name="Marie-Adélaïde Freymuth" userId="5192debb-cd52-4035-bb40-bb365f7d6e62" providerId="ADAL" clId="{446D2DA5-4302-4287-995B-92FB40D15840}" dt="2025-10-07T09:39:33.450" v="8927" actId="47"/>
        <pc:sldMkLst>
          <pc:docMk/>
          <pc:sldMk cId="2893542700" sldId="2147472912"/>
        </pc:sldMkLst>
      </pc:sldChg>
      <pc:sldChg chg="addSp delSp modSp mod ord">
        <pc:chgData name="Marie-Adélaïde Freymuth" userId="5192debb-cd52-4035-bb40-bb365f7d6e62" providerId="ADAL" clId="{446D2DA5-4302-4287-995B-92FB40D15840}" dt="2025-10-08T08:15:33.829" v="9451" actId="313"/>
        <pc:sldMkLst>
          <pc:docMk/>
          <pc:sldMk cId="2940771854" sldId="2147472913"/>
        </pc:sldMkLst>
        <pc:spChg chg="mod">
          <ac:chgData name="Marie-Adélaïde Freymuth" userId="5192debb-cd52-4035-bb40-bb365f7d6e62" providerId="ADAL" clId="{446D2DA5-4302-4287-995B-92FB40D15840}" dt="2025-10-06T09:07:47.652" v="5303" actId="20577"/>
          <ac:spMkLst>
            <pc:docMk/>
            <pc:sldMk cId="2940771854" sldId="2147472913"/>
            <ac:spMk id="2" creationId="{9044CB7F-DBBA-4A59-F8F8-F7B30D1BCB2F}"/>
          </ac:spMkLst>
        </pc:spChg>
        <pc:spChg chg="mod">
          <ac:chgData name="Marie-Adélaïde Freymuth" userId="5192debb-cd52-4035-bb40-bb365f7d6e62" providerId="ADAL" clId="{446D2DA5-4302-4287-995B-92FB40D15840}" dt="2025-10-06T16:55:31.573" v="6682" actId="108"/>
          <ac:spMkLst>
            <pc:docMk/>
            <pc:sldMk cId="2940771854" sldId="2147472913"/>
            <ac:spMk id="3" creationId="{55D1E42A-E4F7-F470-CB5A-D0577D358923}"/>
          </ac:spMkLst>
        </pc:spChg>
        <pc:spChg chg="mod">
          <ac:chgData name="Marie-Adélaïde Freymuth" userId="5192debb-cd52-4035-bb40-bb365f7d6e62" providerId="ADAL" clId="{446D2DA5-4302-4287-995B-92FB40D15840}" dt="2025-10-08T08:15:33.829" v="9451" actId="313"/>
          <ac:spMkLst>
            <pc:docMk/>
            <pc:sldMk cId="2940771854" sldId="2147472913"/>
            <ac:spMk id="5" creationId="{CBDEF4AF-EBF7-01E1-BDDA-9CA1AF790DDB}"/>
          </ac:spMkLst>
        </pc:spChg>
        <pc:spChg chg="mod">
          <ac:chgData name="Marie-Adélaïde Freymuth" userId="5192debb-cd52-4035-bb40-bb365f7d6e62" providerId="ADAL" clId="{446D2DA5-4302-4287-995B-92FB40D15840}" dt="2025-10-06T13:47:32.718" v="5630" actId="20577"/>
          <ac:spMkLst>
            <pc:docMk/>
            <pc:sldMk cId="2940771854" sldId="2147472913"/>
            <ac:spMk id="9" creationId="{70D1447E-D457-9169-D23A-DBC6D782ED29}"/>
          </ac:spMkLst>
        </pc:spChg>
        <pc:spChg chg="mod">
          <ac:chgData name="Marie-Adélaïde Freymuth" userId="5192debb-cd52-4035-bb40-bb365f7d6e62" providerId="ADAL" clId="{446D2DA5-4302-4287-995B-92FB40D15840}" dt="2025-10-06T14:14:00.889" v="5827" actId="1076"/>
          <ac:spMkLst>
            <pc:docMk/>
            <pc:sldMk cId="2940771854" sldId="2147472913"/>
            <ac:spMk id="15" creationId="{D6A7949F-6A50-C710-4717-9DDF1A2D0C1D}"/>
          </ac:spMkLst>
        </pc:spChg>
        <pc:spChg chg="add mod">
          <ac:chgData name="Marie-Adélaïde Freymuth" userId="5192debb-cd52-4035-bb40-bb365f7d6e62" providerId="ADAL" clId="{446D2DA5-4302-4287-995B-92FB40D15840}" dt="2025-10-06T13:51:38.257" v="5646" actId="1076"/>
          <ac:spMkLst>
            <pc:docMk/>
            <pc:sldMk cId="2940771854" sldId="2147472913"/>
            <ac:spMk id="19" creationId="{AC7BC3C5-36B4-8614-F3C1-DF74924E758D}"/>
          </ac:spMkLst>
        </pc:spChg>
        <pc:spChg chg="mod">
          <ac:chgData name="Marie-Adélaïde Freymuth" userId="5192debb-cd52-4035-bb40-bb365f7d6e62" providerId="ADAL" clId="{446D2DA5-4302-4287-995B-92FB40D15840}" dt="2025-10-06T13:51:31.857" v="5644" actId="1076"/>
          <ac:spMkLst>
            <pc:docMk/>
            <pc:sldMk cId="2940771854" sldId="2147472913"/>
            <ac:spMk id="22" creationId="{41417087-A7E1-377D-B470-93D7D2A03601}"/>
          </ac:spMkLst>
        </pc:spChg>
        <pc:spChg chg="add mod">
          <ac:chgData name="Marie-Adélaïde Freymuth" userId="5192debb-cd52-4035-bb40-bb365f7d6e62" providerId="ADAL" clId="{446D2DA5-4302-4287-995B-92FB40D15840}" dt="2025-10-06T14:17:40.892" v="5828" actId="164"/>
          <ac:spMkLst>
            <pc:docMk/>
            <pc:sldMk cId="2940771854" sldId="2147472913"/>
            <ac:spMk id="38" creationId="{0412DF4D-72FD-EEC3-6C75-90776829E2B0}"/>
          </ac:spMkLst>
        </pc:spChg>
        <pc:spChg chg="add mod">
          <ac:chgData name="Marie-Adélaïde Freymuth" userId="5192debb-cd52-4035-bb40-bb365f7d6e62" providerId="ADAL" clId="{446D2DA5-4302-4287-995B-92FB40D15840}" dt="2025-10-06T14:17:40.892" v="5828" actId="164"/>
          <ac:spMkLst>
            <pc:docMk/>
            <pc:sldMk cId="2940771854" sldId="2147472913"/>
            <ac:spMk id="43" creationId="{5394E413-5B1E-BC42-ABD4-03A0B4648D01}"/>
          </ac:spMkLst>
        </pc:spChg>
        <pc:grpChg chg="add mod">
          <ac:chgData name="Marie-Adélaïde Freymuth" userId="5192debb-cd52-4035-bb40-bb365f7d6e62" providerId="ADAL" clId="{446D2DA5-4302-4287-995B-92FB40D15840}" dt="2025-10-06T14:17:40.892" v="5828" actId="164"/>
          <ac:grpSpMkLst>
            <pc:docMk/>
            <pc:sldMk cId="2940771854" sldId="2147472913"/>
            <ac:grpSpMk id="44" creationId="{8005950E-EE85-F513-B260-1024D47F5A9F}"/>
          </ac:grpSpMkLst>
        </pc:grpChg>
        <pc:picChg chg="add mod ord">
          <ac:chgData name="Marie-Adélaïde Freymuth" userId="5192debb-cd52-4035-bb40-bb365f7d6e62" providerId="ADAL" clId="{446D2DA5-4302-4287-995B-92FB40D15840}" dt="2025-10-06T13:41:26.911" v="5597" actId="167"/>
          <ac:picMkLst>
            <pc:docMk/>
            <pc:sldMk cId="2940771854" sldId="2147472913"/>
            <ac:picMk id="24" creationId="{46ADC7A3-71CC-3345-58E0-AAFD6BCF1A6E}"/>
          </ac:picMkLst>
        </pc:picChg>
        <pc:picChg chg="add mod">
          <ac:chgData name="Marie-Adélaïde Freymuth" userId="5192debb-cd52-4035-bb40-bb365f7d6e62" providerId="ADAL" clId="{446D2DA5-4302-4287-995B-92FB40D15840}" dt="2025-10-06T13:50:50.825" v="5640" actId="1076"/>
          <ac:picMkLst>
            <pc:docMk/>
            <pc:sldMk cId="2940771854" sldId="2147472913"/>
            <ac:picMk id="29" creationId="{8CBEF26B-FD58-74CC-0585-E3C7669B9333}"/>
          </ac:picMkLst>
        </pc:picChg>
        <pc:picChg chg="add mod modCrop">
          <ac:chgData name="Marie-Adélaïde Freymuth" userId="5192debb-cd52-4035-bb40-bb365f7d6e62" providerId="ADAL" clId="{446D2DA5-4302-4287-995B-92FB40D15840}" dt="2025-10-06T13:51:35.852" v="5645" actId="1076"/>
          <ac:picMkLst>
            <pc:docMk/>
            <pc:sldMk cId="2940771854" sldId="2147472913"/>
            <ac:picMk id="31" creationId="{2C5F39BE-56CB-EBA8-3384-209ED9EB181D}"/>
          </ac:picMkLst>
        </pc:picChg>
        <pc:cxnChg chg="add mod">
          <ac:chgData name="Marie-Adélaïde Freymuth" userId="5192debb-cd52-4035-bb40-bb365f7d6e62" providerId="ADAL" clId="{446D2DA5-4302-4287-995B-92FB40D15840}" dt="2025-10-06T14:17:40.892" v="5828" actId="164"/>
          <ac:cxnSpMkLst>
            <pc:docMk/>
            <pc:sldMk cId="2940771854" sldId="2147472913"/>
            <ac:cxnSpMk id="34" creationId="{E9387DDF-4EF6-09E2-F6D6-DD375652EAB3}"/>
          </ac:cxnSpMkLst>
        </pc:cxnChg>
        <pc:cxnChg chg="add mod">
          <ac:chgData name="Marie-Adélaïde Freymuth" userId="5192debb-cd52-4035-bb40-bb365f7d6e62" providerId="ADAL" clId="{446D2DA5-4302-4287-995B-92FB40D15840}" dt="2025-10-06T14:17:40.892" v="5828" actId="164"/>
          <ac:cxnSpMkLst>
            <pc:docMk/>
            <pc:sldMk cId="2940771854" sldId="2147472913"/>
            <ac:cxnSpMk id="40" creationId="{8AC61514-610F-BE20-9E2D-686959581390}"/>
          </ac:cxnSpMkLst>
        </pc:cxnChg>
      </pc:sldChg>
      <pc:sldChg chg="del">
        <pc:chgData name="Marie-Adélaïde Freymuth" userId="5192debb-cd52-4035-bb40-bb365f7d6e62" providerId="ADAL" clId="{446D2DA5-4302-4287-995B-92FB40D15840}" dt="2025-10-07T09:57:26.066" v="9308" actId="47"/>
        <pc:sldMkLst>
          <pc:docMk/>
          <pc:sldMk cId="1061985274" sldId="2147472914"/>
        </pc:sldMkLst>
      </pc:sldChg>
      <pc:sldChg chg="add del">
        <pc:chgData name="Marie-Adélaïde Freymuth" userId="5192debb-cd52-4035-bb40-bb365f7d6e62" providerId="ADAL" clId="{446D2DA5-4302-4287-995B-92FB40D15840}" dt="2025-10-03T06:57:05.130" v="809" actId="47"/>
        <pc:sldMkLst>
          <pc:docMk/>
          <pc:sldMk cId="486043517" sldId="2147472915"/>
        </pc:sldMkLst>
      </pc:sldChg>
      <pc:sldChg chg="del mod ord modShow">
        <pc:chgData name="Marie-Adélaïde Freymuth" userId="5192debb-cd52-4035-bb40-bb365f7d6e62" providerId="ADAL" clId="{446D2DA5-4302-4287-995B-92FB40D15840}" dt="2025-10-07T09:37:55.676" v="8922" actId="47"/>
        <pc:sldMkLst>
          <pc:docMk/>
          <pc:sldMk cId="1406239877" sldId="2147472916"/>
        </pc:sldMkLst>
      </pc:sldChg>
      <pc:sldChg chg="addSp delSp modSp mod setBg">
        <pc:chgData name="Marie-Adélaïde Freymuth" userId="5192debb-cd52-4035-bb40-bb365f7d6e62" providerId="ADAL" clId="{446D2DA5-4302-4287-995B-92FB40D15840}" dt="2025-10-08T08:15:37.781" v="9463" actId="313"/>
        <pc:sldMkLst>
          <pc:docMk/>
          <pc:sldMk cId="461116384" sldId="2147472921"/>
        </pc:sldMkLst>
      </pc:sldChg>
      <pc:sldChg chg="del">
        <pc:chgData name="Marie-Adélaïde Freymuth" userId="5192debb-cd52-4035-bb40-bb365f7d6e62" providerId="ADAL" clId="{446D2DA5-4302-4287-995B-92FB40D15840}" dt="2025-10-05T14:49:03.890" v="3277" actId="47"/>
        <pc:sldMkLst>
          <pc:docMk/>
          <pc:sldMk cId="674241736" sldId="2147472926"/>
        </pc:sldMkLst>
      </pc:sldChg>
      <pc:sldChg chg="del">
        <pc:chgData name="Marie-Adélaïde Freymuth" userId="5192debb-cd52-4035-bb40-bb365f7d6e62" providerId="ADAL" clId="{446D2DA5-4302-4287-995B-92FB40D15840}" dt="2025-10-06T19:00:33.313" v="6840" actId="47"/>
        <pc:sldMkLst>
          <pc:docMk/>
          <pc:sldMk cId="3676770245" sldId="2147472928"/>
        </pc:sldMkLst>
      </pc:sldChg>
      <pc:sldChg chg="del mod modShow">
        <pc:chgData name="Marie-Adélaïde Freymuth" userId="5192debb-cd52-4035-bb40-bb365f7d6e62" providerId="ADAL" clId="{446D2DA5-4302-4287-995B-92FB40D15840}" dt="2025-10-06T18:18:47.842" v="6701" actId="47"/>
        <pc:sldMkLst>
          <pc:docMk/>
          <pc:sldMk cId="2374216681" sldId="2147472929"/>
        </pc:sldMkLst>
      </pc:sldChg>
      <pc:sldChg chg="addSp delSp modSp mod">
        <pc:chgData name="Marie-Adélaïde Freymuth" userId="5192debb-cd52-4035-bb40-bb365f7d6e62" providerId="ADAL" clId="{446D2DA5-4302-4287-995B-92FB40D15840}" dt="2025-10-08T08:15:37.940" v="9464" actId="313"/>
        <pc:sldMkLst>
          <pc:docMk/>
          <pc:sldMk cId="1822215752" sldId="2147472930"/>
        </pc:sldMkLst>
      </pc:sldChg>
      <pc:sldChg chg="addSp delSp modSp mod">
        <pc:chgData name="Marie-Adélaïde Freymuth" userId="5192debb-cd52-4035-bb40-bb365f7d6e62" providerId="ADAL" clId="{446D2DA5-4302-4287-995B-92FB40D15840}" dt="2025-10-08T08:15:38.573" v="9468" actId="313"/>
        <pc:sldMkLst>
          <pc:docMk/>
          <pc:sldMk cId="1123732578" sldId="2147472931"/>
        </pc:sldMkLst>
      </pc:sldChg>
      <pc:sldChg chg="addSp delSp modSp mod">
        <pc:chgData name="Marie-Adélaïde Freymuth" userId="5192debb-cd52-4035-bb40-bb365f7d6e62" providerId="ADAL" clId="{446D2DA5-4302-4287-995B-92FB40D15840}" dt="2025-10-08T08:15:39.416" v="9472" actId="313"/>
        <pc:sldMkLst>
          <pc:docMk/>
          <pc:sldMk cId="689949383" sldId="2147472932"/>
        </pc:sldMkLst>
      </pc:sldChg>
      <pc:sldChg chg="addSp delSp modSp mod">
        <pc:chgData name="Marie-Adélaïde Freymuth" userId="5192debb-cd52-4035-bb40-bb365f7d6e62" providerId="ADAL" clId="{446D2DA5-4302-4287-995B-92FB40D15840}" dt="2025-10-08T08:15:40.771" v="9480" actId="313"/>
        <pc:sldMkLst>
          <pc:docMk/>
          <pc:sldMk cId="1050788244" sldId="2147472933"/>
        </pc:sldMkLst>
      </pc:sldChg>
      <pc:sldChg chg="addSp delSp modSp mod">
        <pc:chgData name="Marie-Adélaïde Freymuth" userId="5192debb-cd52-4035-bb40-bb365f7d6e62" providerId="ADAL" clId="{446D2DA5-4302-4287-995B-92FB40D15840}" dt="2025-10-08T08:15:41.835" v="9485" actId="313"/>
        <pc:sldMkLst>
          <pc:docMk/>
          <pc:sldMk cId="792885928" sldId="2147472934"/>
        </pc:sldMkLst>
      </pc:sldChg>
      <pc:sldChg chg="del">
        <pc:chgData name="Marie-Adélaïde Freymuth" userId="5192debb-cd52-4035-bb40-bb365f7d6e62" providerId="ADAL" clId="{446D2DA5-4302-4287-995B-92FB40D15840}" dt="2025-10-07T09:39:35.843" v="8928" actId="47"/>
        <pc:sldMkLst>
          <pc:docMk/>
          <pc:sldMk cId="2355917210" sldId="2147472936"/>
        </pc:sldMkLst>
      </pc:sldChg>
      <pc:sldChg chg="addSp delSp modSp del mod">
        <pc:chgData name="Marie-Adélaïde Freymuth" userId="5192debb-cd52-4035-bb40-bb365f7d6e62" providerId="ADAL" clId="{446D2DA5-4302-4287-995B-92FB40D15840}" dt="2025-10-06T21:29:49.536" v="8300" actId="47"/>
        <pc:sldMkLst>
          <pc:docMk/>
          <pc:sldMk cId="1921374583" sldId="2147472941"/>
        </pc:sldMkLst>
      </pc:sldChg>
      <pc:sldChg chg="addSp delSp modSp del mod ord modShow">
        <pc:chgData name="Marie-Adélaïde Freymuth" userId="5192debb-cd52-4035-bb40-bb365f7d6e62" providerId="ADAL" clId="{446D2DA5-4302-4287-995B-92FB40D15840}" dt="2025-10-07T09:57:23.474" v="9306" actId="47"/>
        <pc:sldMkLst>
          <pc:docMk/>
          <pc:sldMk cId="1373075473" sldId="2147472943"/>
        </pc:sldMkLst>
      </pc:sldChg>
      <pc:sldChg chg="del">
        <pc:chgData name="Marie-Adélaïde Freymuth" userId="5192debb-cd52-4035-bb40-bb365f7d6e62" providerId="ADAL" clId="{446D2DA5-4302-4287-995B-92FB40D15840}" dt="2025-10-03T16:19:34.964" v="2654" actId="47"/>
        <pc:sldMkLst>
          <pc:docMk/>
          <pc:sldMk cId="3290748286" sldId="2147472944"/>
        </pc:sldMkLst>
      </pc:sldChg>
      <pc:sldChg chg="del">
        <pc:chgData name="Marie-Adélaïde Freymuth" userId="5192debb-cd52-4035-bb40-bb365f7d6e62" providerId="ADAL" clId="{446D2DA5-4302-4287-995B-92FB40D15840}" dt="2025-10-05T14:48:55.588" v="3274" actId="47"/>
        <pc:sldMkLst>
          <pc:docMk/>
          <pc:sldMk cId="2699927467" sldId="2147472945"/>
        </pc:sldMkLst>
      </pc:sldChg>
      <pc:sldChg chg="del mod modShow">
        <pc:chgData name="Marie-Adélaïde Freymuth" userId="5192debb-cd52-4035-bb40-bb365f7d6e62" providerId="ADAL" clId="{446D2DA5-4302-4287-995B-92FB40D15840}" dt="2025-10-04T16:34:35.745" v="3273" actId="47"/>
        <pc:sldMkLst>
          <pc:docMk/>
          <pc:sldMk cId="301419724" sldId="2147472946"/>
        </pc:sldMkLst>
      </pc:sldChg>
      <pc:sldChg chg="del">
        <pc:chgData name="Marie-Adélaïde Freymuth" userId="5192debb-cd52-4035-bb40-bb365f7d6e62" providerId="ADAL" clId="{446D2DA5-4302-4287-995B-92FB40D15840}" dt="2025-10-05T14:48:57.974" v="3275" actId="47"/>
        <pc:sldMkLst>
          <pc:docMk/>
          <pc:sldMk cId="2384504888" sldId="2147472947"/>
        </pc:sldMkLst>
      </pc:sldChg>
      <pc:sldChg chg="del">
        <pc:chgData name="Marie-Adélaïde Freymuth" userId="5192debb-cd52-4035-bb40-bb365f7d6e62" providerId="ADAL" clId="{446D2DA5-4302-4287-995B-92FB40D15840}" dt="2025-10-05T14:48:59.221" v="3276" actId="47"/>
        <pc:sldMkLst>
          <pc:docMk/>
          <pc:sldMk cId="2360815914" sldId="2147472948"/>
        </pc:sldMkLst>
      </pc:sldChg>
      <pc:sldChg chg="del mod modShow">
        <pc:chgData name="Marie-Adélaïde Freymuth" userId="5192debb-cd52-4035-bb40-bb365f7d6e62" providerId="ADAL" clId="{446D2DA5-4302-4287-995B-92FB40D15840}" dt="2025-10-06T17:15:10.159" v="6692" actId="47"/>
        <pc:sldMkLst>
          <pc:docMk/>
          <pc:sldMk cId="878896976" sldId="2147472949"/>
        </pc:sldMkLst>
      </pc:sldChg>
      <pc:sldChg chg="addSp delSp modSp mod">
        <pc:chgData name="Marie-Adélaïde Freymuth" userId="5192debb-cd52-4035-bb40-bb365f7d6e62" providerId="ADAL" clId="{446D2DA5-4302-4287-995B-92FB40D15840}" dt="2025-10-08T08:15:36.965" v="9458" actId="313"/>
        <pc:sldMkLst>
          <pc:docMk/>
          <pc:sldMk cId="1428294712" sldId="2147472950"/>
        </pc:sldMkLst>
        <pc:spChg chg="mod">
          <ac:chgData name="Marie-Adélaïde Freymuth" userId="5192debb-cd52-4035-bb40-bb365f7d6e62" providerId="ADAL" clId="{446D2DA5-4302-4287-995B-92FB40D15840}" dt="2025-10-08T08:15:36.965" v="9458" actId="313"/>
          <ac:spMkLst>
            <pc:docMk/>
            <pc:sldMk cId="1428294712" sldId="2147472950"/>
            <ac:spMk id="5" creationId="{517F8067-6518-E964-3B6B-0F0E265BDCD4}"/>
          </ac:spMkLst>
        </pc:spChg>
        <pc:spChg chg="mod">
          <ac:chgData name="Marie-Adélaïde Freymuth" userId="5192debb-cd52-4035-bb40-bb365f7d6e62" providerId="ADAL" clId="{446D2DA5-4302-4287-995B-92FB40D15840}" dt="2025-10-06T18:46:50.462" v="6795" actId="20577"/>
          <ac:spMkLst>
            <pc:docMk/>
            <pc:sldMk cId="1428294712" sldId="2147472950"/>
            <ac:spMk id="14" creationId="{0A6BF186-3904-08F7-CCA7-57CD6BCE6F1C}"/>
          </ac:spMkLst>
        </pc:spChg>
      </pc:sldChg>
      <pc:sldChg chg="addSp delSp modSp mod">
        <pc:chgData name="Marie-Adélaïde Freymuth" userId="5192debb-cd52-4035-bb40-bb365f7d6e62" providerId="ADAL" clId="{446D2DA5-4302-4287-995B-92FB40D15840}" dt="2025-10-08T08:15:30.608" v="9449" actId="313"/>
        <pc:sldMkLst>
          <pc:docMk/>
          <pc:sldMk cId="4152724728" sldId="2147472951"/>
        </pc:sldMkLst>
        <pc:spChg chg="mod">
          <ac:chgData name="Marie-Adélaïde Freymuth" userId="5192debb-cd52-4035-bb40-bb365f7d6e62" providerId="ADAL" clId="{446D2DA5-4302-4287-995B-92FB40D15840}" dt="2025-10-05T14:50:07.049" v="3285" actId="20577"/>
          <ac:spMkLst>
            <pc:docMk/>
            <pc:sldMk cId="4152724728" sldId="2147472951"/>
            <ac:spMk id="2" creationId="{3B16E6A2-9731-BD94-6B94-E68CB2F4DBC0}"/>
          </ac:spMkLst>
        </pc:spChg>
        <pc:spChg chg="mod">
          <ac:chgData name="Marie-Adélaïde Freymuth" userId="5192debb-cd52-4035-bb40-bb365f7d6e62" providerId="ADAL" clId="{446D2DA5-4302-4287-995B-92FB40D15840}" dt="2025-10-08T08:15:30.608" v="9449" actId="313"/>
          <ac:spMkLst>
            <pc:docMk/>
            <pc:sldMk cId="4152724728" sldId="2147472951"/>
            <ac:spMk id="5" creationId="{CE57E14C-EA70-D9F5-8FB0-EA046980D03E}"/>
          </ac:spMkLst>
        </pc:spChg>
        <pc:spChg chg="add mod">
          <ac:chgData name="Marie-Adélaïde Freymuth" userId="5192debb-cd52-4035-bb40-bb365f7d6e62" providerId="ADAL" clId="{446D2DA5-4302-4287-995B-92FB40D15840}" dt="2025-10-06T16:52:47.869" v="6677" actId="20577"/>
          <ac:spMkLst>
            <pc:docMk/>
            <pc:sldMk cId="4152724728" sldId="2147472951"/>
            <ac:spMk id="7" creationId="{50F2259A-D589-78A7-2EA5-D21A9C1ADFDA}"/>
          </ac:spMkLst>
        </pc:spChg>
        <pc:spChg chg="mod">
          <ac:chgData name="Marie-Adélaïde Freymuth" userId="5192debb-cd52-4035-bb40-bb365f7d6e62" providerId="ADAL" clId="{446D2DA5-4302-4287-995B-92FB40D15840}" dt="2025-10-05T15:02:54.413" v="3590" actId="20577"/>
          <ac:spMkLst>
            <pc:docMk/>
            <pc:sldMk cId="4152724728" sldId="2147472951"/>
            <ac:spMk id="9" creationId="{82344AA2-6D0C-AB59-89CB-9EA81546C33D}"/>
          </ac:spMkLst>
        </pc:spChg>
      </pc:sldChg>
      <pc:sldChg chg="del">
        <pc:chgData name="Marie-Adélaïde Freymuth" userId="5192debb-cd52-4035-bb40-bb365f7d6e62" providerId="ADAL" clId="{446D2DA5-4302-4287-995B-92FB40D15840}" dt="2025-10-05T15:11:51.875" v="3595" actId="47"/>
        <pc:sldMkLst>
          <pc:docMk/>
          <pc:sldMk cId="4013053541" sldId="2147472952"/>
        </pc:sldMkLst>
      </pc:sldChg>
      <pc:sldChg chg="modSp mod">
        <pc:chgData name="Marie-Adélaïde Freymuth" userId="5192debb-cd52-4035-bb40-bb365f7d6e62" providerId="ADAL" clId="{446D2DA5-4302-4287-995B-92FB40D15840}" dt="2025-10-08T08:15:07.414" v="9448"/>
        <pc:sldMkLst>
          <pc:docMk/>
          <pc:sldMk cId="3367571271" sldId="2147472953"/>
        </pc:sldMkLst>
        <pc:spChg chg="mod">
          <ac:chgData name="Marie-Adélaïde Freymuth" userId="5192debb-cd52-4035-bb40-bb365f7d6e62" providerId="ADAL" clId="{446D2DA5-4302-4287-995B-92FB40D15840}" dt="2025-10-08T08:15:07.414" v="9448"/>
          <ac:spMkLst>
            <pc:docMk/>
            <pc:sldMk cId="3367571271" sldId="2147472953"/>
            <ac:spMk id="5" creationId="{DBCD3857-9883-2E01-DD17-513706839B6B}"/>
          </ac:spMkLst>
        </pc:spChg>
      </pc:sldChg>
      <pc:sldChg chg="addSp delSp modSp add mod">
        <pc:chgData name="Marie-Adélaïde Freymuth" userId="5192debb-cd52-4035-bb40-bb365f7d6e62" providerId="ADAL" clId="{446D2DA5-4302-4287-995B-92FB40D15840}" dt="2025-10-08T08:15:50.939" v="9497" actId="313"/>
        <pc:sldMkLst>
          <pc:docMk/>
          <pc:sldMk cId="2153627478" sldId="2147472954"/>
        </pc:sldMkLst>
        <pc:spChg chg="mod">
          <ac:chgData name="Marie-Adélaïde Freymuth" userId="5192debb-cd52-4035-bb40-bb365f7d6e62" providerId="ADAL" clId="{446D2DA5-4302-4287-995B-92FB40D15840}" dt="2025-10-01T13:42:41.928" v="140" actId="20577"/>
          <ac:spMkLst>
            <pc:docMk/>
            <pc:sldMk cId="2153627478" sldId="2147472954"/>
            <ac:spMk id="2" creationId="{34CB9BC6-F227-7FAD-CAFE-35E3EF8E3B70}"/>
          </ac:spMkLst>
        </pc:spChg>
        <pc:spChg chg="mod">
          <ac:chgData name="Marie-Adélaïde Freymuth" userId="5192debb-cd52-4035-bb40-bb365f7d6e62" providerId="ADAL" clId="{446D2DA5-4302-4287-995B-92FB40D15840}" dt="2025-10-08T08:15:50.939" v="9497" actId="313"/>
          <ac:spMkLst>
            <pc:docMk/>
            <pc:sldMk cId="2153627478" sldId="2147472954"/>
            <ac:spMk id="5" creationId="{0BD4CD3F-5475-CD2C-3455-CDAA1F8CF7F4}"/>
          </ac:spMkLst>
        </pc:spChg>
        <pc:spChg chg="mod">
          <ac:chgData name="Marie-Adélaïde Freymuth" userId="5192debb-cd52-4035-bb40-bb365f7d6e62" providerId="ADAL" clId="{446D2DA5-4302-4287-995B-92FB40D15840}" dt="2025-10-01T13:42:36.272" v="139" actId="20577"/>
          <ac:spMkLst>
            <pc:docMk/>
            <pc:sldMk cId="2153627478" sldId="2147472954"/>
            <ac:spMk id="14" creationId="{2BC0A69D-4417-C30A-6581-1EA5CBC0F6DB}"/>
          </ac:spMkLst>
        </pc:spChg>
        <pc:spChg chg="mod">
          <ac:chgData name="Marie-Adélaïde Freymuth" userId="5192debb-cd52-4035-bb40-bb365f7d6e62" providerId="ADAL" clId="{446D2DA5-4302-4287-995B-92FB40D15840}" dt="2025-10-05T20:00:29.324" v="3900" actId="1076"/>
          <ac:spMkLst>
            <pc:docMk/>
            <pc:sldMk cId="2153627478" sldId="2147472954"/>
            <ac:spMk id="16" creationId="{47EEFA30-282B-40B5-0A4C-BECB704BABD3}"/>
          </ac:spMkLst>
        </pc:spChg>
      </pc:sldChg>
      <pc:sldChg chg="addSp delSp modSp add mod setBg">
        <pc:chgData name="Marie-Adélaïde Freymuth" userId="5192debb-cd52-4035-bb40-bb365f7d6e62" providerId="ADAL" clId="{446D2DA5-4302-4287-995B-92FB40D15840}" dt="2025-10-08T08:15:51.543" v="9498" actId="313"/>
        <pc:sldMkLst>
          <pc:docMk/>
          <pc:sldMk cId="2287035041" sldId="2147472955"/>
        </pc:sldMkLst>
        <pc:spChg chg="mod">
          <ac:chgData name="Marie-Adélaïde Freymuth" userId="5192debb-cd52-4035-bb40-bb365f7d6e62" providerId="ADAL" clId="{446D2DA5-4302-4287-995B-92FB40D15840}" dt="2025-10-01T14:14:11.930" v="184" actId="20577"/>
          <ac:spMkLst>
            <pc:docMk/>
            <pc:sldMk cId="2287035041" sldId="2147472955"/>
            <ac:spMk id="2" creationId="{07F13B50-3ED2-9B97-8399-3E1B11406D01}"/>
          </ac:spMkLst>
        </pc:spChg>
        <pc:spChg chg="mod">
          <ac:chgData name="Marie-Adélaïde Freymuth" userId="5192debb-cd52-4035-bb40-bb365f7d6e62" providerId="ADAL" clId="{446D2DA5-4302-4287-995B-92FB40D15840}" dt="2025-10-05T20:02:37.186" v="3907"/>
          <ac:spMkLst>
            <pc:docMk/>
            <pc:sldMk cId="2287035041" sldId="2147472955"/>
            <ac:spMk id="4" creationId="{ACEAE77F-7B6E-7F29-5FD0-D9ED3D382A0C}"/>
          </ac:spMkLst>
        </pc:spChg>
        <pc:spChg chg="mod">
          <ac:chgData name="Marie-Adélaïde Freymuth" userId="5192debb-cd52-4035-bb40-bb365f7d6e62" providerId="ADAL" clId="{446D2DA5-4302-4287-995B-92FB40D15840}" dt="2025-10-08T08:15:51.543" v="9498" actId="313"/>
          <ac:spMkLst>
            <pc:docMk/>
            <pc:sldMk cId="2287035041" sldId="2147472955"/>
            <ac:spMk id="5" creationId="{D20CAFE1-D9E2-0FBF-9A5A-2B69F48F573D}"/>
          </ac:spMkLst>
        </pc:spChg>
        <pc:spChg chg="mod">
          <ac:chgData name="Marie-Adélaïde Freymuth" userId="5192debb-cd52-4035-bb40-bb365f7d6e62" providerId="ADAL" clId="{446D2DA5-4302-4287-995B-92FB40D15840}" dt="2025-10-05T20:02:37.186" v="3907"/>
          <ac:spMkLst>
            <pc:docMk/>
            <pc:sldMk cId="2287035041" sldId="2147472955"/>
            <ac:spMk id="6" creationId="{BFAF1B92-10B1-D0CD-34A1-C39EB7A4C353}"/>
          </ac:spMkLst>
        </pc:spChg>
        <pc:spChg chg="mod">
          <ac:chgData name="Marie-Adélaïde Freymuth" userId="5192debb-cd52-4035-bb40-bb365f7d6e62" providerId="ADAL" clId="{446D2DA5-4302-4287-995B-92FB40D15840}" dt="2025-10-06T04:02:05.639" v="4506" actId="20577"/>
          <ac:spMkLst>
            <pc:docMk/>
            <pc:sldMk cId="2287035041" sldId="2147472955"/>
            <ac:spMk id="14" creationId="{2F86E780-4D06-2C9F-F318-DD2D30DE562B}"/>
          </ac:spMkLst>
        </pc:spChg>
        <pc:spChg chg="mod">
          <ac:chgData name="Marie-Adélaïde Freymuth" userId="5192debb-cd52-4035-bb40-bb365f7d6e62" providerId="ADAL" clId="{446D2DA5-4302-4287-995B-92FB40D15840}" dt="2025-10-05T20:34:02.098" v="4079" actId="1076"/>
          <ac:spMkLst>
            <pc:docMk/>
            <pc:sldMk cId="2287035041" sldId="2147472955"/>
            <ac:spMk id="18" creationId="{6C7AAD94-0CA9-BCAE-F070-187F6981D562}"/>
          </ac:spMkLst>
        </pc:spChg>
      </pc:sldChg>
      <pc:sldChg chg="add del mod modShow">
        <pc:chgData name="Marie-Adélaïde Freymuth" userId="5192debb-cd52-4035-bb40-bb365f7d6e62" providerId="ADAL" clId="{446D2DA5-4302-4287-995B-92FB40D15840}" dt="2025-10-05T20:22:20.685" v="3957" actId="47"/>
        <pc:sldMkLst>
          <pc:docMk/>
          <pc:sldMk cId="1257085540" sldId="2147472956"/>
        </pc:sldMkLst>
      </pc:sldChg>
      <pc:sldChg chg="add del mod modShow">
        <pc:chgData name="Marie-Adélaïde Freymuth" userId="5192debb-cd52-4035-bb40-bb365f7d6e62" providerId="ADAL" clId="{446D2DA5-4302-4287-995B-92FB40D15840}" dt="2025-10-06T13:47:59.019" v="5631" actId="47"/>
        <pc:sldMkLst>
          <pc:docMk/>
          <pc:sldMk cId="2594755869" sldId="2147472957"/>
        </pc:sldMkLst>
      </pc:sldChg>
      <pc:sldChg chg="addSp delSp modSp add mod">
        <pc:chgData name="Marie-Adélaïde Freymuth" userId="5192debb-cd52-4035-bb40-bb365f7d6e62" providerId="ADAL" clId="{446D2DA5-4302-4287-995B-92FB40D15840}" dt="2025-10-08T08:15:54.550" v="9502" actId="313"/>
        <pc:sldMkLst>
          <pc:docMk/>
          <pc:sldMk cId="3079318488" sldId="2147472958"/>
        </pc:sldMkLst>
      </pc:sldChg>
      <pc:sldChg chg="add del mod modShow">
        <pc:chgData name="Marie-Adélaïde Freymuth" userId="5192debb-cd52-4035-bb40-bb365f7d6e62" providerId="ADAL" clId="{446D2DA5-4302-4287-995B-92FB40D15840}" dt="2025-10-06T19:41:37.306" v="7137" actId="47"/>
        <pc:sldMkLst>
          <pc:docMk/>
          <pc:sldMk cId="1003824785" sldId="2147472959"/>
        </pc:sldMkLst>
      </pc:sldChg>
      <pc:sldChg chg="addSp delSp modSp add mod">
        <pc:chgData name="Marie-Adélaïde Freymuth" userId="5192debb-cd52-4035-bb40-bb365f7d6e62" providerId="ADAL" clId="{446D2DA5-4302-4287-995B-92FB40D15840}" dt="2025-10-08T08:15:41.411" v="9483" actId="313"/>
        <pc:sldMkLst>
          <pc:docMk/>
          <pc:sldMk cId="3622441824" sldId="2147472960"/>
        </pc:sldMkLst>
      </pc:sldChg>
      <pc:sldChg chg="modSp add mod">
        <pc:chgData name="Marie-Adélaïde Freymuth" userId="5192debb-cd52-4035-bb40-bb365f7d6e62" providerId="ADAL" clId="{446D2DA5-4302-4287-995B-92FB40D15840}" dt="2025-10-08T08:15:42.056" v="9486" actId="313"/>
        <pc:sldMkLst>
          <pc:docMk/>
          <pc:sldMk cId="1291924129" sldId="2147472961"/>
        </pc:sldMkLst>
      </pc:sldChg>
      <pc:sldChg chg="addSp delSp modSp add mod">
        <pc:chgData name="Marie-Adélaïde Freymuth" userId="5192debb-cd52-4035-bb40-bb365f7d6e62" providerId="ADAL" clId="{446D2DA5-4302-4287-995B-92FB40D15840}" dt="2025-10-08T08:15:42.478" v="9488" actId="313"/>
        <pc:sldMkLst>
          <pc:docMk/>
          <pc:sldMk cId="2370058988" sldId="2147472962"/>
        </pc:sldMkLst>
      </pc:sldChg>
      <pc:sldChg chg="addSp delSp modSp add mod">
        <pc:chgData name="Marie-Adélaïde Freymuth" userId="5192debb-cd52-4035-bb40-bb365f7d6e62" providerId="ADAL" clId="{446D2DA5-4302-4287-995B-92FB40D15840}" dt="2025-10-08T08:15:36.061" v="9454" actId="313"/>
        <pc:sldMkLst>
          <pc:docMk/>
          <pc:sldMk cId="445795533" sldId="2147472963"/>
        </pc:sldMkLst>
        <pc:spChg chg="mod">
          <ac:chgData name="Marie-Adélaïde Freymuth" userId="5192debb-cd52-4035-bb40-bb365f7d6e62" providerId="ADAL" clId="{446D2DA5-4302-4287-995B-92FB40D15840}" dt="2025-10-08T08:15:36.061" v="9454" actId="313"/>
          <ac:spMkLst>
            <pc:docMk/>
            <pc:sldMk cId="445795533" sldId="2147472963"/>
            <ac:spMk id="4" creationId="{A7454D47-C74C-7CEB-9B50-7CD8D6B406C7}"/>
          </ac:spMkLst>
        </pc:spChg>
        <pc:spChg chg="mod">
          <ac:chgData name="Marie-Adélaïde Freymuth" userId="5192debb-cd52-4035-bb40-bb365f7d6e62" providerId="ADAL" clId="{446D2DA5-4302-4287-995B-92FB40D15840}" dt="2025-10-06T16:56:55.463" v="6691" actId="1076"/>
          <ac:spMkLst>
            <pc:docMk/>
            <pc:sldMk cId="445795533" sldId="2147472963"/>
            <ac:spMk id="15" creationId="{60F43A76-A23F-3DDF-3371-89026C9130D5}"/>
          </ac:spMkLst>
        </pc:spChg>
      </pc:sldChg>
      <pc:sldChg chg="addSp delSp modSp add mod">
        <pc:chgData name="Marie-Adélaïde Freymuth" userId="5192debb-cd52-4035-bb40-bb365f7d6e62" providerId="ADAL" clId="{446D2DA5-4302-4287-995B-92FB40D15840}" dt="2025-10-08T08:15:36.389" v="9455" actId="313"/>
        <pc:sldMkLst>
          <pc:docMk/>
          <pc:sldMk cId="1831941359" sldId="2147472964"/>
        </pc:sldMkLst>
        <pc:spChg chg="mod">
          <ac:chgData name="Marie-Adélaïde Freymuth" userId="5192debb-cd52-4035-bb40-bb365f7d6e62" providerId="ADAL" clId="{446D2DA5-4302-4287-995B-92FB40D15840}" dt="2025-10-03T09:15:18.593" v="928" actId="20577"/>
          <ac:spMkLst>
            <pc:docMk/>
            <pc:sldMk cId="1831941359" sldId="2147472964"/>
            <ac:spMk id="2" creationId="{A8C1A6D3-FEE2-85FE-B02D-95D5FE75478E}"/>
          </ac:spMkLst>
        </pc:spChg>
        <pc:spChg chg="mod">
          <ac:chgData name="Marie-Adélaïde Freymuth" userId="5192debb-cd52-4035-bb40-bb365f7d6e62" providerId="ADAL" clId="{446D2DA5-4302-4287-995B-92FB40D15840}" dt="2025-10-08T08:15:36.389" v="9455" actId="313"/>
          <ac:spMkLst>
            <pc:docMk/>
            <pc:sldMk cId="1831941359" sldId="2147472964"/>
            <ac:spMk id="5" creationId="{4EA367E2-1A49-D44D-2153-6E10016683C7}"/>
          </ac:spMkLst>
        </pc:spChg>
        <pc:spChg chg="mod">
          <ac:chgData name="Marie-Adélaïde Freymuth" userId="5192debb-cd52-4035-bb40-bb365f7d6e62" providerId="ADAL" clId="{446D2DA5-4302-4287-995B-92FB40D15840}" dt="2025-10-06T18:42:55.179" v="6772" actId="20577"/>
          <ac:spMkLst>
            <pc:docMk/>
            <pc:sldMk cId="1831941359" sldId="2147472964"/>
            <ac:spMk id="14" creationId="{30DDE179-0203-77F2-4CB0-B08EDE90D910}"/>
          </ac:spMkLst>
        </pc:spChg>
        <pc:spChg chg="mod">
          <ac:chgData name="Marie-Adélaïde Freymuth" userId="5192debb-cd52-4035-bb40-bb365f7d6e62" providerId="ADAL" clId="{446D2DA5-4302-4287-995B-92FB40D15840}" dt="2025-10-06T18:43:00.117" v="6773" actId="1076"/>
          <ac:spMkLst>
            <pc:docMk/>
            <pc:sldMk cId="1831941359" sldId="2147472964"/>
            <ac:spMk id="18" creationId="{8055B32D-59A3-9829-12A4-DEC357ACEB16}"/>
          </ac:spMkLst>
        </pc:spChg>
      </pc:sldChg>
      <pc:sldChg chg="addSp delSp modSp add mod ord">
        <pc:chgData name="Marie-Adélaïde Freymuth" userId="5192debb-cd52-4035-bb40-bb365f7d6e62" providerId="ADAL" clId="{446D2DA5-4302-4287-995B-92FB40D15840}" dt="2025-10-08T08:15:43.328" v="9492" actId="313"/>
        <pc:sldMkLst>
          <pc:docMk/>
          <pc:sldMk cId="2076966869" sldId="2147472965"/>
        </pc:sldMkLst>
      </pc:sldChg>
      <pc:sldChg chg="addSp delSp modSp add del mod">
        <pc:chgData name="Marie-Adélaïde Freymuth" userId="5192debb-cd52-4035-bb40-bb365f7d6e62" providerId="ADAL" clId="{446D2DA5-4302-4287-995B-92FB40D15840}" dt="2025-10-06T19:57:47.111" v="7371" actId="2696"/>
        <pc:sldMkLst>
          <pc:docMk/>
          <pc:sldMk cId="2298100107" sldId="2147472965"/>
        </pc:sldMkLst>
      </pc:sldChg>
      <pc:sldChg chg="add del">
        <pc:chgData name="Marie-Adélaïde Freymuth" userId="5192debb-cd52-4035-bb40-bb365f7d6e62" providerId="ADAL" clId="{446D2DA5-4302-4287-995B-92FB40D15840}" dt="2025-10-03T13:48:21.515" v="2372"/>
        <pc:sldMkLst>
          <pc:docMk/>
          <pc:sldMk cId="49309287" sldId="2147472966"/>
        </pc:sldMkLst>
      </pc:sldChg>
      <pc:sldChg chg="addSp delSp modSp new del mod ord">
        <pc:chgData name="Marie-Adélaïde Freymuth" userId="5192debb-cd52-4035-bb40-bb365f7d6e62" providerId="ADAL" clId="{446D2DA5-4302-4287-995B-92FB40D15840}" dt="2025-10-03T13:46:47.604" v="2317" actId="47"/>
        <pc:sldMkLst>
          <pc:docMk/>
          <pc:sldMk cId="3483025697" sldId="2147472966"/>
        </pc:sldMkLst>
      </pc:sldChg>
      <pc:sldChg chg="delSp modSp add mod ord">
        <pc:chgData name="Marie-Adélaïde Freymuth" userId="5192debb-cd52-4035-bb40-bb365f7d6e62" providerId="ADAL" clId="{446D2DA5-4302-4287-995B-92FB40D15840}" dt="2025-10-08T08:15:43.100" v="9491" actId="313"/>
        <pc:sldMkLst>
          <pc:docMk/>
          <pc:sldMk cId="1624245744" sldId="2147472967"/>
        </pc:sldMkLst>
      </pc:sldChg>
      <pc:sldChg chg="addSp delSp modSp add del mod">
        <pc:chgData name="Marie-Adélaïde Freymuth" userId="5192debb-cd52-4035-bb40-bb365f7d6e62" providerId="ADAL" clId="{446D2DA5-4302-4287-995B-92FB40D15840}" dt="2025-10-06T19:57:47.111" v="7371" actId="2696"/>
        <pc:sldMkLst>
          <pc:docMk/>
          <pc:sldMk cId="3617557129" sldId="2147472967"/>
        </pc:sldMkLst>
      </pc:sldChg>
      <pc:sldChg chg="add del">
        <pc:chgData name="Marie-Adélaïde Freymuth" userId="5192debb-cd52-4035-bb40-bb365f7d6e62" providerId="ADAL" clId="{446D2DA5-4302-4287-995B-92FB40D15840}" dt="2025-10-03T13:48:21.515" v="2372"/>
        <pc:sldMkLst>
          <pc:docMk/>
          <pc:sldMk cId="770408105" sldId="2147472968"/>
        </pc:sldMkLst>
      </pc:sldChg>
      <pc:sldChg chg="addSp delSp modSp add del mod ord modShow">
        <pc:chgData name="Marie-Adélaïde Freymuth" userId="5192debb-cd52-4035-bb40-bb365f7d6e62" providerId="ADAL" clId="{446D2DA5-4302-4287-995B-92FB40D15840}" dt="2025-10-07T09:57:24.782" v="9307" actId="47"/>
        <pc:sldMkLst>
          <pc:docMk/>
          <pc:sldMk cId="4111623427" sldId="2147472968"/>
        </pc:sldMkLst>
      </pc:sldChg>
      <pc:sldChg chg="addSp delSp modSp add mod setBg">
        <pc:chgData name="Marie-Adélaïde Freymuth" userId="5192debb-cd52-4035-bb40-bb365f7d6e62" providerId="ADAL" clId="{446D2DA5-4302-4287-995B-92FB40D15840}" dt="2025-10-08T08:43:34.722" v="9570" actId="255"/>
        <pc:sldMkLst>
          <pc:docMk/>
          <pc:sldMk cId="195870799" sldId="2147472969"/>
        </pc:sldMkLst>
        <pc:spChg chg="mod">
          <ac:chgData name="Marie-Adélaïde Freymuth" userId="5192debb-cd52-4035-bb40-bb365f7d6e62" providerId="ADAL" clId="{446D2DA5-4302-4287-995B-92FB40D15840}" dt="2025-10-08T08:42:34.946" v="9566" actId="20577"/>
          <ac:spMkLst>
            <pc:docMk/>
            <pc:sldMk cId="195870799" sldId="2147472969"/>
            <ac:spMk id="2" creationId="{0D52ADCC-6B42-7317-CF7E-B8F232857257}"/>
          </ac:spMkLst>
        </pc:spChg>
        <pc:spChg chg="mod">
          <ac:chgData name="Marie-Adélaïde Freymuth" userId="5192debb-cd52-4035-bb40-bb365f7d6e62" providerId="ADAL" clId="{446D2DA5-4302-4287-995B-92FB40D15840}" dt="2025-10-06T16:19:28.007" v="6397"/>
          <ac:spMkLst>
            <pc:docMk/>
            <pc:sldMk cId="195870799" sldId="2147472969"/>
            <ac:spMk id="4" creationId="{282D27C6-8FAB-5C3D-F7F2-33CF8E0D035C}"/>
          </ac:spMkLst>
        </pc:spChg>
        <pc:spChg chg="mod">
          <ac:chgData name="Marie-Adélaïde Freymuth" userId="5192debb-cd52-4035-bb40-bb365f7d6e62" providerId="ADAL" clId="{446D2DA5-4302-4287-995B-92FB40D15840}" dt="2025-10-08T08:14:41.203" v="9443"/>
          <ac:spMkLst>
            <pc:docMk/>
            <pc:sldMk cId="195870799" sldId="2147472969"/>
            <ac:spMk id="5" creationId="{9937638C-1FB7-4039-E561-694124EC27B9}"/>
          </ac:spMkLst>
        </pc:spChg>
        <pc:spChg chg="mod">
          <ac:chgData name="Marie-Adélaïde Freymuth" userId="5192debb-cd52-4035-bb40-bb365f7d6e62" providerId="ADAL" clId="{446D2DA5-4302-4287-995B-92FB40D15840}" dt="2025-10-06T16:19:28.007" v="6397"/>
          <ac:spMkLst>
            <pc:docMk/>
            <pc:sldMk cId="195870799" sldId="2147472969"/>
            <ac:spMk id="6" creationId="{E5DF93AA-19DE-EAB0-2D06-41BA53EC77B3}"/>
          </ac:spMkLst>
        </pc:spChg>
        <pc:spChg chg="mod">
          <ac:chgData name="Marie-Adélaïde Freymuth" userId="5192debb-cd52-4035-bb40-bb365f7d6e62" providerId="ADAL" clId="{446D2DA5-4302-4287-995B-92FB40D15840}" dt="2025-10-08T08:43:34.722" v="9570" actId="255"/>
          <ac:spMkLst>
            <pc:docMk/>
            <pc:sldMk cId="195870799" sldId="2147472969"/>
            <ac:spMk id="17" creationId="{53C92491-8D35-9034-D7CA-478CFAA9786C}"/>
          </ac:spMkLst>
        </pc:spChg>
        <pc:spChg chg="mod">
          <ac:chgData name="Marie-Adélaïde Freymuth" userId="5192debb-cd52-4035-bb40-bb365f7d6e62" providerId="ADAL" clId="{446D2DA5-4302-4287-995B-92FB40D15840}" dt="2025-10-06T16:17:26.062" v="6382" actId="1076"/>
          <ac:spMkLst>
            <pc:docMk/>
            <pc:sldMk cId="195870799" sldId="2147472969"/>
            <ac:spMk id="19" creationId="{48B86E13-1324-E3A6-BF48-08ED6CEE6B6A}"/>
          </ac:spMkLst>
        </pc:spChg>
      </pc:sldChg>
      <pc:sldChg chg="addSp delSp modSp add mod">
        <pc:chgData name="Marie-Adélaïde Freymuth" userId="5192debb-cd52-4035-bb40-bb365f7d6e62" providerId="ADAL" clId="{446D2DA5-4302-4287-995B-92FB40D15840}" dt="2025-10-08T08:15:50.306" v="9496" actId="313"/>
        <pc:sldMkLst>
          <pc:docMk/>
          <pc:sldMk cId="3800681876" sldId="2147472970"/>
        </pc:sldMkLst>
        <pc:spChg chg="mod">
          <ac:chgData name="Marie-Adélaïde Freymuth" userId="5192debb-cd52-4035-bb40-bb365f7d6e62" providerId="ADAL" clId="{446D2DA5-4302-4287-995B-92FB40D15840}" dt="2025-10-04T15:36:10.242" v="2815" actId="20577"/>
          <ac:spMkLst>
            <pc:docMk/>
            <pc:sldMk cId="3800681876" sldId="2147472970"/>
            <ac:spMk id="2" creationId="{0A39013E-1F4C-CDDA-2193-79B5B1E4B4DE}"/>
          </ac:spMkLst>
        </pc:spChg>
        <pc:spChg chg="mod">
          <ac:chgData name="Marie-Adélaïde Freymuth" userId="5192debb-cd52-4035-bb40-bb365f7d6e62" providerId="ADAL" clId="{446D2DA5-4302-4287-995B-92FB40D15840}" dt="2025-10-06T16:45:07.125" v="6592" actId="207"/>
          <ac:spMkLst>
            <pc:docMk/>
            <pc:sldMk cId="3800681876" sldId="2147472970"/>
            <ac:spMk id="3" creationId="{0A23F630-CE80-F3DD-613F-64358E4DEDE1}"/>
          </ac:spMkLst>
        </pc:spChg>
        <pc:spChg chg="mod">
          <ac:chgData name="Marie-Adélaïde Freymuth" userId="5192debb-cd52-4035-bb40-bb365f7d6e62" providerId="ADAL" clId="{446D2DA5-4302-4287-995B-92FB40D15840}" dt="2025-10-08T08:15:50.306" v="9496" actId="313"/>
          <ac:spMkLst>
            <pc:docMk/>
            <pc:sldMk cId="3800681876" sldId="2147472970"/>
            <ac:spMk id="5" creationId="{BBAEB34D-1E35-6206-3269-BF5768A302E8}"/>
          </ac:spMkLst>
        </pc:spChg>
        <pc:spChg chg="mod">
          <ac:chgData name="Marie-Adélaïde Freymuth" userId="5192debb-cd52-4035-bb40-bb365f7d6e62" providerId="ADAL" clId="{446D2DA5-4302-4287-995B-92FB40D15840}" dt="2025-10-06T16:44:47.754" v="6591" actId="207"/>
          <ac:spMkLst>
            <pc:docMk/>
            <pc:sldMk cId="3800681876" sldId="2147472970"/>
            <ac:spMk id="8" creationId="{8D88B71F-A6FD-8DCB-1A50-7A02483FE227}"/>
          </ac:spMkLst>
        </pc:spChg>
        <pc:spChg chg="mod">
          <ac:chgData name="Marie-Adélaïde Freymuth" userId="5192debb-cd52-4035-bb40-bb365f7d6e62" providerId="ADAL" clId="{446D2DA5-4302-4287-995B-92FB40D15840}" dt="2025-10-04T16:34:16.257" v="3268" actId="20577"/>
          <ac:spMkLst>
            <pc:docMk/>
            <pc:sldMk cId="3800681876" sldId="2147472970"/>
            <ac:spMk id="9" creationId="{603B9E98-B301-25B5-B797-FDAA6BF0ED50}"/>
          </ac:spMkLst>
        </pc:spChg>
      </pc:sldChg>
      <pc:sldChg chg="addSp delSp modSp add del mod modShow">
        <pc:chgData name="Marie-Adélaïde Freymuth" userId="5192debb-cd52-4035-bb40-bb365f7d6e62" providerId="ADAL" clId="{446D2DA5-4302-4287-995B-92FB40D15840}" dt="2025-10-06T16:53:57.128" v="6678" actId="47"/>
        <pc:sldMkLst>
          <pc:docMk/>
          <pc:sldMk cId="2437636535" sldId="2147472971"/>
        </pc:sldMkLst>
      </pc:sldChg>
      <pc:sldChg chg="addSp delSp modSp add del mod setBg">
        <pc:chgData name="Marie-Adélaïde Freymuth" userId="5192debb-cd52-4035-bb40-bb365f7d6e62" providerId="ADAL" clId="{446D2DA5-4302-4287-995B-92FB40D15840}" dt="2025-10-08T08:15:42.262" v="9487" actId="313"/>
        <pc:sldMkLst>
          <pc:docMk/>
          <pc:sldMk cId="2640127334" sldId="2147472972"/>
        </pc:sldMkLst>
      </pc:sldChg>
      <pc:sldChg chg="modSp add del mod">
        <pc:chgData name="Marie-Adélaïde Freymuth" userId="5192debb-cd52-4035-bb40-bb365f7d6e62" providerId="ADAL" clId="{446D2DA5-4302-4287-995B-92FB40D15840}" dt="2025-10-05T19:03:50.530" v="3695" actId="47"/>
        <pc:sldMkLst>
          <pc:docMk/>
          <pc:sldMk cId="2999820270" sldId="2147472973"/>
        </pc:sldMkLst>
      </pc:sldChg>
      <pc:sldChg chg="addSp delSp modSp add mod ord">
        <pc:chgData name="Marie-Adélaïde Freymuth" userId="5192debb-cd52-4035-bb40-bb365f7d6e62" providerId="ADAL" clId="{446D2DA5-4302-4287-995B-92FB40D15840}" dt="2025-10-08T08:15:39.731" v="9474" actId="313"/>
        <pc:sldMkLst>
          <pc:docMk/>
          <pc:sldMk cId="3942919716" sldId="2147472973"/>
        </pc:sldMkLst>
      </pc:sldChg>
      <pc:sldChg chg="addSp delSp modSp add del mod setBg modShow">
        <pc:chgData name="Marie-Adélaïde Freymuth" userId="5192debb-cd52-4035-bb40-bb365f7d6e62" providerId="ADAL" clId="{446D2DA5-4302-4287-995B-92FB40D15840}" dt="2025-10-06T18:30:08.982" v="6703" actId="47"/>
        <pc:sldMkLst>
          <pc:docMk/>
          <pc:sldMk cId="3382545803" sldId="2147472974"/>
        </pc:sldMkLst>
      </pc:sldChg>
      <pc:sldChg chg="addSp delSp modSp add del mod setBg modShow">
        <pc:chgData name="Marie-Adélaïde Freymuth" userId="5192debb-cd52-4035-bb40-bb365f7d6e62" providerId="ADAL" clId="{446D2DA5-4302-4287-995B-92FB40D15840}" dt="2025-10-06T18:11:57.384" v="6700" actId="47"/>
        <pc:sldMkLst>
          <pc:docMk/>
          <pc:sldMk cId="3918543438" sldId="2147472975"/>
        </pc:sldMkLst>
      </pc:sldChg>
      <pc:sldChg chg="modSp add mod">
        <pc:chgData name="Marie-Adélaïde Freymuth" userId="5192debb-cd52-4035-bb40-bb365f7d6e62" providerId="ADAL" clId="{446D2DA5-4302-4287-995B-92FB40D15840}" dt="2025-10-08T08:15:36.549" v="9456" actId="313"/>
        <pc:sldMkLst>
          <pc:docMk/>
          <pc:sldMk cId="1165541345" sldId="2147472976"/>
        </pc:sldMkLst>
        <pc:spChg chg="mod">
          <ac:chgData name="Marie-Adélaïde Freymuth" userId="5192debb-cd52-4035-bb40-bb365f7d6e62" providerId="ADAL" clId="{446D2DA5-4302-4287-995B-92FB40D15840}" dt="2025-10-08T08:15:36.549" v="9456" actId="313"/>
          <ac:spMkLst>
            <pc:docMk/>
            <pc:sldMk cId="1165541345" sldId="2147472976"/>
            <ac:spMk id="9" creationId="{58389641-4FD6-D3C5-6BFD-B3D329990065}"/>
          </ac:spMkLst>
        </pc:spChg>
        <pc:spChg chg="mod">
          <ac:chgData name="Marie-Adélaïde Freymuth" userId="5192debb-cd52-4035-bb40-bb365f7d6e62" providerId="ADAL" clId="{446D2DA5-4302-4287-995B-92FB40D15840}" dt="2025-10-06T03:26:21.970" v="4251" actId="20577"/>
          <ac:spMkLst>
            <pc:docMk/>
            <pc:sldMk cId="1165541345" sldId="2147472976"/>
            <ac:spMk id="29" creationId="{5151FC72-F761-9C6A-911E-08EB849EACA6}"/>
          </ac:spMkLst>
        </pc:spChg>
      </pc:sldChg>
      <pc:sldChg chg="modSp add mod">
        <pc:chgData name="Marie-Adélaïde Freymuth" userId="5192debb-cd52-4035-bb40-bb365f7d6e62" providerId="ADAL" clId="{446D2DA5-4302-4287-995B-92FB40D15840}" dt="2025-10-08T08:15:37.277" v="9460" actId="313"/>
        <pc:sldMkLst>
          <pc:docMk/>
          <pc:sldMk cId="2204180368" sldId="2147472977"/>
        </pc:sldMkLst>
      </pc:sldChg>
      <pc:sldChg chg="modSp add mod">
        <pc:chgData name="Marie-Adélaïde Freymuth" userId="5192debb-cd52-4035-bb40-bb365f7d6e62" providerId="ADAL" clId="{446D2DA5-4302-4287-995B-92FB40D15840}" dt="2025-10-08T08:15:38.109" v="9465" actId="313"/>
        <pc:sldMkLst>
          <pc:docMk/>
          <pc:sldMk cId="3581986146" sldId="2147472978"/>
        </pc:sldMkLst>
      </pc:sldChg>
      <pc:sldChg chg="modSp add mod">
        <pc:chgData name="Marie-Adélaïde Freymuth" userId="5192debb-cd52-4035-bb40-bb365f7d6e62" providerId="ADAL" clId="{446D2DA5-4302-4287-995B-92FB40D15840}" dt="2025-10-08T08:15:38.717" v="9469" actId="313"/>
        <pc:sldMkLst>
          <pc:docMk/>
          <pc:sldMk cId="2905428333" sldId="2147472979"/>
        </pc:sldMkLst>
      </pc:sldChg>
      <pc:sldChg chg="modSp add mod">
        <pc:chgData name="Marie-Adélaïde Freymuth" userId="5192debb-cd52-4035-bb40-bb365f7d6e62" providerId="ADAL" clId="{446D2DA5-4302-4287-995B-92FB40D15840}" dt="2025-10-08T08:15:40.284" v="9477" actId="313"/>
        <pc:sldMkLst>
          <pc:docMk/>
          <pc:sldMk cId="981425746" sldId="2147472980"/>
        </pc:sldMkLst>
      </pc:sldChg>
      <pc:sldChg chg="modSp add mod">
        <pc:chgData name="Marie-Adélaïde Freymuth" userId="5192debb-cd52-4035-bb40-bb365f7d6e62" providerId="ADAL" clId="{446D2DA5-4302-4287-995B-92FB40D15840}" dt="2025-10-08T08:15:40.923" v="9481" actId="313"/>
        <pc:sldMkLst>
          <pc:docMk/>
          <pc:sldMk cId="4217127105" sldId="2147472981"/>
        </pc:sldMkLst>
      </pc:sldChg>
      <pc:sldChg chg="add del">
        <pc:chgData name="Marie-Adélaïde Freymuth" userId="5192debb-cd52-4035-bb40-bb365f7d6e62" providerId="ADAL" clId="{446D2DA5-4302-4287-995B-92FB40D15840}" dt="2025-10-06T06:42:16.581" v="5143"/>
        <pc:sldMkLst>
          <pc:docMk/>
          <pc:sldMk cId="535973060" sldId="2147472982"/>
        </pc:sldMkLst>
      </pc:sldChg>
      <pc:sldChg chg="addSp delSp modSp add mod">
        <pc:chgData name="Marie-Adélaïde Freymuth" userId="5192debb-cd52-4035-bb40-bb365f7d6e62" providerId="ADAL" clId="{446D2DA5-4302-4287-995B-92FB40D15840}" dt="2025-10-08T08:15:42.681" v="9489" actId="313"/>
        <pc:sldMkLst>
          <pc:docMk/>
          <pc:sldMk cId="1645089891" sldId="2147472982"/>
        </pc:sldMkLst>
      </pc:sldChg>
      <pc:sldChg chg="modSp add mod">
        <pc:chgData name="Marie-Adélaïde Freymuth" userId="5192debb-cd52-4035-bb40-bb365f7d6e62" providerId="ADAL" clId="{446D2DA5-4302-4287-995B-92FB40D15840}" dt="2025-10-08T08:15:39.627" v="9473" actId="313"/>
        <pc:sldMkLst>
          <pc:docMk/>
          <pc:sldMk cId="1231952244" sldId="2147472983"/>
        </pc:sldMkLst>
      </pc:sldChg>
      <pc:sldChg chg="addSp delSp modSp add mod">
        <pc:chgData name="Marie-Adélaïde Freymuth" userId="5192debb-cd52-4035-bb40-bb365f7d6e62" providerId="ADAL" clId="{446D2DA5-4302-4287-995B-92FB40D15840}" dt="2025-10-08T08:15:39.907" v="9475" actId="313"/>
        <pc:sldMkLst>
          <pc:docMk/>
          <pc:sldMk cId="1806511739" sldId="2147472984"/>
        </pc:sldMkLst>
      </pc:sldChg>
      <pc:sldChg chg="addSp delSp modSp add mod ord modShow">
        <pc:chgData name="Marie-Adélaïde Freymuth" userId="5192debb-cd52-4035-bb40-bb365f7d6e62" providerId="ADAL" clId="{446D2DA5-4302-4287-995B-92FB40D15840}" dt="2025-10-08T08:15:43.751" v="9494" actId="313"/>
        <pc:sldMkLst>
          <pc:docMk/>
          <pc:sldMk cId="154727511" sldId="2147472985"/>
        </pc:sldMkLst>
      </pc:sldChg>
      <pc:sldChg chg="addSp delSp modSp add mod">
        <pc:chgData name="Marie-Adélaïde Freymuth" userId="5192debb-cd52-4035-bb40-bb365f7d6e62" providerId="ADAL" clId="{446D2DA5-4302-4287-995B-92FB40D15840}" dt="2025-10-08T08:43:50.523" v="9572" actId="255"/>
        <pc:sldMkLst>
          <pc:docMk/>
          <pc:sldMk cId="2748268214" sldId="2147472986"/>
        </pc:sldMkLst>
        <pc:spChg chg="mod">
          <ac:chgData name="Marie-Adélaïde Freymuth" userId="5192debb-cd52-4035-bb40-bb365f7d6e62" providerId="ADAL" clId="{446D2DA5-4302-4287-995B-92FB40D15840}" dt="2025-10-08T08:43:50.523" v="9572" actId="255"/>
          <ac:spMkLst>
            <pc:docMk/>
            <pc:sldMk cId="2748268214" sldId="2147472986"/>
            <ac:spMk id="8" creationId="{364F2413-D94F-7515-8659-1CE7113090AE}"/>
          </ac:spMkLst>
        </pc:spChg>
        <pc:spChg chg="mod">
          <ac:chgData name="Marie-Adélaïde Freymuth" userId="5192debb-cd52-4035-bb40-bb365f7d6e62" providerId="ADAL" clId="{446D2DA5-4302-4287-995B-92FB40D15840}" dt="2025-10-06T16:20:26.471" v="6406" actId="1076"/>
          <ac:spMkLst>
            <pc:docMk/>
            <pc:sldMk cId="2748268214" sldId="2147472986"/>
            <ac:spMk id="10" creationId="{E4A3EBB3-41FB-0FB8-3AA7-1C19FE6B46BF}"/>
          </ac:spMkLst>
        </pc:spChg>
        <pc:spChg chg="add mod">
          <ac:chgData name="Marie-Adélaïde Freymuth" userId="5192debb-cd52-4035-bb40-bb365f7d6e62" providerId="ADAL" clId="{446D2DA5-4302-4287-995B-92FB40D15840}" dt="2025-10-06T16:07:31.019" v="6358" actId="20577"/>
          <ac:spMkLst>
            <pc:docMk/>
            <pc:sldMk cId="2748268214" sldId="2147472986"/>
            <ac:spMk id="14" creationId="{F0631973-F0CD-25CD-66FE-12D61FBC7926}"/>
          </ac:spMkLst>
        </pc:spChg>
        <pc:spChg chg="add mod">
          <ac:chgData name="Marie-Adélaïde Freymuth" userId="5192debb-cd52-4035-bb40-bb365f7d6e62" providerId="ADAL" clId="{446D2DA5-4302-4287-995B-92FB40D15840}" dt="2025-10-08T08:14:50.441" v="9445"/>
          <ac:spMkLst>
            <pc:docMk/>
            <pc:sldMk cId="2748268214" sldId="2147472986"/>
            <ac:spMk id="17" creationId="{AF56BB36-B5D6-96AE-0301-A22861E789A5}"/>
          </ac:spMkLst>
        </pc:spChg>
      </pc:sldChg>
      <pc:sldChg chg="addSp delSp modSp add mod">
        <pc:chgData name="Marie-Adélaïde Freymuth" userId="5192debb-cd52-4035-bb40-bb365f7d6e62" providerId="ADAL" clId="{446D2DA5-4302-4287-995B-92FB40D15840}" dt="2025-10-08T08:43:41.315" v="9571" actId="255"/>
        <pc:sldMkLst>
          <pc:docMk/>
          <pc:sldMk cId="3963616578" sldId="2147472987"/>
        </pc:sldMkLst>
        <pc:spChg chg="mod">
          <ac:chgData name="Marie-Adélaïde Freymuth" userId="5192debb-cd52-4035-bb40-bb365f7d6e62" providerId="ADAL" clId="{446D2DA5-4302-4287-995B-92FB40D15840}" dt="2025-10-06T16:07:02.032" v="6353" actId="20577"/>
          <ac:spMkLst>
            <pc:docMk/>
            <pc:sldMk cId="3963616578" sldId="2147472987"/>
            <ac:spMk id="2" creationId="{872991DA-F7A8-8426-9402-6CF215182854}"/>
          </ac:spMkLst>
        </pc:spChg>
        <pc:spChg chg="mod">
          <ac:chgData name="Marie-Adélaïde Freymuth" userId="5192debb-cd52-4035-bb40-bb365f7d6e62" providerId="ADAL" clId="{446D2DA5-4302-4287-995B-92FB40D15840}" dt="2025-10-08T08:43:41.315" v="9571" actId="255"/>
          <ac:spMkLst>
            <pc:docMk/>
            <pc:sldMk cId="3963616578" sldId="2147472987"/>
            <ac:spMk id="8" creationId="{BF5E3385-C423-1D60-40A6-1B143E15A31D}"/>
          </ac:spMkLst>
        </pc:spChg>
        <pc:spChg chg="add mod">
          <ac:chgData name="Marie-Adélaïde Freymuth" userId="5192debb-cd52-4035-bb40-bb365f7d6e62" providerId="ADAL" clId="{446D2DA5-4302-4287-995B-92FB40D15840}" dt="2025-10-08T08:14:44.635" v="9444"/>
          <ac:spMkLst>
            <pc:docMk/>
            <pc:sldMk cId="3963616578" sldId="2147472987"/>
            <ac:spMk id="9" creationId="{EB0DCE4B-C5C3-DB96-0856-D677C19DE055}"/>
          </ac:spMkLst>
        </pc:spChg>
        <pc:spChg chg="mod">
          <ac:chgData name="Marie-Adélaïde Freymuth" userId="5192debb-cd52-4035-bb40-bb365f7d6e62" providerId="ADAL" clId="{446D2DA5-4302-4287-995B-92FB40D15840}" dt="2025-10-06T16:17:50.355" v="6384" actId="1076"/>
          <ac:spMkLst>
            <pc:docMk/>
            <pc:sldMk cId="3963616578" sldId="2147472987"/>
            <ac:spMk id="10" creationId="{A90DE5E0-A964-DAEB-D315-7D5E149C98BE}"/>
          </ac:spMkLst>
        </pc:spChg>
      </pc:sldChg>
      <pc:sldChg chg="new del">
        <pc:chgData name="Marie-Adélaïde Freymuth" userId="5192debb-cd52-4035-bb40-bb365f7d6e62" providerId="ADAL" clId="{446D2DA5-4302-4287-995B-92FB40D15840}" dt="2025-10-07T09:57:20.250" v="9305" actId="47"/>
        <pc:sldMkLst>
          <pc:docMk/>
          <pc:sldMk cId="431021420" sldId="2147472988"/>
        </pc:sldMkLst>
      </pc:sldChg>
      <pc:sldChg chg="addSp delSp modSp add mod">
        <pc:chgData name="Marie-Adélaïde Freymuth" userId="5192debb-cd52-4035-bb40-bb365f7d6e62" providerId="ADAL" clId="{446D2DA5-4302-4287-995B-92FB40D15840}" dt="2025-10-08T08:15:37.126" v="9459" actId="313"/>
        <pc:sldMkLst>
          <pc:docMk/>
          <pc:sldMk cId="1792825097" sldId="2147472989"/>
        </pc:sldMkLst>
        <pc:spChg chg="mod">
          <ac:chgData name="Marie-Adélaïde Freymuth" userId="5192debb-cd52-4035-bb40-bb365f7d6e62" providerId="ADAL" clId="{446D2DA5-4302-4287-995B-92FB40D15840}" dt="2025-10-06T18:47:15.333" v="6801" actId="20577"/>
          <ac:spMkLst>
            <pc:docMk/>
            <pc:sldMk cId="1792825097" sldId="2147472989"/>
            <ac:spMk id="2" creationId="{E5E885EB-9CDB-FD6A-3F8B-1ED979016FF7}"/>
          </ac:spMkLst>
        </pc:spChg>
        <pc:spChg chg="mod">
          <ac:chgData name="Marie-Adélaïde Freymuth" userId="5192debb-cd52-4035-bb40-bb365f7d6e62" providerId="ADAL" clId="{446D2DA5-4302-4287-995B-92FB40D15840}" dt="2025-10-08T08:15:37.126" v="9459" actId="313"/>
          <ac:spMkLst>
            <pc:docMk/>
            <pc:sldMk cId="1792825097" sldId="2147472989"/>
            <ac:spMk id="5" creationId="{3FB13C70-65DF-87C9-C6B6-39EC3D64C0BE}"/>
          </ac:spMkLst>
        </pc:spChg>
        <pc:spChg chg="mod">
          <ac:chgData name="Marie-Adélaïde Freymuth" userId="5192debb-cd52-4035-bb40-bb365f7d6e62" providerId="ADAL" clId="{446D2DA5-4302-4287-995B-92FB40D15840}" dt="2025-10-06T19:16:27.032" v="6885" actId="20577"/>
          <ac:spMkLst>
            <pc:docMk/>
            <pc:sldMk cId="1792825097" sldId="2147472989"/>
            <ac:spMk id="14" creationId="{1F1E68E8-EE1F-FD36-4778-A4517CA7CE41}"/>
          </ac:spMkLst>
        </pc:spChg>
        <pc:spChg chg="mod">
          <ac:chgData name="Marie-Adélaïde Freymuth" userId="5192debb-cd52-4035-bb40-bb365f7d6e62" providerId="ADAL" clId="{446D2DA5-4302-4287-995B-92FB40D15840}" dt="2025-10-06T18:57:57.953" v="6812" actId="1076"/>
          <ac:spMkLst>
            <pc:docMk/>
            <pc:sldMk cId="1792825097" sldId="2147472989"/>
            <ac:spMk id="18" creationId="{67EA11A4-FD11-C2EC-E0FD-5E042A8EF6F3}"/>
          </ac:spMkLst>
        </pc:spChg>
      </pc:sldChg>
      <pc:sldChg chg="addSp delSp modSp add mod setBg">
        <pc:chgData name="Marie-Adélaïde Freymuth" userId="5192debb-cd52-4035-bb40-bb365f7d6e62" providerId="ADAL" clId="{446D2DA5-4302-4287-995B-92FB40D15840}" dt="2025-10-08T08:15:40.087" v="9476" actId="313"/>
        <pc:sldMkLst>
          <pc:docMk/>
          <pc:sldMk cId="3248717371" sldId="2147472990"/>
        </pc:sldMkLst>
      </pc:sldChg>
      <pc:sldChg chg="addSp delSp modSp add del mod">
        <pc:chgData name="Marie-Adélaïde Freymuth" userId="5192debb-cd52-4035-bb40-bb365f7d6e62" providerId="ADAL" clId="{446D2DA5-4302-4287-995B-92FB40D15840}" dt="2025-10-08T08:15:42.889" v="9490" actId="313"/>
        <pc:sldMkLst>
          <pc:docMk/>
          <pc:sldMk cId="462848832" sldId="2147472991"/>
        </pc:sldMkLst>
      </pc:sldChg>
      <pc:sldChg chg="modSp add del mod">
        <pc:chgData name="Marie-Adélaïde Freymuth" userId="5192debb-cd52-4035-bb40-bb365f7d6e62" providerId="ADAL" clId="{446D2DA5-4302-4287-995B-92FB40D15840}" dt="2025-10-06T21:16:24.678" v="8101" actId="47"/>
        <pc:sldMkLst>
          <pc:docMk/>
          <pc:sldMk cId="4192174698" sldId="2147472992"/>
        </pc:sldMkLst>
      </pc:sldChg>
      <pc:sldChg chg="addSp delSp modSp add del mod">
        <pc:chgData name="Marie-Adélaïde Freymuth" userId="5192debb-cd52-4035-bb40-bb365f7d6e62" providerId="ADAL" clId="{446D2DA5-4302-4287-995B-92FB40D15840}" dt="2025-10-06T21:14:50.074" v="8097" actId="47"/>
        <pc:sldMkLst>
          <pc:docMk/>
          <pc:sldMk cId="2536952159" sldId="2147472993"/>
        </pc:sldMkLst>
      </pc:sldChg>
      <pc:sldChg chg="addSp delSp modSp add mod">
        <pc:chgData name="Marie-Adélaïde Freymuth" userId="5192debb-cd52-4035-bb40-bb365f7d6e62" providerId="ADAL" clId="{446D2DA5-4302-4287-995B-92FB40D15840}" dt="2025-10-07T09:55:02.240" v="9279" actId="5793"/>
        <pc:sldMkLst>
          <pc:docMk/>
          <pc:sldMk cId="1874835376" sldId="2147472994"/>
        </pc:sldMkLst>
      </pc:sldChg>
      <pc:sldChg chg="add del">
        <pc:chgData name="Marie-Adélaïde Freymuth" userId="5192debb-cd52-4035-bb40-bb365f7d6e62" providerId="ADAL" clId="{446D2DA5-4302-4287-995B-92FB40D15840}" dt="2025-10-06T21:40:55.368" v="8570" actId="47"/>
        <pc:sldMkLst>
          <pc:docMk/>
          <pc:sldMk cId="1534299262" sldId="2147472995"/>
        </pc:sldMkLst>
      </pc:sldChg>
      <pc:sldChg chg="addSp delSp modSp add mod ord">
        <pc:chgData name="Marie-Adélaïde Freymuth" userId="5192debb-cd52-4035-bb40-bb365f7d6e62" providerId="ADAL" clId="{446D2DA5-4302-4287-995B-92FB40D15840}" dt="2025-10-08T08:15:43.527" v="9493" actId="313"/>
        <pc:sldMkLst>
          <pc:docMk/>
          <pc:sldMk cId="169399248" sldId="2147472996"/>
        </pc:sldMkLst>
        <pc:spChg chg="mod">
          <ac:chgData name="Marie-Adélaïde Freymuth" userId="5192debb-cd52-4035-bb40-bb365f7d6e62" providerId="ADAL" clId="{446D2DA5-4302-4287-995B-92FB40D15840}" dt="2025-10-07T09:59:22.531" v="9335" actId="20577"/>
          <ac:spMkLst>
            <pc:docMk/>
            <pc:sldMk cId="169399248" sldId="2147472996"/>
            <ac:spMk id="2" creationId="{AD6CC225-1DDA-EE69-2712-ED8CC9147E14}"/>
          </ac:spMkLst>
        </pc:spChg>
        <pc:spChg chg="mod">
          <ac:chgData name="Marie-Adélaïde Freymuth" userId="5192debb-cd52-4035-bb40-bb365f7d6e62" providerId="ADAL" clId="{446D2DA5-4302-4287-995B-92FB40D15840}" dt="2025-10-08T08:15:43.527" v="9493" actId="313"/>
          <ac:spMkLst>
            <pc:docMk/>
            <pc:sldMk cId="169399248" sldId="2147472996"/>
            <ac:spMk id="5" creationId="{4C5271A3-D778-CE10-52FA-22B79B1DBCEA}"/>
          </ac:spMkLst>
        </pc:spChg>
        <pc:spChg chg="mod">
          <ac:chgData name="Marie-Adélaïde Freymuth" userId="5192debb-cd52-4035-bb40-bb365f7d6e62" providerId="ADAL" clId="{446D2DA5-4302-4287-995B-92FB40D15840}" dt="2025-10-06T21:38:53.168" v="8528" actId="20577"/>
          <ac:spMkLst>
            <pc:docMk/>
            <pc:sldMk cId="169399248" sldId="2147472996"/>
            <ac:spMk id="10" creationId="{D83CDA78-F1C4-41F9-E480-78B032B661AE}"/>
          </ac:spMkLst>
        </pc:spChg>
      </pc:sldChg>
      <pc:sldChg chg="delSp add del mod">
        <pc:chgData name="Marie-Adélaïde Freymuth" userId="5192debb-cd52-4035-bb40-bb365f7d6e62" providerId="ADAL" clId="{446D2DA5-4302-4287-995B-92FB40D15840}" dt="2025-10-06T21:52:48.761" v="8617" actId="47"/>
        <pc:sldMkLst>
          <pc:docMk/>
          <pc:sldMk cId="2100565260" sldId="2147472997"/>
        </pc:sldMkLst>
      </pc:sldChg>
      <pc:sldChg chg="add del">
        <pc:chgData name="Marie-Adélaïde Freymuth" userId="5192debb-cd52-4035-bb40-bb365f7d6e62" providerId="ADAL" clId="{446D2DA5-4302-4287-995B-92FB40D15840}" dt="2025-10-06T21:41:38.308" v="8573" actId="47"/>
        <pc:sldMkLst>
          <pc:docMk/>
          <pc:sldMk cId="3058755123" sldId="2147472997"/>
        </pc:sldMkLst>
      </pc:sldChg>
      <pc:sldChg chg="addSp delSp modSp add mod setBg">
        <pc:chgData name="Marie-Adélaïde Freymuth" userId="5192debb-cd52-4035-bb40-bb365f7d6e62" providerId="ADAL" clId="{446D2DA5-4302-4287-995B-92FB40D15840}" dt="2025-10-08T08:15:52.116" v="9499" actId="313"/>
        <pc:sldMkLst>
          <pc:docMk/>
          <pc:sldMk cId="2728915634" sldId="2147472998"/>
        </pc:sldMkLst>
        <pc:spChg chg="mod">
          <ac:chgData name="Marie-Adélaïde Freymuth" userId="5192debb-cd52-4035-bb40-bb365f7d6e62" providerId="ADAL" clId="{446D2DA5-4302-4287-995B-92FB40D15840}" dt="2025-10-06T22:08:32.718" v="8676" actId="20577"/>
          <ac:spMkLst>
            <pc:docMk/>
            <pc:sldMk cId="2728915634" sldId="2147472998"/>
            <ac:spMk id="2" creationId="{40EEF061-42E3-16A3-24BF-92A3E0E1E574}"/>
          </ac:spMkLst>
        </pc:spChg>
        <pc:spChg chg="mod">
          <ac:chgData name="Marie-Adélaïde Freymuth" userId="5192debb-cd52-4035-bb40-bb365f7d6e62" providerId="ADAL" clId="{446D2DA5-4302-4287-995B-92FB40D15840}" dt="2025-10-08T08:15:52.116" v="9499" actId="313"/>
          <ac:spMkLst>
            <pc:docMk/>
            <pc:sldMk cId="2728915634" sldId="2147472998"/>
            <ac:spMk id="5" creationId="{DBEE756A-1706-CD48-B966-FAEEDC889A12}"/>
          </ac:spMkLst>
        </pc:spChg>
        <pc:spChg chg="mod">
          <ac:chgData name="Marie-Adélaïde Freymuth" userId="5192debb-cd52-4035-bb40-bb365f7d6e62" providerId="ADAL" clId="{446D2DA5-4302-4287-995B-92FB40D15840}" dt="2025-10-07T09:53:32.721" v="9270" actId="20577"/>
          <ac:spMkLst>
            <pc:docMk/>
            <pc:sldMk cId="2728915634" sldId="2147472998"/>
            <ac:spMk id="14" creationId="{9B631FD7-26EC-6BBB-B760-B1D124AFB42F}"/>
          </ac:spMkLst>
        </pc:spChg>
      </pc:sldChg>
      <pc:sldChg chg="delSp modSp add del mod">
        <pc:chgData name="Marie-Adélaïde Freymuth" userId="5192debb-cd52-4035-bb40-bb365f7d6e62" providerId="ADAL" clId="{446D2DA5-4302-4287-995B-92FB40D15840}" dt="2025-10-07T09:47:01.539" v="9095" actId="47"/>
        <pc:sldMkLst>
          <pc:docMk/>
          <pc:sldMk cId="1864864030" sldId="2147472999"/>
        </pc:sldMkLst>
      </pc:sldChg>
      <pc:sldChg chg="modSp add mod">
        <pc:chgData name="Marie-Adélaïde Freymuth" userId="5192debb-cd52-4035-bb40-bb365f7d6e62" providerId="ADAL" clId="{446D2DA5-4302-4287-995B-92FB40D15840}" dt="2025-10-08T08:44:05.332" v="9573" actId="207"/>
        <pc:sldMkLst>
          <pc:docMk/>
          <pc:sldMk cId="2093624457" sldId="2147472999"/>
        </pc:sldMkLst>
        <pc:spChg chg="mod">
          <ac:chgData name="Marie-Adélaïde Freymuth" userId="5192debb-cd52-4035-bb40-bb365f7d6e62" providerId="ADAL" clId="{446D2DA5-4302-4287-995B-92FB40D15840}" dt="2025-10-08T08:14:54.978" v="9446"/>
          <ac:spMkLst>
            <pc:docMk/>
            <pc:sldMk cId="2093624457" sldId="2147472999"/>
            <ac:spMk id="5" creationId="{462E2DED-BE14-E6E5-46A3-4AB0C7D3293F}"/>
          </ac:spMkLst>
        </pc:spChg>
        <pc:spChg chg="mod">
          <ac:chgData name="Marie-Adélaïde Freymuth" userId="5192debb-cd52-4035-bb40-bb365f7d6e62" providerId="ADAL" clId="{446D2DA5-4302-4287-995B-92FB40D15840}" dt="2025-10-08T08:44:05.332" v="9573" actId="207"/>
          <ac:spMkLst>
            <pc:docMk/>
            <pc:sldMk cId="2093624457" sldId="2147472999"/>
            <ac:spMk id="8" creationId="{1816714A-1961-C775-BECB-5F930FFA682E}"/>
          </ac:spMkLst>
        </pc:spChg>
      </pc:sldChg>
      <pc:sldChg chg="add del">
        <pc:chgData name="Marie-Adélaïde Freymuth" userId="5192debb-cd52-4035-bb40-bb365f7d6e62" providerId="ADAL" clId="{446D2DA5-4302-4287-995B-92FB40D15840}" dt="2025-10-07T08:00:28.952" v="8866" actId="47"/>
        <pc:sldMkLst>
          <pc:docMk/>
          <pc:sldMk cId="2790116701" sldId="2147472999"/>
        </pc:sldMkLst>
      </pc:sldChg>
      <pc:sldChg chg="addSp delSp modSp add del mod">
        <pc:chgData name="Marie-Adélaïde Freymuth" userId="5192debb-cd52-4035-bb40-bb365f7d6e62" providerId="ADAL" clId="{446D2DA5-4302-4287-995B-92FB40D15840}" dt="2025-10-07T08:00:00.425" v="8864" actId="47"/>
        <pc:sldMkLst>
          <pc:docMk/>
          <pc:sldMk cId="97342769" sldId="2147473000"/>
        </pc:sldMkLst>
      </pc:sldChg>
      <pc:sldChg chg="modSp add mod">
        <pc:chgData name="Marie-Adélaïde Freymuth" userId="5192debb-cd52-4035-bb40-bb365f7d6e62" providerId="ADAL" clId="{446D2DA5-4302-4287-995B-92FB40D15840}" dt="2025-10-08T08:44:21.377" v="9574" actId="255"/>
        <pc:sldMkLst>
          <pc:docMk/>
          <pc:sldMk cId="190452184" sldId="2147473000"/>
        </pc:sldMkLst>
        <pc:spChg chg="mod">
          <ac:chgData name="Marie-Adélaïde Freymuth" userId="5192debb-cd52-4035-bb40-bb365f7d6e62" providerId="ADAL" clId="{446D2DA5-4302-4287-995B-92FB40D15840}" dt="2025-10-08T08:15:02.630" v="9447"/>
          <ac:spMkLst>
            <pc:docMk/>
            <pc:sldMk cId="190452184" sldId="2147473000"/>
            <ac:spMk id="5" creationId="{349AC86C-54BB-6A03-62CA-37D5A6295764}"/>
          </ac:spMkLst>
        </pc:spChg>
        <pc:spChg chg="mod">
          <ac:chgData name="Marie-Adélaïde Freymuth" userId="5192debb-cd52-4035-bb40-bb365f7d6e62" providerId="ADAL" clId="{446D2DA5-4302-4287-995B-92FB40D15840}" dt="2025-10-08T08:44:21.377" v="9574" actId="255"/>
          <ac:spMkLst>
            <pc:docMk/>
            <pc:sldMk cId="190452184" sldId="2147473000"/>
            <ac:spMk id="8" creationId="{4513EF54-D19B-B27F-BBA3-9D6906A09C8D}"/>
          </ac:spMkLst>
        </pc:spChg>
      </pc:sldChg>
      <pc:sldChg chg="delSp new del mod">
        <pc:chgData name="Marie-Adélaïde Freymuth" userId="5192debb-cd52-4035-bb40-bb365f7d6e62" providerId="ADAL" clId="{446D2DA5-4302-4287-995B-92FB40D15840}" dt="2025-10-07T09:59:02.288" v="9311" actId="47"/>
        <pc:sldMkLst>
          <pc:docMk/>
          <pc:sldMk cId="3467362636" sldId="214747300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8946B81-967D-BC55-4E45-21DE77B46F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4AF8360-F38A-75EF-41D0-5A211B28F3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2775" y="0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78338-E163-4C54-9561-D6E9738BEB8B}" type="datetime1">
              <a:rPr lang="fr-FR" smtClean="0"/>
              <a:t>21/10/2025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5E5333D-52E2-313B-8E3F-0D7E9074B9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602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385C2E7-AE88-769D-E43F-3E51D762D4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2775" y="9120602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B4C6E6-3AF1-4B1A-9695-72C8BA9ECB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5992713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8" y="0"/>
            <a:ext cx="3169920" cy="4817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5F4535-3591-4AAD-9289-106FE70D9FD8}" type="datetime1">
              <a:rPr lang="fr-FR" smtClean="0"/>
              <a:t>21/10/2025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620577"/>
            <a:ext cx="5852160" cy="37804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8" y="9119475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6D799-9569-4E88-8E24-9E0CA4836D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6389838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6D799-9569-4E88-8E24-9E0CA4836DE0}" type="slidenum">
              <a:rPr lang="fr-FR" smtClean="0"/>
              <a:t>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DFF53C-299D-953C-3BE4-3EFBC03C7F3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551B562E-7595-5B1E-62A1-D1AF95F5AC7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A36E841-AC53-4358-B08C-CEB57C3A490E}" type="datetime1">
              <a:rPr lang="fr-FR" smtClean="0"/>
              <a:t>21/10/2025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5087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9DFF5-6383-910B-4EE0-17D2B7F45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F8C0CFF-F29B-2B45-8504-C2A8847BE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A1E1998-B8BA-F4B3-213C-4D7D21AF7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D5BDA4C-ED1D-2569-0A9B-9EA81ECAE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6D799-9569-4E88-8E24-9E0CA4836DE0}" type="slidenum">
              <a:rPr lang="fr-FR" smtClean="0"/>
              <a:t>15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2D53EF-3112-594E-BD3E-CD9C5A3F046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D5BF012E-9750-E4F2-30BD-D51159779FC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F30D899-09B8-4498-A62B-4CB2DFD81E01}" type="datetime1">
              <a:rPr lang="fr-FR" smtClean="0"/>
              <a:t>21/10/2025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17352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1CC74-55F1-19BA-A318-19DF5B800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8E73B3E-5073-90E3-18C6-7C93B04D2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D004DD4-E4B4-AC02-9435-5BB80F7705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4BE562-4AAC-A385-896E-26ADCD7E42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6D799-9569-4E88-8E24-9E0CA4836DE0}" type="slidenum">
              <a:rPr lang="fr-FR" smtClean="0"/>
              <a:t>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735609-75C4-1C83-0250-AE901CF90B6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C5BC08EB-8C72-8D15-439A-80235EEDD76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F30D899-09B8-4498-A62B-4CB2DFD81E01}" type="datetime1">
              <a:rPr lang="fr-FR" smtClean="0"/>
              <a:t>21/10/2025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7380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e 19">
            <a:extLst>
              <a:ext uri="{FF2B5EF4-FFF2-40B4-BE49-F238E27FC236}">
                <a16:creationId xmlns:a16="http://schemas.microsoft.com/office/drawing/2014/main" id="{0BDF4289-3C08-8020-4AA1-E9B6A1CAB1CE}"/>
              </a:ext>
            </a:extLst>
          </p:cNvPr>
          <p:cNvGrpSpPr/>
          <p:nvPr userDrawn="1"/>
        </p:nvGrpSpPr>
        <p:grpSpPr>
          <a:xfrm>
            <a:off x="0" y="-51124"/>
            <a:ext cx="12192002" cy="6553778"/>
            <a:chOff x="-21489" y="1181100"/>
            <a:chExt cx="9064238" cy="5156201"/>
          </a:xfrm>
        </p:grpSpPr>
        <p:sp>
          <p:nvSpPr>
            <p:cNvPr id="21" name="Freeform 3">
              <a:extLst>
                <a:ext uri="{FF2B5EF4-FFF2-40B4-BE49-F238E27FC236}">
                  <a16:creationId xmlns:a16="http://schemas.microsoft.com/office/drawing/2014/main" id="{1317EBF6-3F63-E893-4015-98B7A13DE0F1}"/>
                </a:ext>
              </a:extLst>
            </p:cNvPr>
            <p:cNvSpPr/>
            <p:nvPr/>
          </p:nvSpPr>
          <p:spPr>
            <a:xfrm>
              <a:off x="-21489" y="1181100"/>
              <a:ext cx="9064236" cy="5156201"/>
            </a:xfrm>
            <a:custGeom>
              <a:avLst/>
              <a:gdLst/>
              <a:ahLst/>
              <a:cxnLst/>
              <a:rect l="l" t="t" r="r" b="b"/>
              <a:pathLst>
                <a:path w="35097463" h="17034337">
                  <a:moveTo>
                    <a:pt x="0" y="0"/>
                  </a:moveTo>
                  <a:lnTo>
                    <a:pt x="35097463" y="0"/>
                  </a:lnTo>
                  <a:lnTo>
                    <a:pt x="35097463" y="17034337"/>
                  </a:lnTo>
                  <a:lnTo>
                    <a:pt x="0" y="17034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4">
              <a:extLst>
                <a:ext uri="{FF2B5EF4-FFF2-40B4-BE49-F238E27FC236}">
                  <a16:creationId xmlns:a16="http://schemas.microsoft.com/office/drawing/2014/main" id="{78E671D6-F449-6E1F-1417-28E75E3A613F}"/>
                </a:ext>
              </a:extLst>
            </p:cNvPr>
            <p:cNvSpPr/>
            <p:nvPr/>
          </p:nvSpPr>
          <p:spPr>
            <a:xfrm>
              <a:off x="-21488" y="1181100"/>
              <a:ext cx="9064237" cy="5156200"/>
            </a:xfrm>
            <a:custGeom>
              <a:avLst/>
              <a:gdLst/>
              <a:ahLst/>
              <a:cxnLst/>
              <a:rect l="l" t="t" r="r" b="b"/>
              <a:pathLst>
                <a:path w="32070247" h="11890157">
                  <a:moveTo>
                    <a:pt x="0" y="0"/>
                  </a:moveTo>
                  <a:lnTo>
                    <a:pt x="32070247" y="0"/>
                  </a:lnTo>
                  <a:lnTo>
                    <a:pt x="32070247" y="11890157"/>
                  </a:lnTo>
                  <a:lnTo>
                    <a:pt x="0" y="11890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alphaModFix amt="9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4D12656E-CF81-C02E-B29A-F6EAE0957293}"/>
              </a:ext>
            </a:extLst>
          </p:cNvPr>
          <p:cNvGrpSpPr/>
          <p:nvPr userDrawn="1"/>
        </p:nvGrpSpPr>
        <p:grpSpPr>
          <a:xfrm>
            <a:off x="1146755" y="6375033"/>
            <a:ext cx="10538243" cy="218664"/>
            <a:chOff x="1156915" y="6221292"/>
            <a:chExt cx="10538243" cy="218664"/>
          </a:xfrm>
        </p:grpSpPr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id="{5C066D3B-0C47-92E5-2FA6-40D4F31A85C7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AutoShape 11">
              <a:extLst>
                <a:ext uri="{FF2B5EF4-FFF2-40B4-BE49-F238E27FC236}">
                  <a16:creationId xmlns:a16="http://schemas.microsoft.com/office/drawing/2014/main" id="{065DB7F9-50FB-6054-6D83-FA01DBD59C1C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27" name="Image 26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BE4A6CD0-80C8-236B-469B-71935A92817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109" y="520698"/>
            <a:ext cx="2573713" cy="698502"/>
          </a:xfrm>
          <a:prstGeom prst="rect">
            <a:avLst/>
          </a:prstGeom>
        </p:spPr>
      </p:pic>
      <p:sp>
        <p:nvSpPr>
          <p:cNvPr id="5" name="Espace réservé du pied de page 6">
            <a:extLst>
              <a:ext uri="{FF2B5EF4-FFF2-40B4-BE49-F238E27FC236}">
                <a16:creationId xmlns:a16="http://schemas.microsoft.com/office/drawing/2014/main" id="{CB0E70AD-1D25-9DBF-0BE3-EB59B3AC7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 err="1"/>
              <a:t>Strictly</a:t>
            </a:r>
            <a:r>
              <a:rPr lang="fr-FR"/>
              <a:t> </a:t>
            </a:r>
            <a:r>
              <a:rPr lang="fr-FR" err="1"/>
              <a:t>confidential</a:t>
            </a:r>
            <a:endParaRPr lang="fr-FR"/>
          </a:p>
        </p:txBody>
      </p:sp>
      <p:sp>
        <p:nvSpPr>
          <p:cNvPr id="6" name="Espace réservé de la date 1">
            <a:extLst>
              <a:ext uri="{FF2B5EF4-FFF2-40B4-BE49-F238E27FC236}">
                <a16:creationId xmlns:a16="http://schemas.microsoft.com/office/drawing/2014/main" id="{A4E4CE9E-6673-B109-FBC1-D7887DE1FD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 dirty="0"/>
              <a:t>July 2025</a:t>
            </a:r>
          </a:p>
        </p:txBody>
      </p:sp>
    </p:spTree>
    <p:extLst>
      <p:ext uri="{BB962C8B-B14F-4D97-AF65-F5344CB8AC3E}">
        <p14:creationId xmlns:p14="http://schemas.microsoft.com/office/powerpoint/2010/main" val="3617964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FBC70DFC-444C-9173-C243-0B6DC496D4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7573" y="136525"/>
            <a:ext cx="1237465" cy="326072"/>
          </a:xfrm>
          <a:prstGeom prst="rect">
            <a:avLst/>
          </a:prstGeom>
        </p:spPr>
      </p:pic>
      <p:grpSp>
        <p:nvGrpSpPr>
          <p:cNvPr id="21" name="Groupe 20">
            <a:extLst>
              <a:ext uri="{FF2B5EF4-FFF2-40B4-BE49-F238E27FC236}">
                <a16:creationId xmlns:a16="http://schemas.microsoft.com/office/drawing/2014/main" id="{85CDAB10-DE54-57C0-8CEA-A8A8880B92C6}"/>
              </a:ext>
            </a:extLst>
          </p:cNvPr>
          <p:cNvGrpSpPr/>
          <p:nvPr userDrawn="1"/>
        </p:nvGrpSpPr>
        <p:grpSpPr>
          <a:xfrm>
            <a:off x="0" y="560658"/>
            <a:ext cx="10538243" cy="218664"/>
            <a:chOff x="1156915" y="6221292"/>
            <a:chExt cx="10538243" cy="218664"/>
          </a:xfrm>
        </p:grpSpPr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49100575-4C5D-8713-0441-B018DC83196F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AutoShape 11">
              <a:extLst>
                <a:ext uri="{FF2B5EF4-FFF2-40B4-BE49-F238E27FC236}">
                  <a16:creationId xmlns:a16="http://schemas.microsoft.com/office/drawing/2014/main" id="{046AEA2D-1D8B-F6D3-D412-47CA02765CA0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FD0256AD-0036-D7FC-0419-F3F7B2A1E9EC}"/>
              </a:ext>
            </a:extLst>
          </p:cNvPr>
          <p:cNvGrpSpPr/>
          <p:nvPr userDrawn="1"/>
        </p:nvGrpSpPr>
        <p:grpSpPr>
          <a:xfrm>
            <a:off x="8159562" y="6408096"/>
            <a:ext cx="4032438" cy="196279"/>
            <a:chOff x="8159561" y="6245191"/>
            <a:chExt cx="4032438" cy="196279"/>
          </a:xfrm>
        </p:grpSpPr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9D006C4E-CBC4-1D52-A992-4528E01CE21C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AutoShape 11">
              <a:extLst>
                <a:ext uri="{FF2B5EF4-FFF2-40B4-BE49-F238E27FC236}">
                  <a16:creationId xmlns:a16="http://schemas.microsoft.com/office/drawing/2014/main" id="{533F40BC-0B22-C48A-900D-2413EF15E24B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2" name="Titre 31">
            <a:extLst>
              <a:ext uri="{FF2B5EF4-FFF2-40B4-BE49-F238E27FC236}">
                <a16:creationId xmlns:a16="http://schemas.microsoft.com/office/drawing/2014/main" id="{95BC53AE-256D-29D8-6A99-EEB3352E9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" y="-131702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6">
            <a:extLst>
              <a:ext uri="{FF2B5EF4-FFF2-40B4-BE49-F238E27FC236}">
                <a16:creationId xmlns:a16="http://schemas.microsoft.com/office/drawing/2014/main" id="{B30DC5D4-5A02-C77E-8AE8-EE2BDDC03D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9D4856AA-52C8-9318-5B37-5EE5EF2FE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 dirty="0"/>
              <a:t>July 2025</a:t>
            </a:r>
          </a:p>
        </p:txBody>
      </p:sp>
      <p:sp>
        <p:nvSpPr>
          <p:cNvPr id="5" name="Espace réservé du numéro de diapositive 10">
            <a:extLst>
              <a:ext uri="{FF2B5EF4-FFF2-40B4-BE49-F238E27FC236}">
                <a16:creationId xmlns:a16="http://schemas.microsoft.com/office/drawing/2014/main" id="{D47E1841-EAF7-CEC9-0EC8-C52EF8AE3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3342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e 17">
            <a:extLst>
              <a:ext uri="{FF2B5EF4-FFF2-40B4-BE49-F238E27FC236}">
                <a16:creationId xmlns:a16="http://schemas.microsoft.com/office/drawing/2014/main" id="{C82D813F-AA8B-DD28-EE9F-4CD164E9773E}"/>
              </a:ext>
            </a:extLst>
          </p:cNvPr>
          <p:cNvGrpSpPr/>
          <p:nvPr userDrawn="1"/>
        </p:nvGrpSpPr>
        <p:grpSpPr>
          <a:xfrm>
            <a:off x="-1" y="1124295"/>
            <a:ext cx="12192001" cy="5378359"/>
            <a:chOff x="-31748" y="1122283"/>
            <a:chExt cx="11980196" cy="5222004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9F144B5A-6BF6-3C4B-AB1F-D43CBFC72852}"/>
                </a:ext>
              </a:extLst>
            </p:cNvPr>
            <p:cNvSpPr/>
            <p:nvPr userDrawn="1"/>
          </p:nvSpPr>
          <p:spPr>
            <a:xfrm>
              <a:off x="-31747" y="1122285"/>
              <a:ext cx="11980195" cy="5222002"/>
            </a:xfrm>
            <a:custGeom>
              <a:avLst/>
              <a:gdLst/>
              <a:ahLst/>
              <a:cxnLst/>
              <a:rect l="l" t="t" r="r" b="b"/>
              <a:pathLst>
                <a:path w="35097463" h="17034337">
                  <a:moveTo>
                    <a:pt x="0" y="0"/>
                  </a:moveTo>
                  <a:lnTo>
                    <a:pt x="35097463" y="0"/>
                  </a:lnTo>
                  <a:lnTo>
                    <a:pt x="35097463" y="17034337"/>
                  </a:lnTo>
                  <a:lnTo>
                    <a:pt x="0" y="17034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40F6D2D0-A8A9-0931-A401-E3B387558A96}"/>
                </a:ext>
              </a:extLst>
            </p:cNvPr>
            <p:cNvSpPr/>
            <p:nvPr userDrawn="1"/>
          </p:nvSpPr>
          <p:spPr>
            <a:xfrm>
              <a:off x="-31748" y="1122283"/>
              <a:ext cx="11980196" cy="5222002"/>
            </a:xfrm>
            <a:custGeom>
              <a:avLst/>
              <a:gdLst/>
              <a:ahLst/>
              <a:cxnLst/>
              <a:rect l="l" t="t" r="r" b="b"/>
              <a:pathLst>
                <a:path w="32070247" h="11890157">
                  <a:moveTo>
                    <a:pt x="0" y="0"/>
                  </a:moveTo>
                  <a:lnTo>
                    <a:pt x="32070247" y="0"/>
                  </a:lnTo>
                  <a:lnTo>
                    <a:pt x="32070247" y="11890157"/>
                  </a:lnTo>
                  <a:lnTo>
                    <a:pt x="0" y="11890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alphaModFix amt="9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11" name="Image 10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549598F8-3FC9-6D79-0511-E80A10ADC4B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7573" y="136525"/>
            <a:ext cx="1237465" cy="326072"/>
          </a:xfrm>
          <a:prstGeom prst="rect">
            <a:avLst/>
          </a:prstGeom>
        </p:spPr>
      </p:pic>
      <p:grpSp>
        <p:nvGrpSpPr>
          <p:cNvPr id="20" name="Groupe 19">
            <a:extLst>
              <a:ext uri="{FF2B5EF4-FFF2-40B4-BE49-F238E27FC236}">
                <a16:creationId xmlns:a16="http://schemas.microsoft.com/office/drawing/2014/main" id="{AF410AAD-C7A6-1DF2-5A82-58E0ACDB16DC}"/>
              </a:ext>
            </a:extLst>
          </p:cNvPr>
          <p:cNvGrpSpPr/>
          <p:nvPr userDrawn="1"/>
        </p:nvGrpSpPr>
        <p:grpSpPr>
          <a:xfrm>
            <a:off x="8159561" y="6375600"/>
            <a:ext cx="4032438" cy="196279"/>
            <a:chOff x="8159561" y="6245191"/>
            <a:chExt cx="4032438" cy="196279"/>
          </a:xfrm>
        </p:grpSpPr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DF82B8A1-72F6-84C7-0D31-4120FAC66B9A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AutoShape 11">
              <a:extLst>
                <a:ext uri="{FF2B5EF4-FFF2-40B4-BE49-F238E27FC236}">
                  <a16:creationId xmlns:a16="http://schemas.microsoft.com/office/drawing/2014/main" id="{88A8DD86-2598-F753-1F08-4D011B02241F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210B3109-1047-F5AA-421A-8C6F9134068B}"/>
              </a:ext>
            </a:extLst>
          </p:cNvPr>
          <p:cNvGrpSpPr/>
          <p:nvPr userDrawn="1"/>
        </p:nvGrpSpPr>
        <p:grpSpPr>
          <a:xfrm>
            <a:off x="0" y="1008000"/>
            <a:ext cx="10538243" cy="218664"/>
            <a:chOff x="1156915" y="6221292"/>
            <a:chExt cx="10538243" cy="218664"/>
          </a:xfrm>
        </p:grpSpPr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9E188151-9659-F5B6-E015-5C4831E03B09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AutoShape 11">
              <a:extLst>
                <a:ext uri="{FF2B5EF4-FFF2-40B4-BE49-F238E27FC236}">
                  <a16:creationId xmlns:a16="http://schemas.microsoft.com/office/drawing/2014/main" id="{BB048114-A2C8-6A2F-B351-3935C1B97AB8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" name="Titre 31">
            <a:extLst>
              <a:ext uri="{FF2B5EF4-FFF2-40B4-BE49-F238E27FC236}">
                <a16:creationId xmlns:a16="http://schemas.microsoft.com/office/drawing/2014/main" id="{360397E6-B15E-6879-A8FD-B84111C47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21927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36959ECE-2B69-B7E0-9F2F-54BFB23F18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8763" y="615950"/>
            <a:ext cx="5187950" cy="573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fr-FR" sz="2400" kern="1200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13" name="Espace réservé du pied de page 6">
            <a:extLst>
              <a:ext uri="{FF2B5EF4-FFF2-40B4-BE49-F238E27FC236}">
                <a16:creationId xmlns:a16="http://schemas.microsoft.com/office/drawing/2014/main" id="{175D9C98-C99F-DD9D-3089-759D45E9B0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14" name="Espace réservé de la date 1">
            <a:extLst>
              <a:ext uri="{FF2B5EF4-FFF2-40B4-BE49-F238E27FC236}">
                <a16:creationId xmlns:a16="http://schemas.microsoft.com/office/drawing/2014/main" id="{35C01C48-F775-7069-405F-0E60B4471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 dirty="0"/>
              <a:t>July 2025</a:t>
            </a:r>
          </a:p>
        </p:txBody>
      </p:sp>
      <p:sp>
        <p:nvSpPr>
          <p:cNvPr id="15" name="Espace réservé du numéro de diapositive 10">
            <a:extLst>
              <a:ext uri="{FF2B5EF4-FFF2-40B4-BE49-F238E27FC236}">
                <a16:creationId xmlns:a16="http://schemas.microsoft.com/office/drawing/2014/main" id="{70516084-C55A-0C0E-8871-D043B461F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1992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E01FD5A2-D123-B540-70FF-658436918B01}"/>
              </a:ext>
            </a:extLst>
          </p:cNvPr>
          <p:cNvGrpSpPr/>
          <p:nvPr userDrawn="1"/>
        </p:nvGrpSpPr>
        <p:grpSpPr>
          <a:xfrm>
            <a:off x="-1" y="1124295"/>
            <a:ext cx="12192001" cy="5378359"/>
            <a:chOff x="-31748" y="1122283"/>
            <a:chExt cx="11980196" cy="5222004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BE34C675-F520-37BE-49EC-F0ABAEFBB03A}"/>
                </a:ext>
              </a:extLst>
            </p:cNvPr>
            <p:cNvSpPr/>
            <p:nvPr userDrawn="1"/>
          </p:nvSpPr>
          <p:spPr>
            <a:xfrm>
              <a:off x="-31747" y="1122285"/>
              <a:ext cx="11980195" cy="5222002"/>
            </a:xfrm>
            <a:custGeom>
              <a:avLst/>
              <a:gdLst/>
              <a:ahLst/>
              <a:cxnLst/>
              <a:rect l="l" t="t" r="r" b="b"/>
              <a:pathLst>
                <a:path w="35097463" h="17034337">
                  <a:moveTo>
                    <a:pt x="0" y="0"/>
                  </a:moveTo>
                  <a:lnTo>
                    <a:pt x="35097463" y="0"/>
                  </a:lnTo>
                  <a:lnTo>
                    <a:pt x="35097463" y="17034337"/>
                  </a:lnTo>
                  <a:lnTo>
                    <a:pt x="0" y="17034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CB603370-4BE0-4C79-DD80-BB5F77712233}"/>
                </a:ext>
              </a:extLst>
            </p:cNvPr>
            <p:cNvSpPr/>
            <p:nvPr userDrawn="1"/>
          </p:nvSpPr>
          <p:spPr>
            <a:xfrm>
              <a:off x="-31748" y="1122283"/>
              <a:ext cx="11980196" cy="5222002"/>
            </a:xfrm>
            <a:custGeom>
              <a:avLst/>
              <a:gdLst/>
              <a:ahLst/>
              <a:cxnLst/>
              <a:rect l="l" t="t" r="r" b="b"/>
              <a:pathLst>
                <a:path w="32070247" h="11890157">
                  <a:moveTo>
                    <a:pt x="0" y="0"/>
                  </a:moveTo>
                  <a:lnTo>
                    <a:pt x="32070247" y="0"/>
                  </a:lnTo>
                  <a:lnTo>
                    <a:pt x="32070247" y="11890157"/>
                  </a:lnTo>
                  <a:lnTo>
                    <a:pt x="0" y="11890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alphaModFix amt="9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AF410AAD-C7A6-1DF2-5A82-58E0ACDB16DC}"/>
              </a:ext>
            </a:extLst>
          </p:cNvPr>
          <p:cNvGrpSpPr/>
          <p:nvPr userDrawn="1"/>
        </p:nvGrpSpPr>
        <p:grpSpPr>
          <a:xfrm>
            <a:off x="8159562" y="6386226"/>
            <a:ext cx="4032438" cy="196279"/>
            <a:chOff x="8159561" y="6245191"/>
            <a:chExt cx="4032438" cy="196279"/>
          </a:xfrm>
        </p:grpSpPr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DF82B8A1-72F6-84C7-0D31-4120FAC66B9A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AutoShape 11">
              <a:extLst>
                <a:ext uri="{FF2B5EF4-FFF2-40B4-BE49-F238E27FC236}">
                  <a16:creationId xmlns:a16="http://schemas.microsoft.com/office/drawing/2014/main" id="{88A8DD86-2598-F753-1F08-4D011B02241F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9" name="Image 8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412FE011-AFC2-3601-1219-9A2351A9071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7573" y="136525"/>
            <a:ext cx="1237465" cy="326072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06179FF9-5A57-B515-B1BE-A653EFCCA531}"/>
              </a:ext>
            </a:extLst>
          </p:cNvPr>
          <p:cNvGrpSpPr/>
          <p:nvPr userDrawn="1"/>
        </p:nvGrpSpPr>
        <p:grpSpPr>
          <a:xfrm>
            <a:off x="0" y="1014964"/>
            <a:ext cx="10538243" cy="218664"/>
            <a:chOff x="1156915" y="6221292"/>
            <a:chExt cx="10538243" cy="218664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E2C1D6C-93A6-2D75-4939-1A35EF94135C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AutoShape 11">
              <a:extLst>
                <a:ext uri="{FF2B5EF4-FFF2-40B4-BE49-F238E27FC236}">
                  <a16:creationId xmlns:a16="http://schemas.microsoft.com/office/drawing/2014/main" id="{05C431B5-7058-FA48-0AF4-629B3A7391EF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5" name="Titre 31">
            <a:extLst>
              <a:ext uri="{FF2B5EF4-FFF2-40B4-BE49-F238E27FC236}">
                <a16:creationId xmlns:a16="http://schemas.microsoft.com/office/drawing/2014/main" id="{516FC9E9-1311-6B29-BF90-5FC527D9A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21927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6" name="Espace réservé du texte 5">
            <a:extLst>
              <a:ext uri="{FF2B5EF4-FFF2-40B4-BE49-F238E27FC236}">
                <a16:creationId xmlns:a16="http://schemas.microsoft.com/office/drawing/2014/main" id="{5E10775F-BCA9-DAF4-FEED-CA43624B47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8763" y="615950"/>
            <a:ext cx="5187950" cy="573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fr-FR" sz="2400" kern="1200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3" name="Espace réservé du pied de page 6">
            <a:extLst>
              <a:ext uri="{FF2B5EF4-FFF2-40B4-BE49-F238E27FC236}">
                <a16:creationId xmlns:a16="http://schemas.microsoft.com/office/drawing/2014/main" id="{2EBB6179-6BE3-839C-9B8B-2A0997FCA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0165C567-AC23-CA0F-3DF7-FFCB8166E8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 dirty="0"/>
              <a:t>July 2025</a:t>
            </a:r>
          </a:p>
        </p:txBody>
      </p:sp>
      <p:sp>
        <p:nvSpPr>
          <p:cNvPr id="5" name="Espace réservé du numéro de diapositive 10">
            <a:extLst>
              <a:ext uri="{FF2B5EF4-FFF2-40B4-BE49-F238E27FC236}">
                <a16:creationId xmlns:a16="http://schemas.microsoft.com/office/drawing/2014/main" id="{05EA4260-169A-CB13-F8F1-7AC992536C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1992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FBC70DFC-444C-9173-C243-0B6DC496D4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7573" y="136525"/>
            <a:ext cx="1237465" cy="326072"/>
          </a:xfrm>
          <a:prstGeom prst="rect">
            <a:avLst/>
          </a:prstGeom>
        </p:spPr>
      </p:pic>
      <p:grpSp>
        <p:nvGrpSpPr>
          <p:cNvPr id="27" name="Groupe 26">
            <a:extLst>
              <a:ext uri="{FF2B5EF4-FFF2-40B4-BE49-F238E27FC236}">
                <a16:creationId xmlns:a16="http://schemas.microsoft.com/office/drawing/2014/main" id="{FD0256AD-0036-D7FC-0419-F3F7B2A1E9EC}"/>
              </a:ext>
            </a:extLst>
          </p:cNvPr>
          <p:cNvGrpSpPr/>
          <p:nvPr userDrawn="1"/>
        </p:nvGrpSpPr>
        <p:grpSpPr>
          <a:xfrm>
            <a:off x="8159561" y="6375600"/>
            <a:ext cx="4032438" cy="196279"/>
            <a:chOff x="8159561" y="6245191"/>
            <a:chExt cx="4032438" cy="196279"/>
          </a:xfrm>
        </p:grpSpPr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9D006C4E-CBC4-1D52-A992-4528E01CE21C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AutoShape 11">
              <a:extLst>
                <a:ext uri="{FF2B5EF4-FFF2-40B4-BE49-F238E27FC236}">
                  <a16:creationId xmlns:a16="http://schemas.microsoft.com/office/drawing/2014/main" id="{533F40BC-0B22-C48A-900D-2413EF15E24B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6C192C62-D276-A0A5-56A2-FA049BAEA3A6}"/>
              </a:ext>
            </a:extLst>
          </p:cNvPr>
          <p:cNvGrpSpPr/>
          <p:nvPr userDrawn="1"/>
        </p:nvGrpSpPr>
        <p:grpSpPr>
          <a:xfrm>
            <a:off x="124968" y="457588"/>
            <a:ext cx="10538243" cy="218664"/>
            <a:chOff x="1156915" y="6221292"/>
            <a:chExt cx="10538243" cy="218664"/>
          </a:xfrm>
        </p:grpSpPr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D3A46C71-0A42-4E8C-A7C0-2903930D5C6B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AutoShape 11">
              <a:extLst>
                <a:ext uri="{FF2B5EF4-FFF2-40B4-BE49-F238E27FC236}">
                  <a16:creationId xmlns:a16="http://schemas.microsoft.com/office/drawing/2014/main" id="{D4FE5ED0-7CE5-A68F-9954-BBB95774C2A5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" name="Titre 31">
            <a:extLst>
              <a:ext uri="{FF2B5EF4-FFF2-40B4-BE49-F238E27FC236}">
                <a16:creationId xmlns:a16="http://schemas.microsoft.com/office/drawing/2014/main" id="{E6D42432-CFFD-9781-5BD8-EA9098850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21927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u texte 5">
            <a:extLst>
              <a:ext uri="{FF2B5EF4-FFF2-40B4-BE49-F238E27FC236}">
                <a16:creationId xmlns:a16="http://schemas.microsoft.com/office/drawing/2014/main" id="{80C083AB-EE69-13DB-D60A-DD867753B4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8763" y="615950"/>
            <a:ext cx="5187950" cy="573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fr-FR" sz="2400" kern="1200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9" name="Espace réservé du pied de page 6">
            <a:extLst>
              <a:ext uri="{FF2B5EF4-FFF2-40B4-BE49-F238E27FC236}">
                <a16:creationId xmlns:a16="http://schemas.microsoft.com/office/drawing/2014/main" id="{B82AE3FD-F2E0-F2F7-95CA-6779B3522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10" name="Espace réservé de la date 1">
            <a:extLst>
              <a:ext uri="{FF2B5EF4-FFF2-40B4-BE49-F238E27FC236}">
                <a16:creationId xmlns:a16="http://schemas.microsoft.com/office/drawing/2014/main" id="{011523E8-A232-4CAC-1BF4-793DBBE98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 dirty="0"/>
              <a:t>July 2025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F1379-8ABF-B82A-4871-0B0C135BFB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3342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549598F8-3FC9-6D79-0511-E80A10ADC4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7573" y="136525"/>
            <a:ext cx="1237465" cy="326072"/>
          </a:xfrm>
          <a:prstGeom prst="rect">
            <a:avLst/>
          </a:prstGeom>
        </p:spPr>
      </p:pic>
      <p:grpSp>
        <p:nvGrpSpPr>
          <p:cNvPr id="20" name="Groupe 19">
            <a:extLst>
              <a:ext uri="{FF2B5EF4-FFF2-40B4-BE49-F238E27FC236}">
                <a16:creationId xmlns:a16="http://schemas.microsoft.com/office/drawing/2014/main" id="{AF410AAD-C7A6-1DF2-5A82-58E0ACDB16DC}"/>
              </a:ext>
            </a:extLst>
          </p:cNvPr>
          <p:cNvGrpSpPr/>
          <p:nvPr userDrawn="1"/>
        </p:nvGrpSpPr>
        <p:grpSpPr>
          <a:xfrm>
            <a:off x="8159561" y="6375600"/>
            <a:ext cx="4032438" cy="196279"/>
            <a:chOff x="8159561" y="6245191"/>
            <a:chExt cx="4032438" cy="196279"/>
          </a:xfrm>
        </p:grpSpPr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DF82B8A1-72F6-84C7-0D31-4120FAC66B9A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AutoShape 11">
              <a:extLst>
                <a:ext uri="{FF2B5EF4-FFF2-40B4-BE49-F238E27FC236}">
                  <a16:creationId xmlns:a16="http://schemas.microsoft.com/office/drawing/2014/main" id="{88A8DD86-2598-F753-1F08-4D011B02241F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e 3">
            <a:extLst>
              <a:ext uri="{FF2B5EF4-FFF2-40B4-BE49-F238E27FC236}">
                <a16:creationId xmlns:a16="http://schemas.microsoft.com/office/drawing/2014/main" id="{BD75D990-A44F-AEF6-8812-D20508DF8175}"/>
              </a:ext>
            </a:extLst>
          </p:cNvPr>
          <p:cNvGrpSpPr/>
          <p:nvPr userDrawn="1"/>
        </p:nvGrpSpPr>
        <p:grpSpPr>
          <a:xfrm>
            <a:off x="124968" y="515329"/>
            <a:ext cx="10538243" cy="218664"/>
            <a:chOff x="1156915" y="6221292"/>
            <a:chExt cx="10538243" cy="218664"/>
          </a:xfrm>
        </p:grpSpPr>
        <p:sp>
          <p:nvSpPr>
            <p:cNvPr id="5" name="Freeform 12">
              <a:extLst>
                <a:ext uri="{FF2B5EF4-FFF2-40B4-BE49-F238E27FC236}">
                  <a16:creationId xmlns:a16="http://schemas.microsoft.com/office/drawing/2014/main" id="{7CC6643C-656E-96D6-80E4-EEB225C9B444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AutoShape 11">
              <a:extLst>
                <a:ext uri="{FF2B5EF4-FFF2-40B4-BE49-F238E27FC236}">
                  <a16:creationId xmlns:a16="http://schemas.microsoft.com/office/drawing/2014/main" id="{BC347815-F15D-9D14-600F-87FEB03E1111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Titre 31">
            <a:extLst>
              <a:ext uri="{FF2B5EF4-FFF2-40B4-BE49-F238E27FC236}">
                <a16:creationId xmlns:a16="http://schemas.microsoft.com/office/drawing/2014/main" id="{A445D125-DFD5-092A-CC04-A87ADDBD4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21927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u texte 5">
            <a:extLst>
              <a:ext uri="{FF2B5EF4-FFF2-40B4-BE49-F238E27FC236}">
                <a16:creationId xmlns:a16="http://schemas.microsoft.com/office/drawing/2014/main" id="{A44FCD35-E9EE-27D8-ECAB-ED52E5E692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8763" y="615950"/>
            <a:ext cx="5187950" cy="573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fr-FR" sz="2400" kern="1200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2" name="Espace réservé du pied de page 6">
            <a:extLst>
              <a:ext uri="{FF2B5EF4-FFF2-40B4-BE49-F238E27FC236}">
                <a16:creationId xmlns:a16="http://schemas.microsoft.com/office/drawing/2014/main" id="{A714CD33-9C3E-45A4-5ECE-AA7DF9A9BA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9" name="Espace réservé de la date 1">
            <a:extLst>
              <a:ext uri="{FF2B5EF4-FFF2-40B4-BE49-F238E27FC236}">
                <a16:creationId xmlns:a16="http://schemas.microsoft.com/office/drawing/2014/main" id="{A5B78577-BEE4-DD29-7E3C-31BBFD521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 dirty="0"/>
              <a:t>July 2025</a:t>
            </a:r>
          </a:p>
        </p:txBody>
      </p:sp>
      <p:sp>
        <p:nvSpPr>
          <p:cNvPr id="10" name="Espace réservé du numéro de diapositive 10">
            <a:extLst>
              <a:ext uri="{FF2B5EF4-FFF2-40B4-BE49-F238E27FC236}">
                <a16:creationId xmlns:a16="http://schemas.microsoft.com/office/drawing/2014/main" id="{2AA3EE05-24BC-7EAD-D18E-151E1F49C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7117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FBC70DFC-444C-9173-C243-0B6DC496D4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7573" y="136525"/>
            <a:ext cx="1237465" cy="326072"/>
          </a:xfrm>
          <a:prstGeom prst="rect">
            <a:avLst/>
          </a:prstGeom>
        </p:spPr>
      </p:pic>
      <p:grpSp>
        <p:nvGrpSpPr>
          <p:cNvPr id="21" name="Groupe 20">
            <a:extLst>
              <a:ext uri="{FF2B5EF4-FFF2-40B4-BE49-F238E27FC236}">
                <a16:creationId xmlns:a16="http://schemas.microsoft.com/office/drawing/2014/main" id="{85CDAB10-DE54-57C0-8CEA-A8A8880B92C6}"/>
              </a:ext>
            </a:extLst>
          </p:cNvPr>
          <p:cNvGrpSpPr/>
          <p:nvPr userDrawn="1"/>
        </p:nvGrpSpPr>
        <p:grpSpPr>
          <a:xfrm>
            <a:off x="0" y="609648"/>
            <a:ext cx="10538243" cy="218664"/>
            <a:chOff x="1156915" y="6221292"/>
            <a:chExt cx="10538243" cy="218664"/>
          </a:xfrm>
        </p:grpSpPr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49100575-4C5D-8713-0441-B018DC83196F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AutoShape 11">
              <a:extLst>
                <a:ext uri="{FF2B5EF4-FFF2-40B4-BE49-F238E27FC236}">
                  <a16:creationId xmlns:a16="http://schemas.microsoft.com/office/drawing/2014/main" id="{046AEA2D-1D8B-F6D3-D412-47CA02765CA0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FD0256AD-0036-D7FC-0419-F3F7B2A1E9EC}"/>
              </a:ext>
            </a:extLst>
          </p:cNvPr>
          <p:cNvGrpSpPr/>
          <p:nvPr userDrawn="1"/>
        </p:nvGrpSpPr>
        <p:grpSpPr>
          <a:xfrm>
            <a:off x="8159562" y="6408096"/>
            <a:ext cx="4032438" cy="196279"/>
            <a:chOff x="8159561" y="6245191"/>
            <a:chExt cx="4032438" cy="196279"/>
          </a:xfrm>
        </p:grpSpPr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9D006C4E-CBC4-1D52-A992-4528E01CE21C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AutoShape 11">
              <a:extLst>
                <a:ext uri="{FF2B5EF4-FFF2-40B4-BE49-F238E27FC236}">
                  <a16:creationId xmlns:a16="http://schemas.microsoft.com/office/drawing/2014/main" id="{533F40BC-0B22-C48A-900D-2413EF15E24B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2" name="Titre 31">
            <a:extLst>
              <a:ext uri="{FF2B5EF4-FFF2-40B4-BE49-F238E27FC236}">
                <a16:creationId xmlns:a16="http://schemas.microsoft.com/office/drawing/2014/main" id="{95BC53AE-256D-29D8-6A99-EEB3352E9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118181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6">
            <a:extLst>
              <a:ext uri="{FF2B5EF4-FFF2-40B4-BE49-F238E27FC236}">
                <a16:creationId xmlns:a16="http://schemas.microsoft.com/office/drawing/2014/main" id="{B30DC5D4-5A02-C77E-8AE8-EE2BDDC03D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9D4856AA-52C8-9318-5B37-5EE5EF2FE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 dirty="0"/>
              <a:t>JUNE 7th, 2025</a:t>
            </a:r>
          </a:p>
        </p:txBody>
      </p:sp>
      <p:sp>
        <p:nvSpPr>
          <p:cNvPr id="5" name="Espace réservé du numéro de diapositive 10">
            <a:extLst>
              <a:ext uri="{FF2B5EF4-FFF2-40B4-BE49-F238E27FC236}">
                <a16:creationId xmlns:a16="http://schemas.microsoft.com/office/drawing/2014/main" id="{D47E1841-EAF7-CEC9-0EC8-C52EF8AE3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7378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e 17">
            <a:extLst>
              <a:ext uri="{FF2B5EF4-FFF2-40B4-BE49-F238E27FC236}">
                <a16:creationId xmlns:a16="http://schemas.microsoft.com/office/drawing/2014/main" id="{C82D813F-AA8B-DD28-EE9F-4CD164E9773E}"/>
              </a:ext>
            </a:extLst>
          </p:cNvPr>
          <p:cNvGrpSpPr/>
          <p:nvPr userDrawn="1"/>
        </p:nvGrpSpPr>
        <p:grpSpPr>
          <a:xfrm>
            <a:off x="-1" y="1124295"/>
            <a:ext cx="12192001" cy="5378359"/>
            <a:chOff x="-31748" y="1122283"/>
            <a:chExt cx="11980196" cy="5222004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9F144B5A-6BF6-3C4B-AB1F-D43CBFC72852}"/>
                </a:ext>
              </a:extLst>
            </p:cNvPr>
            <p:cNvSpPr/>
            <p:nvPr userDrawn="1"/>
          </p:nvSpPr>
          <p:spPr>
            <a:xfrm>
              <a:off x="-31747" y="1122285"/>
              <a:ext cx="11980195" cy="5222002"/>
            </a:xfrm>
            <a:custGeom>
              <a:avLst/>
              <a:gdLst/>
              <a:ahLst/>
              <a:cxnLst/>
              <a:rect l="l" t="t" r="r" b="b"/>
              <a:pathLst>
                <a:path w="35097463" h="17034337">
                  <a:moveTo>
                    <a:pt x="0" y="0"/>
                  </a:moveTo>
                  <a:lnTo>
                    <a:pt x="35097463" y="0"/>
                  </a:lnTo>
                  <a:lnTo>
                    <a:pt x="35097463" y="17034337"/>
                  </a:lnTo>
                  <a:lnTo>
                    <a:pt x="0" y="17034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40F6D2D0-A8A9-0931-A401-E3B387558A96}"/>
                </a:ext>
              </a:extLst>
            </p:cNvPr>
            <p:cNvSpPr/>
            <p:nvPr userDrawn="1"/>
          </p:nvSpPr>
          <p:spPr>
            <a:xfrm>
              <a:off x="-31748" y="1122283"/>
              <a:ext cx="11980196" cy="5222002"/>
            </a:xfrm>
            <a:custGeom>
              <a:avLst/>
              <a:gdLst/>
              <a:ahLst/>
              <a:cxnLst/>
              <a:rect l="l" t="t" r="r" b="b"/>
              <a:pathLst>
                <a:path w="32070247" h="11890157">
                  <a:moveTo>
                    <a:pt x="0" y="0"/>
                  </a:moveTo>
                  <a:lnTo>
                    <a:pt x="32070247" y="0"/>
                  </a:lnTo>
                  <a:lnTo>
                    <a:pt x="32070247" y="11890157"/>
                  </a:lnTo>
                  <a:lnTo>
                    <a:pt x="0" y="11890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alphaModFix amt="9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11" name="Image 10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549598F8-3FC9-6D79-0511-E80A10ADC4B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7573" y="136525"/>
            <a:ext cx="1237465" cy="326072"/>
          </a:xfrm>
          <a:prstGeom prst="rect">
            <a:avLst/>
          </a:prstGeom>
        </p:spPr>
      </p:pic>
      <p:grpSp>
        <p:nvGrpSpPr>
          <p:cNvPr id="20" name="Groupe 19">
            <a:extLst>
              <a:ext uri="{FF2B5EF4-FFF2-40B4-BE49-F238E27FC236}">
                <a16:creationId xmlns:a16="http://schemas.microsoft.com/office/drawing/2014/main" id="{AF410AAD-C7A6-1DF2-5A82-58E0ACDB16DC}"/>
              </a:ext>
            </a:extLst>
          </p:cNvPr>
          <p:cNvGrpSpPr/>
          <p:nvPr userDrawn="1"/>
        </p:nvGrpSpPr>
        <p:grpSpPr>
          <a:xfrm>
            <a:off x="8159561" y="6375600"/>
            <a:ext cx="4032438" cy="196279"/>
            <a:chOff x="8159561" y="6245191"/>
            <a:chExt cx="4032438" cy="196279"/>
          </a:xfrm>
        </p:grpSpPr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DF82B8A1-72F6-84C7-0D31-4120FAC66B9A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AutoShape 11">
              <a:extLst>
                <a:ext uri="{FF2B5EF4-FFF2-40B4-BE49-F238E27FC236}">
                  <a16:creationId xmlns:a16="http://schemas.microsoft.com/office/drawing/2014/main" id="{88A8DD86-2598-F753-1F08-4D011B02241F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210B3109-1047-F5AA-421A-8C6F9134068B}"/>
              </a:ext>
            </a:extLst>
          </p:cNvPr>
          <p:cNvGrpSpPr/>
          <p:nvPr userDrawn="1"/>
        </p:nvGrpSpPr>
        <p:grpSpPr>
          <a:xfrm>
            <a:off x="0" y="1008000"/>
            <a:ext cx="10538243" cy="218664"/>
            <a:chOff x="1156915" y="6221292"/>
            <a:chExt cx="10538243" cy="218664"/>
          </a:xfrm>
        </p:grpSpPr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9E188151-9659-F5B6-E015-5C4831E03B09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AutoShape 11">
              <a:extLst>
                <a:ext uri="{FF2B5EF4-FFF2-40B4-BE49-F238E27FC236}">
                  <a16:creationId xmlns:a16="http://schemas.microsoft.com/office/drawing/2014/main" id="{BB048114-A2C8-6A2F-B351-3935C1B97AB8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" name="Titre 31">
            <a:extLst>
              <a:ext uri="{FF2B5EF4-FFF2-40B4-BE49-F238E27FC236}">
                <a16:creationId xmlns:a16="http://schemas.microsoft.com/office/drawing/2014/main" id="{360397E6-B15E-6879-A8FD-B84111C47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21927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36959ECE-2B69-B7E0-9F2F-54BFB23F18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8763" y="615950"/>
            <a:ext cx="5187950" cy="573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fr-FR" sz="2400" kern="1200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13" name="Espace réservé du pied de page 6">
            <a:extLst>
              <a:ext uri="{FF2B5EF4-FFF2-40B4-BE49-F238E27FC236}">
                <a16:creationId xmlns:a16="http://schemas.microsoft.com/office/drawing/2014/main" id="{175D9C98-C99F-DD9D-3089-759D45E9B0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14" name="Espace réservé de la date 1">
            <a:extLst>
              <a:ext uri="{FF2B5EF4-FFF2-40B4-BE49-F238E27FC236}">
                <a16:creationId xmlns:a16="http://schemas.microsoft.com/office/drawing/2014/main" id="{35C01C48-F775-7069-405F-0E60B4471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/>
              <a:t>March, 1st 2025</a:t>
            </a:r>
          </a:p>
        </p:txBody>
      </p:sp>
      <p:sp>
        <p:nvSpPr>
          <p:cNvPr id="15" name="Espace réservé du numéro de diapositive 10">
            <a:extLst>
              <a:ext uri="{FF2B5EF4-FFF2-40B4-BE49-F238E27FC236}">
                <a16:creationId xmlns:a16="http://schemas.microsoft.com/office/drawing/2014/main" id="{70516084-C55A-0C0E-8871-D043B461F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5EA66530-8F0A-90E4-9757-F3180E1E7EB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8763" y="1371600"/>
            <a:ext cx="11652250" cy="4922838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274571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6">
            <a:extLst>
              <a:ext uri="{FF2B5EF4-FFF2-40B4-BE49-F238E27FC236}">
                <a16:creationId xmlns:a16="http://schemas.microsoft.com/office/drawing/2014/main" id="{133710F4-6B1C-9D7B-4CFB-DFCA5B503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23E7A949-04D6-4A42-8C28-C3C4F989C4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 dirty="0"/>
              <a:t>July 2025</a:t>
            </a:r>
          </a:p>
        </p:txBody>
      </p:sp>
      <p:sp>
        <p:nvSpPr>
          <p:cNvPr id="8" name="Espace réservé du numéro de diapositive 10">
            <a:extLst>
              <a:ext uri="{FF2B5EF4-FFF2-40B4-BE49-F238E27FC236}">
                <a16:creationId xmlns:a16="http://schemas.microsoft.com/office/drawing/2014/main" id="{76A1F55E-FB4E-B393-2CD1-6A01B169F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4598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4" r:id="rId3"/>
    <p:sldLayoutId id="2147483700" r:id="rId4"/>
    <p:sldLayoutId id="2147483650" r:id="rId5"/>
    <p:sldLayoutId id="2147483685" r:id="rId6"/>
    <p:sldLayoutId id="2147483705" r:id="rId7"/>
    <p:sldLayoutId id="2147483706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043882"/>
          </a:solidFill>
          <a:latin typeface="Calibri bold" panose="020F0702030404030204" pitchFamily="34" charset="0"/>
          <a:ea typeface="Calibri bold" panose="020F0702030404030204" pitchFamily="34" charset="0"/>
          <a:cs typeface="Calibri bold" panose="020F07020304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 : avec coins rognés en diagonale 2">
            <a:extLst>
              <a:ext uri="{FF2B5EF4-FFF2-40B4-BE49-F238E27FC236}">
                <a16:creationId xmlns:a16="http://schemas.microsoft.com/office/drawing/2014/main" id="{274629D8-1349-83B2-0CD6-0122B34EB4A6}"/>
              </a:ext>
            </a:extLst>
          </p:cNvPr>
          <p:cNvSpPr/>
          <p:nvPr/>
        </p:nvSpPr>
        <p:spPr>
          <a:xfrm>
            <a:off x="7122695" y="2645163"/>
            <a:ext cx="5804609" cy="2136486"/>
          </a:xfrm>
          <a:prstGeom prst="snip2DiagRect">
            <a:avLst>
              <a:gd name="adj1" fmla="val 13680"/>
              <a:gd name="adj2" fmla="val 33347"/>
            </a:avLst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2A58217E-2A5A-45AE-A065-50D2A769A63F}"/>
              </a:ext>
            </a:extLst>
          </p:cNvPr>
          <p:cNvSpPr>
            <a:spLocks noGrp="1"/>
          </p:cNvSpPr>
          <p:nvPr/>
        </p:nvSpPr>
        <p:spPr>
          <a:xfrm>
            <a:off x="1885950" y="2800198"/>
            <a:ext cx="8420100" cy="15001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endParaRPr lang="en-US" sz="3200" b="1" cap="all" noProof="0">
              <a:solidFill>
                <a:srgbClr val="2B3C5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3E781EC7-9BC4-48C2-A2F2-F900DB85999A}"/>
              </a:ext>
            </a:extLst>
          </p:cNvPr>
          <p:cNvSpPr>
            <a:spLocks noGrp="1"/>
          </p:cNvSpPr>
          <p:nvPr/>
        </p:nvSpPr>
        <p:spPr>
          <a:xfrm>
            <a:off x="568565" y="2707175"/>
            <a:ext cx="9382479" cy="7218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 cap="all">
                <a:solidFill>
                  <a:srgbClr val="2B3C5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4000" cap="none" noProof="0" dirty="0">
                <a:solidFill>
                  <a:schemeClr val="bg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Stellantis France / </a:t>
            </a:r>
            <a:r>
              <a:rPr lang="en-US" sz="4000" cap="none" noProof="0" dirty="0" err="1">
                <a:solidFill>
                  <a:schemeClr val="bg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autobiz</a:t>
            </a:r>
            <a:endParaRPr lang="en-US" sz="4000" cap="none" noProof="0" dirty="0">
              <a:solidFill>
                <a:schemeClr val="bg1"/>
              </a:solidFill>
              <a:latin typeface="Calibri bold" panose="020F070203040403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3600" b="0" cap="none" noProof="0" dirty="0">
                <a:solidFill>
                  <a:schemeClr val="bg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Q3 Performance Trade-In</a:t>
            </a:r>
          </a:p>
          <a:p>
            <a:pPr>
              <a:lnSpc>
                <a:spcPct val="150000"/>
              </a:lnSpc>
            </a:pPr>
            <a:r>
              <a:rPr lang="en-US" sz="3600" b="0" cap="none" dirty="0">
                <a:solidFill>
                  <a:schemeClr val="bg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October 2025</a:t>
            </a:r>
            <a:endParaRPr lang="en-US" sz="3600" cap="none" noProof="0" dirty="0">
              <a:solidFill>
                <a:schemeClr val="bg1"/>
              </a:solidFill>
              <a:latin typeface="Calibri bold" panose="020F070203040403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</p:txBody>
      </p:sp>
      <p:sp>
        <p:nvSpPr>
          <p:cNvPr id="5" name="Espace réservé du pied de page 6">
            <a:extLst>
              <a:ext uri="{FF2B5EF4-FFF2-40B4-BE49-F238E27FC236}">
                <a16:creationId xmlns:a16="http://schemas.microsoft.com/office/drawing/2014/main" id="{721373B3-269F-7BC5-FF16-C738E2C32F18}"/>
              </a:ext>
            </a:extLst>
          </p:cNvPr>
          <p:cNvSpPr txBox="1">
            <a:spLocks/>
          </p:cNvSpPr>
          <p:nvPr/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ctr" defTabSz="914400" rtl="0" eaLnBrk="1" latinLnBrk="0" hangingPunct="1">
              <a:defRPr sz="1050" kern="1200">
                <a:solidFill>
                  <a:schemeClr val="tx1"/>
                </a:solidFill>
                <a:latin typeface="Aptos Light" panose="020F0502020204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Strictly confidential</a:t>
            </a:r>
          </a:p>
        </p:txBody>
      </p:sp>
      <p:sp>
        <p:nvSpPr>
          <p:cNvPr id="6" name="Espace réservé de la date 1">
            <a:extLst>
              <a:ext uri="{FF2B5EF4-FFF2-40B4-BE49-F238E27FC236}">
                <a16:creationId xmlns:a16="http://schemas.microsoft.com/office/drawing/2014/main" id="{AFA16ABF-655A-9831-63F4-4E143067A33C}"/>
              </a:ext>
            </a:extLst>
          </p:cNvPr>
          <p:cNvSpPr txBox="1">
            <a:spLocks/>
          </p:cNvSpPr>
          <p:nvPr/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lIns="91440" tIns="45720" rIns="91440" bIns="45720"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>
                <a:latin typeface="Aptos Light"/>
              </a:rPr>
              <a:t>Oct </a:t>
            </a:r>
            <a:r>
              <a:rPr lang="en-US" noProof="0" dirty="0">
                <a:latin typeface="Aptos Light"/>
              </a:rPr>
              <a:t>2025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E3AAE89-0FFE-04C3-99DD-4523DC84D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083" y="2923127"/>
            <a:ext cx="4302126" cy="125432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58FEAC7-017C-56B0-584B-0833A102DD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27" t="21467" r="4031" b="22630"/>
          <a:stretch>
            <a:fillRect/>
          </a:stretch>
        </p:blipFill>
        <p:spPr>
          <a:xfrm>
            <a:off x="9573031" y="4032227"/>
            <a:ext cx="909912" cy="546122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79651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104775-5D83-5771-ABED-20381E355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" y="172516"/>
            <a:ext cx="10515600" cy="594299"/>
          </a:xfrm>
        </p:spPr>
        <p:txBody>
          <a:bodyPr>
            <a:normAutofit/>
          </a:bodyPr>
          <a:lstStyle/>
          <a:p>
            <a:r>
              <a:rPr lang="en-US" sz="2400" noProof="0" dirty="0"/>
              <a:t>Q3 2025 - Executive Summary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E29DA04-6AD3-8D15-1FED-AEFF6172A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Strictly confidential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8FD5602-0716-7808-52A6-94A1B5CDD13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fr-FR" dirty="0" err="1"/>
              <a:t>Oct</a:t>
            </a:r>
            <a:r>
              <a:rPr lang="fr-FR" dirty="0"/>
              <a:t>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058669-EE3C-C99A-7CB8-75EBB0DB5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en-US" noProof="0" smtClean="0"/>
              <a:pPr/>
              <a:t>2</a:t>
            </a:fld>
            <a:endParaRPr lang="en-US" noProof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B33227-34F1-BB46-A7C2-ABDD43205F18}"/>
              </a:ext>
            </a:extLst>
          </p:cNvPr>
          <p:cNvSpPr/>
          <p:nvPr/>
        </p:nvSpPr>
        <p:spPr>
          <a:xfrm>
            <a:off x="10161927" y="934460"/>
            <a:ext cx="1967203" cy="5444092"/>
          </a:xfrm>
          <a:prstGeom prst="rect">
            <a:avLst/>
          </a:prstGeom>
          <a:solidFill>
            <a:srgbClr val="F3F8FF"/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 </a:t>
            </a:r>
          </a:p>
          <a:p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48D544F-8650-E3A7-F6F0-6EC2BC5B753C}"/>
              </a:ext>
            </a:extLst>
          </p:cNvPr>
          <p:cNvSpPr txBox="1"/>
          <p:nvPr/>
        </p:nvSpPr>
        <p:spPr>
          <a:xfrm>
            <a:off x="62696" y="6300117"/>
            <a:ext cx="10198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i="1" dirty="0"/>
              <a:t>Source: autobiz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56D58FA-B752-7807-CDEA-A806A6D9B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7" t="21467" r="4031" b="22630"/>
          <a:stretch>
            <a:fillRect/>
          </a:stretch>
        </p:blipFill>
        <p:spPr>
          <a:xfrm>
            <a:off x="9732529" y="81674"/>
            <a:ext cx="734253" cy="44069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BEC4F4E-E95F-77CF-F0E2-FC884ADD6B55}"/>
              </a:ext>
            </a:extLst>
          </p:cNvPr>
          <p:cNvSpPr/>
          <p:nvPr/>
        </p:nvSpPr>
        <p:spPr>
          <a:xfrm>
            <a:off x="62696" y="934461"/>
            <a:ext cx="9942268" cy="54440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3158142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0DE5FE80-E322-54BC-3C24-CAC1F9257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52ADCC-6B42-7317-CF7E-B8F232857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" y="172516"/>
            <a:ext cx="10515600" cy="594299"/>
          </a:xfrm>
        </p:spPr>
        <p:txBody>
          <a:bodyPr>
            <a:normAutofit/>
          </a:bodyPr>
          <a:lstStyle/>
          <a:p>
            <a:r>
              <a:rPr lang="en-US" sz="2400" noProof="0" dirty="0"/>
              <a:t>Q3 2025 - Executive Summary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82D27C6-8FAB-5C3D-F7F2-33CF8E0D0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Strictly confidential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937638C-1FB7-4039-E561-694124EC27B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fr-FR" dirty="0" err="1"/>
              <a:t>Oct</a:t>
            </a:r>
            <a:r>
              <a:rPr lang="fr-FR" dirty="0"/>
              <a:t>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DF93AA-19DE-EAB0-2D06-41BA53EC7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en-US" noProof="0" smtClean="0"/>
              <a:pPr/>
              <a:t>3</a:t>
            </a:fld>
            <a:endParaRPr lang="en-US" noProof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C92491-8D35-9034-D7CA-478CFAA9786C}"/>
              </a:ext>
            </a:extLst>
          </p:cNvPr>
          <p:cNvSpPr/>
          <p:nvPr/>
        </p:nvSpPr>
        <p:spPr>
          <a:xfrm>
            <a:off x="10142376" y="895965"/>
            <a:ext cx="1967203" cy="5444092"/>
          </a:xfrm>
          <a:prstGeom prst="rect">
            <a:avLst/>
          </a:prstGeom>
          <a:solidFill>
            <a:srgbClr val="F3F8FF"/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8B86E13-1324-E3A6-BF48-08ED6CEE6B6A}"/>
              </a:ext>
            </a:extLst>
          </p:cNvPr>
          <p:cNvSpPr txBox="1"/>
          <p:nvPr/>
        </p:nvSpPr>
        <p:spPr>
          <a:xfrm>
            <a:off x="110577" y="6351925"/>
            <a:ext cx="10198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i="1" dirty="0"/>
              <a:t>Source: autobiz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01BACEE-5A25-8588-88EC-536D2A9A0F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7" t="21467" r="4031" b="22630"/>
          <a:stretch>
            <a:fillRect/>
          </a:stretch>
        </p:blipFill>
        <p:spPr>
          <a:xfrm>
            <a:off x="9732529" y="81674"/>
            <a:ext cx="734253" cy="44069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73B0FF8-A9F9-1974-87D5-A61F055E656B}"/>
              </a:ext>
            </a:extLst>
          </p:cNvPr>
          <p:cNvSpPr/>
          <p:nvPr/>
        </p:nvSpPr>
        <p:spPr>
          <a:xfrm>
            <a:off x="62696" y="934461"/>
            <a:ext cx="9942268" cy="54440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1958707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34C17-98D1-46CC-113B-073A81291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2991DA-F7A8-8426-9402-6CF215182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91" y="64114"/>
            <a:ext cx="10515600" cy="594299"/>
          </a:xfrm>
        </p:spPr>
        <p:txBody>
          <a:bodyPr>
            <a:normAutofit fontScale="90000"/>
          </a:bodyPr>
          <a:lstStyle/>
          <a:p>
            <a:r>
              <a:rPr lang="en-US" sz="2200" dirty="0"/>
              <a:t>Executive summary </a:t>
            </a:r>
            <a:br>
              <a:rPr lang="en-US" sz="2200" dirty="0"/>
            </a:br>
            <a:r>
              <a:rPr lang="en-US" sz="1800" dirty="0"/>
              <a:t>Total leads and growth Year-Over-Year</a:t>
            </a:r>
            <a:endParaRPr lang="en-US" sz="1800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9CC5D6F-FF03-E05A-F977-D387BD1D4B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Strictly confidential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B8E3B1-B740-AFE8-415E-05430C677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en-US" noProof="0" smtClean="0"/>
              <a:pPr/>
              <a:t>4</a:t>
            </a:fld>
            <a:endParaRPr lang="en-US" noProof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90DE5E0-A964-DAEB-D315-7D5E149C98BE}"/>
              </a:ext>
            </a:extLst>
          </p:cNvPr>
          <p:cNvSpPr txBox="1"/>
          <p:nvPr/>
        </p:nvSpPr>
        <p:spPr>
          <a:xfrm>
            <a:off x="10890560" y="5185157"/>
            <a:ext cx="10198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i="1" dirty="0"/>
              <a:t>Source: autobiz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5E3385-C423-1D60-40A6-1B143E15A31D}"/>
              </a:ext>
            </a:extLst>
          </p:cNvPr>
          <p:cNvSpPr/>
          <p:nvPr/>
        </p:nvSpPr>
        <p:spPr>
          <a:xfrm>
            <a:off x="63321" y="5421086"/>
            <a:ext cx="12065358" cy="830178"/>
          </a:xfrm>
          <a:prstGeom prst="rect">
            <a:avLst/>
          </a:prstGeom>
          <a:solidFill>
            <a:srgbClr val="F3F8FF"/>
          </a:solidFill>
          <a:ln w="15875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spcAft>
                <a:spcPts val="1200"/>
              </a:spcAft>
            </a:pPr>
            <a:r>
              <a:rPr lang="en-US" sz="1100" dirty="0">
                <a:solidFill>
                  <a:schemeClr val="tx1"/>
                </a:solidFill>
              </a:rPr>
              <a:t>Over the past three months, all brands have experienced significant growth. </a:t>
            </a:r>
          </a:p>
          <a:p>
            <a:pPr>
              <a:spcAft>
                <a:spcPts val="1200"/>
              </a:spcAft>
            </a:pPr>
            <a:r>
              <a:rPr lang="en-US" sz="1100" dirty="0">
                <a:solidFill>
                  <a:schemeClr val="tx1"/>
                </a:solidFill>
              </a:rPr>
              <a:t>By the end of September, every brand has shown an increase compared to last year except Citroën and Fiat Pro.</a:t>
            </a:r>
          </a:p>
          <a:p>
            <a:pPr>
              <a:spcAft>
                <a:spcPts val="1200"/>
              </a:spcAft>
            </a:pPr>
            <a:r>
              <a:rPr lang="en-US" sz="1100" dirty="0">
                <a:solidFill>
                  <a:schemeClr val="tx1"/>
                </a:solidFill>
              </a:rPr>
              <a:t>Fiat Pro and Citroën are still struggling to recover from the downturn they faced at the beginning of the year.</a:t>
            </a:r>
            <a:endParaRPr lang="en-US" sz="1100" dirty="0">
              <a:solidFill>
                <a:schemeClr val="tx1"/>
              </a:solidFill>
              <a:effectLst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13951F4-970F-C0CA-7EDB-FDF73FEE86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7" t="21467" r="4031" b="22630"/>
          <a:stretch>
            <a:fillRect/>
          </a:stretch>
        </p:blipFill>
        <p:spPr>
          <a:xfrm>
            <a:off x="9732529" y="81674"/>
            <a:ext cx="734253" cy="44069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EB0DCE4B-C5C3-DB96-0856-D677C19DE0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</p:spPr>
        <p:txBody>
          <a:bodyPr/>
          <a:lstStyle/>
          <a:p>
            <a:r>
              <a:rPr lang="fr-FR" dirty="0" err="1"/>
              <a:t>Oct</a:t>
            </a:r>
            <a:r>
              <a:rPr lang="fr-FR" dirty="0"/>
              <a:t> 2025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20A22D-DE33-1C5F-95DC-5F21F4F5B96D}"/>
              </a:ext>
            </a:extLst>
          </p:cNvPr>
          <p:cNvSpPr/>
          <p:nvPr/>
        </p:nvSpPr>
        <p:spPr>
          <a:xfrm>
            <a:off x="62696" y="934460"/>
            <a:ext cx="12065358" cy="42506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3963616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FCA92-6AF3-CBF5-DD1C-4E174EFA8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1494C27-B9D1-158D-BC7D-A7F223032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Strictly confidential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6B547E-54DA-1D70-5781-5A9CDEFF8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4A3EBB3-41FB-0FB8-3AA7-1C19FE6B46BF}"/>
              </a:ext>
            </a:extLst>
          </p:cNvPr>
          <p:cNvSpPr txBox="1"/>
          <p:nvPr/>
        </p:nvSpPr>
        <p:spPr>
          <a:xfrm>
            <a:off x="11045527" y="4805028"/>
            <a:ext cx="10198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i="1" dirty="0"/>
              <a:t>Source: autobiz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4F2413-D94F-7515-8659-1CE7113090AE}"/>
              </a:ext>
            </a:extLst>
          </p:cNvPr>
          <p:cNvSpPr/>
          <p:nvPr/>
        </p:nvSpPr>
        <p:spPr>
          <a:xfrm>
            <a:off x="63321" y="5365101"/>
            <a:ext cx="12065358" cy="1049543"/>
          </a:xfrm>
          <a:prstGeom prst="rect">
            <a:avLst/>
          </a:prstGeom>
          <a:solidFill>
            <a:srgbClr val="F3F8FF"/>
          </a:solidFill>
          <a:ln w="15875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spcAft>
                <a:spcPts val="1200"/>
              </a:spcAft>
            </a:pPr>
            <a:endParaRPr lang="en-US" sz="1100" dirty="0">
              <a:solidFill>
                <a:schemeClr val="tx1"/>
              </a:solidFill>
              <a:effectLst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52B688A-FEF5-EACF-7CE0-DA4D011A0A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7" t="21467" r="4031" b="22630"/>
          <a:stretch>
            <a:fillRect/>
          </a:stretch>
        </p:blipFill>
        <p:spPr>
          <a:xfrm>
            <a:off x="9732529" y="81674"/>
            <a:ext cx="734253" cy="44069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14" name="Titre 1">
            <a:extLst>
              <a:ext uri="{FF2B5EF4-FFF2-40B4-BE49-F238E27FC236}">
                <a16:creationId xmlns:a16="http://schemas.microsoft.com/office/drawing/2014/main" id="{F0631973-F0CD-25CD-66FE-12D61FBC7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" y="33338"/>
            <a:ext cx="10515600" cy="593725"/>
          </a:xfrm>
        </p:spPr>
        <p:txBody>
          <a:bodyPr>
            <a:normAutofit fontScale="90000"/>
          </a:bodyPr>
          <a:lstStyle/>
          <a:p>
            <a:r>
              <a:rPr lang="en-US" sz="2200" dirty="0"/>
              <a:t>Executive summary </a:t>
            </a:r>
            <a:br>
              <a:rPr lang="en-US" sz="2200" dirty="0"/>
            </a:br>
            <a:r>
              <a:rPr lang="en-US" sz="1800" dirty="0"/>
              <a:t>NC leads and growth Year-Over-Year</a:t>
            </a:r>
            <a:endParaRPr lang="en-US" sz="1800" noProof="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F56BB36-B5D6-96AE-0301-A22861E789A5}"/>
              </a:ext>
            </a:extLst>
          </p:cNvPr>
          <p:cNvSpPr txBox="1"/>
          <p:nvPr/>
        </p:nvSpPr>
        <p:spPr>
          <a:xfrm>
            <a:off x="44849" y="6611779"/>
            <a:ext cx="61144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/>
              <a:t>Oct</a:t>
            </a:r>
            <a:r>
              <a:rPr lang="fr-FR" sz="1000" dirty="0"/>
              <a:t> 2025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2276FD-F0B8-DBE4-96F7-D66235172E2F}"/>
              </a:ext>
            </a:extLst>
          </p:cNvPr>
          <p:cNvSpPr/>
          <p:nvPr/>
        </p:nvSpPr>
        <p:spPr>
          <a:xfrm>
            <a:off x="62696" y="934460"/>
            <a:ext cx="12065358" cy="42506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2748268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79053-2308-DCAD-11F3-BBB484B1C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B4144D-E18C-2C87-0ECA-EB377D030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91" y="225217"/>
            <a:ext cx="10515600" cy="594299"/>
          </a:xfrm>
        </p:spPr>
        <p:txBody>
          <a:bodyPr>
            <a:normAutofit/>
          </a:bodyPr>
          <a:lstStyle/>
          <a:p>
            <a:r>
              <a:rPr lang="en-US" sz="2200" dirty="0"/>
              <a:t>Leads by Purchase Project – </a:t>
            </a:r>
            <a:r>
              <a:rPr lang="en-US" sz="2200" dirty="0" err="1"/>
              <a:t>xP</a:t>
            </a:r>
            <a:r>
              <a:rPr lang="en-US" sz="2200" dirty="0"/>
              <a:t> brands</a:t>
            </a:r>
            <a:endParaRPr lang="en-US" sz="2200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5EAAE06-8FC2-8029-2013-3BDD30FE0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Strictly confidential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62E2DED-BE14-E6E5-46A3-4AB0C7D3293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fr-FR" dirty="0" err="1"/>
              <a:t>Oct</a:t>
            </a:r>
            <a:r>
              <a:rPr lang="fr-FR" dirty="0"/>
              <a:t>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46050A-1586-81B8-3E94-4DC2253C00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en-US" noProof="0" smtClean="0"/>
              <a:pPr/>
              <a:t>6</a:t>
            </a:fld>
            <a:endParaRPr lang="en-US" noProof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790DE13-8017-E9D1-AE8C-DCFC37BC26BD}"/>
              </a:ext>
            </a:extLst>
          </p:cNvPr>
          <p:cNvSpPr txBox="1"/>
          <p:nvPr/>
        </p:nvSpPr>
        <p:spPr>
          <a:xfrm>
            <a:off x="1110243" y="6539970"/>
            <a:ext cx="10198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i="1" dirty="0"/>
              <a:t>Source: autobiz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6714A-1961-C775-BECB-5F930FFA682E}"/>
              </a:ext>
            </a:extLst>
          </p:cNvPr>
          <p:cNvSpPr/>
          <p:nvPr/>
        </p:nvSpPr>
        <p:spPr>
          <a:xfrm>
            <a:off x="10132759" y="927886"/>
            <a:ext cx="1967203" cy="5444092"/>
          </a:xfrm>
          <a:prstGeom prst="rect">
            <a:avLst/>
          </a:prstGeom>
          <a:solidFill>
            <a:srgbClr val="F3F8FF"/>
          </a:solidFill>
          <a:ln w="15875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spcAft>
                <a:spcPts val="1200"/>
              </a:spcAft>
            </a:pPr>
            <a:endParaRPr lang="en-US" sz="1000" dirty="0">
              <a:solidFill>
                <a:schemeClr val="tx1"/>
              </a:solidFill>
            </a:endParaRPr>
          </a:p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DE9CD66-E076-C034-2523-A7C002625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4743" y="5614428"/>
            <a:ext cx="1042506" cy="43895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58F0F6B8-860B-9DE6-0C16-91D27C718F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7" t="21467" r="4031" b="22630"/>
          <a:stretch>
            <a:fillRect/>
          </a:stretch>
        </p:blipFill>
        <p:spPr>
          <a:xfrm>
            <a:off x="9732529" y="81674"/>
            <a:ext cx="734253" cy="44069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1F8022F-CFAF-3EC4-AE8B-C7146124156A}"/>
              </a:ext>
            </a:extLst>
          </p:cNvPr>
          <p:cNvSpPr/>
          <p:nvPr/>
        </p:nvSpPr>
        <p:spPr>
          <a:xfrm>
            <a:off x="62696" y="934461"/>
            <a:ext cx="9942268" cy="54440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2093624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6BEC9-A5D4-2D56-B866-CB4017B89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013BCE-EB15-917E-F2F8-3540F82AE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91" y="225217"/>
            <a:ext cx="10515600" cy="594299"/>
          </a:xfrm>
        </p:spPr>
        <p:txBody>
          <a:bodyPr>
            <a:normAutofit/>
          </a:bodyPr>
          <a:lstStyle/>
          <a:p>
            <a:r>
              <a:rPr lang="en-US" sz="2200" dirty="0"/>
              <a:t>Leads by Purchase Project– </a:t>
            </a:r>
            <a:r>
              <a:rPr lang="en-US" sz="2200" dirty="0" err="1"/>
              <a:t>xF</a:t>
            </a:r>
            <a:r>
              <a:rPr lang="en-US" sz="2200" dirty="0"/>
              <a:t> brands</a:t>
            </a:r>
            <a:endParaRPr lang="en-US" sz="2200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0FA072A-DDDC-71E2-7134-BD0496047E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Strictly confidential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49AC86C-54BB-6A03-62CA-37D5A629576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fr-FR" dirty="0" err="1"/>
              <a:t>Oct</a:t>
            </a:r>
            <a:r>
              <a:rPr lang="fr-FR" dirty="0"/>
              <a:t>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902CBBA-CAB2-1D73-F720-10F11562DD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en-US" noProof="0" smtClean="0"/>
              <a:pPr/>
              <a:t>7</a:t>
            </a:fld>
            <a:endParaRPr lang="en-US" noProof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2900BF5-B1A8-7A3C-197E-3D032B600A03}"/>
              </a:ext>
            </a:extLst>
          </p:cNvPr>
          <p:cNvSpPr txBox="1"/>
          <p:nvPr/>
        </p:nvSpPr>
        <p:spPr>
          <a:xfrm>
            <a:off x="1110243" y="6539970"/>
            <a:ext cx="10198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i="1" dirty="0"/>
              <a:t>Source: autobiz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13EF54-D19B-B27F-BBA3-9D6906A09C8D}"/>
              </a:ext>
            </a:extLst>
          </p:cNvPr>
          <p:cNvSpPr/>
          <p:nvPr/>
        </p:nvSpPr>
        <p:spPr>
          <a:xfrm>
            <a:off x="10132759" y="927886"/>
            <a:ext cx="1967203" cy="5444092"/>
          </a:xfrm>
          <a:prstGeom prst="rect">
            <a:avLst/>
          </a:prstGeom>
          <a:solidFill>
            <a:srgbClr val="F3F8FF"/>
          </a:solidFill>
          <a:ln w="15875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spcAft>
                <a:spcPts val="1200"/>
              </a:spcAft>
            </a:pPr>
            <a:endParaRPr lang="en-US" sz="1000" dirty="0">
              <a:solidFill>
                <a:schemeClr val="tx1"/>
              </a:solidFill>
            </a:endParaRPr>
          </a:p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DA8FED7-F805-C8D3-1ABB-D19B0F905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4743" y="5614428"/>
            <a:ext cx="1042506" cy="43895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7C68F61-05C5-8520-4955-9DC37FBAB3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7" t="21467" r="4031" b="22630"/>
          <a:stretch>
            <a:fillRect/>
          </a:stretch>
        </p:blipFill>
        <p:spPr>
          <a:xfrm>
            <a:off x="9732529" y="81674"/>
            <a:ext cx="734253" cy="44069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C24DCB6-29FB-8ABD-C023-CD10D5DD3DD5}"/>
              </a:ext>
            </a:extLst>
          </p:cNvPr>
          <p:cNvSpPr/>
          <p:nvPr/>
        </p:nvSpPr>
        <p:spPr>
          <a:xfrm>
            <a:off x="62696" y="934461"/>
            <a:ext cx="9942268" cy="54440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190452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1958C-9384-09BA-08F1-118F4BA2F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F22BC5C-0701-4E77-B386-1DD019516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Strictly confidential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BCD3857-9883-2E01-DD17-513706839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err="1"/>
              <a:t>Oct</a:t>
            </a:r>
            <a:r>
              <a:rPr lang="fr-FR" dirty="0"/>
              <a:t>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3347C1-D678-AABA-03A9-B2DBBDBB20E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69063"/>
            <a:ext cx="2743200" cy="365125"/>
          </a:xfrm>
        </p:spPr>
        <p:txBody>
          <a:bodyPr/>
          <a:lstStyle/>
          <a:p>
            <a:fld id="{16A88250-4A72-4719-B696-DC572B6C1A1F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C75C20CF-AA7D-E0AD-DA34-FD799ECCC2E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4825" y="2698750"/>
            <a:ext cx="10515600" cy="5937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fr-FR" sz="4400" dirty="0">
                <a:solidFill>
                  <a:schemeClr val="bg1"/>
                </a:solidFill>
              </a:rPr>
              <a:t>Sales Focus</a:t>
            </a:r>
          </a:p>
        </p:txBody>
      </p:sp>
    </p:spTree>
    <p:extLst>
      <p:ext uri="{BB962C8B-B14F-4D97-AF65-F5344CB8AC3E}">
        <p14:creationId xmlns:p14="http://schemas.microsoft.com/office/powerpoint/2010/main" val="3367571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3697A-5D11-B598-1391-48DA2B87E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39013E-1F4C-CDDA-2193-79B5B1E4B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8818" y="67092"/>
            <a:ext cx="10515600" cy="594299"/>
          </a:xfrm>
        </p:spPr>
        <p:txBody>
          <a:bodyPr>
            <a:normAutofit fontScale="90000"/>
          </a:bodyPr>
          <a:lstStyle/>
          <a:p>
            <a:pPr marL="92075"/>
            <a:r>
              <a:rPr lang="en-US" sz="2400" b="1" dirty="0">
                <a:solidFill>
                  <a:srgbClr val="002060"/>
                </a:solidFill>
                <a:latin typeface="+mn-lt"/>
              </a:rPr>
              <a:t>NC Sales Conversion</a:t>
            </a:r>
            <a:br>
              <a:rPr lang="en-US" sz="2400" b="1" dirty="0">
                <a:solidFill>
                  <a:srgbClr val="002060"/>
                </a:solidFill>
                <a:latin typeface="+mn-lt"/>
              </a:rPr>
            </a:br>
            <a:r>
              <a:rPr lang="en-US" sz="1800" b="1" dirty="0">
                <a:solidFill>
                  <a:srgbClr val="002060"/>
                </a:solidFill>
                <a:latin typeface="+mn-lt"/>
              </a:rPr>
              <a:t>Leads from 01/01 to 30/06/2025</a:t>
            </a:r>
            <a:endParaRPr lang="en-US" sz="18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BAEB34D-1E35-6206-3269-BF5768A302E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 dirty="0"/>
              <a:t>Oct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8F4A55-457D-6BF4-56DC-7945C7B670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en-US" noProof="0" smtClean="0"/>
              <a:pPr/>
              <a:t>9</a:t>
            </a:fld>
            <a:endParaRPr lang="en-US" noProof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03B9E98-B301-25B5-B797-FDAA6BF0ED50}"/>
              </a:ext>
            </a:extLst>
          </p:cNvPr>
          <p:cNvSpPr txBox="1"/>
          <p:nvPr/>
        </p:nvSpPr>
        <p:spPr>
          <a:xfrm>
            <a:off x="0" y="6197601"/>
            <a:ext cx="768191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i="1" dirty="0"/>
              <a:t>Source: C1st – Nature (</a:t>
            </a:r>
            <a:r>
              <a:rPr lang="fr-FR" sz="1050" i="1" dirty="0" err="1"/>
              <a:t>request</a:t>
            </a:r>
            <a:r>
              <a:rPr lang="fr-FR" sz="1050" i="1" dirty="0"/>
              <a:t> type) = 47. VO – VN Trade-in </a:t>
            </a:r>
            <a:r>
              <a:rPr lang="fr-FR" sz="1050" i="1" dirty="0" err="1"/>
              <a:t>Operation</a:t>
            </a:r>
            <a:r>
              <a:rPr lang="fr-FR" sz="1050" i="1" dirty="0"/>
              <a:t> (</a:t>
            </a:r>
            <a:r>
              <a:rPr lang="fr-FR" sz="1050" i="1" dirty="0" err="1"/>
              <a:t>excl</a:t>
            </a:r>
            <a:r>
              <a:rPr lang="fr-FR" sz="1050" i="1" dirty="0"/>
              <a:t>. </a:t>
            </a:r>
            <a:r>
              <a:rPr lang="fr-FR" sz="1050" i="1" dirty="0" err="1"/>
              <a:t>Meetdeal</a:t>
            </a:r>
            <a:r>
              <a:rPr lang="fr-FR" sz="1050" i="1" dirty="0"/>
              <a:t> provider) for </a:t>
            </a:r>
            <a:r>
              <a:rPr lang="fr-FR" sz="1050" i="1" dirty="0" err="1"/>
              <a:t>xP</a:t>
            </a:r>
            <a:r>
              <a:rPr lang="fr-FR" sz="1050" i="1" dirty="0"/>
              <a:t> / A68 = Trade-in Value for </a:t>
            </a:r>
            <a:r>
              <a:rPr lang="fr-FR" sz="1050" i="1" dirty="0" err="1"/>
              <a:t>xF</a:t>
            </a:r>
            <a:r>
              <a:rPr lang="fr-FR" sz="1050" i="1" dirty="0"/>
              <a:t> brands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88B71F-A6FD-8DCB-1A50-7A02483FE227}"/>
              </a:ext>
            </a:extLst>
          </p:cNvPr>
          <p:cNvSpPr/>
          <p:nvPr/>
        </p:nvSpPr>
        <p:spPr>
          <a:xfrm>
            <a:off x="35521" y="4978045"/>
            <a:ext cx="5978577" cy="121955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2720" indent="-172720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4BFA17E3-0449-E761-944B-88D0B88BB7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7" t="21467" r="4031" b="22630"/>
          <a:stretch>
            <a:fillRect/>
          </a:stretch>
        </p:blipFill>
        <p:spPr>
          <a:xfrm>
            <a:off x="9732529" y="81674"/>
            <a:ext cx="734253" cy="44069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A23F630-CE80-F3DD-613F-64358E4DEDE1}"/>
              </a:ext>
            </a:extLst>
          </p:cNvPr>
          <p:cNvSpPr/>
          <p:nvPr/>
        </p:nvSpPr>
        <p:spPr>
          <a:xfrm>
            <a:off x="6082135" y="4978045"/>
            <a:ext cx="6060479" cy="121955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993DF97-EB79-5AE2-2C51-70505E2E99CE}"/>
              </a:ext>
            </a:extLst>
          </p:cNvPr>
          <p:cNvSpPr txBox="1"/>
          <p:nvPr/>
        </p:nvSpPr>
        <p:spPr>
          <a:xfrm>
            <a:off x="35521" y="843153"/>
            <a:ext cx="1454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err="1"/>
              <a:t>xP</a:t>
            </a:r>
            <a:r>
              <a:rPr lang="fr-FR" sz="1600" b="1" dirty="0"/>
              <a:t> brands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34F6B51-0B94-E7F5-56BE-FB31BAE6B7AD}"/>
              </a:ext>
            </a:extLst>
          </p:cNvPr>
          <p:cNvSpPr txBox="1"/>
          <p:nvPr/>
        </p:nvSpPr>
        <p:spPr>
          <a:xfrm>
            <a:off x="6098916" y="858056"/>
            <a:ext cx="1454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err="1"/>
              <a:t>xF</a:t>
            </a:r>
            <a:r>
              <a:rPr lang="fr-FR" sz="1600" b="1" dirty="0"/>
              <a:t> brands</a:t>
            </a:r>
          </a:p>
        </p:txBody>
      </p:sp>
    </p:spTree>
    <p:extLst>
      <p:ext uri="{BB962C8B-B14F-4D97-AF65-F5344CB8AC3E}">
        <p14:creationId xmlns:p14="http://schemas.microsoft.com/office/powerpoint/2010/main" val="3800681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FAEBE-B2B3-9930-31C7-12F8C1B94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4491AB-4A6C-76AD-DBCA-6ADAA5CD8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40" y="107929"/>
            <a:ext cx="10515600" cy="594299"/>
          </a:xfrm>
        </p:spPr>
        <p:txBody>
          <a:bodyPr/>
          <a:lstStyle/>
          <a:p>
            <a:r>
              <a:rPr lang="en-US" dirty="0" err="1"/>
              <a:t>Visibilité</a:t>
            </a:r>
            <a:r>
              <a:rPr lang="en-US" dirty="0"/>
              <a:t> PDV xF Site de reprise</a:t>
            </a:r>
            <a:endParaRPr lang="en-US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6D360D-670C-7029-4334-E8A170565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6846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31843-DF8D-9494-A7A7-926C57E5C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16E6A2-9731-BD94-6B94-E68CB2F4D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8818" y="67092"/>
            <a:ext cx="10515600" cy="594299"/>
          </a:xfrm>
        </p:spPr>
        <p:txBody>
          <a:bodyPr>
            <a:normAutofit fontScale="90000"/>
          </a:bodyPr>
          <a:lstStyle/>
          <a:p>
            <a:pPr marL="92075"/>
            <a:r>
              <a:rPr lang="en-US" sz="2400" b="1" dirty="0">
                <a:solidFill>
                  <a:srgbClr val="002060"/>
                </a:solidFill>
                <a:latin typeface="+mn-lt"/>
              </a:rPr>
              <a:t>NC Sales Conversion</a:t>
            </a:r>
            <a:br>
              <a:rPr lang="en-US" sz="2400" b="1" dirty="0">
                <a:solidFill>
                  <a:srgbClr val="002060"/>
                </a:solidFill>
                <a:latin typeface="+mn-lt"/>
              </a:rPr>
            </a:br>
            <a:r>
              <a:rPr lang="en-US" sz="1800" b="1" dirty="0">
                <a:solidFill>
                  <a:srgbClr val="002060"/>
                </a:solidFill>
                <a:latin typeface="+mn-lt"/>
              </a:rPr>
              <a:t>Leads from Jan to June 25  </a:t>
            </a:r>
            <a:endParaRPr lang="en-US" sz="18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E57E14C-EA70-D9F5-8FB0-EA046980D03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 dirty="0"/>
              <a:t>Oct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1B58F0-1189-5899-EB68-0E83223DD9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en-US" noProof="0" smtClean="0"/>
              <a:pPr/>
              <a:t>11</a:t>
            </a:fld>
            <a:endParaRPr lang="en-US" noProof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2344AA2-6D0C-AB59-89CB-9EA81546C33D}"/>
              </a:ext>
            </a:extLst>
          </p:cNvPr>
          <p:cNvSpPr txBox="1"/>
          <p:nvPr/>
        </p:nvSpPr>
        <p:spPr>
          <a:xfrm>
            <a:off x="138176" y="6042238"/>
            <a:ext cx="547938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i="1" dirty="0"/>
              <a:t>Source: C1st – 	Nature = 47. VO – VN Trade-in </a:t>
            </a:r>
            <a:r>
              <a:rPr lang="fr-FR" sz="1050" i="1" dirty="0" err="1"/>
              <a:t>Operation</a:t>
            </a:r>
            <a:r>
              <a:rPr lang="fr-FR" sz="1050" i="1" dirty="0"/>
              <a:t> (</a:t>
            </a:r>
            <a:r>
              <a:rPr lang="fr-FR" sz="1050" i="1" dirty="0" err="1"/>
              <a:t>excl</a:t>
            </a:r>
            <a:r>
              <a:rPr lang="fr-FR" sz="1050" i="1" dirty="0"/>
              <a:t>. </a:t>
            </a:r>
            <a:r>
              <a:rPr lang="fr-FR" sz="1050" i="1" dirty="0" err="1"/>
              <a:t>Meetdeal</a:t>
            </a:r>
            <a:r>
              <a:rPr lang="fr-FR" sz="1050" i="1" dirty="0"/>
              <a:t> provider) for </a:t>
            </a:r>
            <a:r>
              <a:rPr lang="fr-FR" sz="1050" i="1" dirty="0" err="1"/>
              <a:t>xP</a:t>
            </a:r>
            <a:r>
              <a:rPr lang="fr-FR" sz="1050" i="1" dirty="0"/>
              <a:t> brands</a:t>
            </a:r>
          </a:p>
          <a:p>
            <a:r>
              <a:rPr lang="fr-FR" sz="1050" i="1" dirty="0"/>
              <a:t>	Nature = A68 – Trade-in for </a:t>
            </a:r>
            <a:r>
              <a:rPr lang="fr-FR" sz="1050" i="1" dirty="0" err="1"/>
              <a:t>xF</a:t>
            </a:r>
            <a:r>
              <a:rPr lang="fr-FR" sz="1050" i="1" dirty="0"/>
              <a:t> brands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AB47AE7E-AE4C-03A3-5860-A7D24F5EAB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7" t="21467" r="4031" b="22630"/>
          <a:stretch>
            <a:fillRect/>
          </a:stretch>
        </p:blipFill>
        <p:spPr>
          <a:xfrm>
            <a:off x="9732529" y="81674"/>
            <a:ext cx="734253" cy="44069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0F2259A-D589-78A7-2EA5-D21A9C1ADFDA}"/>
              </a:ext>
            </a:extLst>
          </p:cNvPr>
          <p:cNvSpPr/>
          <p:nvPr/>
        </p:nvSpPr>
        <p:spPr>
          <a:xfrm>
            <a:off x="124968" y="4836795"/>
            <a:ext cx="11256682" cy="1170058"/>
          </a:xfrm>
          <a:prstGeom prst="rect">
            <a:avLst/>
          </a:prstGeom>
          <a:solidFill>
            <a:srgbClr val="F3F8FF"/>
          </a:solidFill>
          <a:ln w="15875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52724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A4661-9870-CF9D-2497-1334B6CCB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E36D17C-F11B-39C2-1432-B2FED4264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Strictly confidential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ED5FBE9-C5FD-2741-916D-05BE61AE0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err="1"/>
              <a:t>Oct</a:t>
            </a:r>
            <a:r>
              <a:rPr lang="fr-FR" dirty="0"/>
              <a:t>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5F3063-F864-4661-647C-02525B27A23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69063"/>
            <a:ext cx="2743200" cy="365125"/>
          </a:xfrm>
        </p:spPr>
        <p:txBody>
          <a:bodyPr/>
          <a:lstStyle/>
          <a:p>
            <a:fld id="{16A88250-4A72-4719-B696-DC572B6C1A1F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122ADCB8-6498-5ACB-8D92-25F8E89EA99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4825" y="2698750"/>
            <a:ext cx="10515600" cy="5937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fr-FR" sz="4400" dirty="0">
                <a:solidFill>
                  <a:schemeClr val="bg1"/>
                </a:solidFill>
              </a:rPr>
              <a:t>Brand Focus</a:t>
            </a:r>
          </a:p>
        </p:txBody>
      </p:sp>
    </p:spTree>
    <p:extLst>
      <p:ext uri="{BB962C8B-B14F-4D97-AF65-F5344CB8AC3E}">
        <p14:creationId xmlns:p14="http://schemas.microsoft.com/office/powerpoint/2010/main" val="4191236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1EA06-431C-E92E-8668-19127A1DE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44CB7F-DBBA-4A59-F8F8-F7B30D1BC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" y="224389"/>
            <a:ext cx="10515600" cy="594299"/>
          </a:xfrm>
        </p:spPr>
        <p:txBody>
          <a:bodyPr>
            <a:normAutofit/>
          </a:bodyPr>
          <a:lstStyle/>
          <a:p>
            <a:r>
              <a:rPr lang="en-US" sz="2400" noProof="0" dirty="0"/>
              <a:t>Focus Q3 : </a:t>
            </a:r>
            <a:r>
              <a:rPr lang="en-US" sz="2400" dirty="0"/>
              <a:t>T</a:t>
            </a:r>
            <a:r>
              <a:rPr lang="en-US" sz="2400" noProof="0" dirty="0" err="1"/>
              <a:t>raffic</a:t>
            </a:r>
            <a:r>
              <a:rPr lang="en-US" sz="2400" noProof="0" dirty="0"/>
              <a:t> &amp; leads by brands </a:t>
            </a:r>
            <a:r>
              <a:rPr lang="en-US" sz="2400" noProof="0" dirty="0" err="1"/>
              <a:t>xP</a:t>
            </a:r>
            <a:endParaRPr lang="en-US" sz="2400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7AF6BB7-F81A-BFFF-770F-8F4B83E54B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Strictly confidential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BDEF4AF-EBF7-01E1-BDDA-9CA1AF790DD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 dirty="0"/>
              <a:t>Oct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A7374C-1B5E-A662-D91A-F249B063F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en-US" noProof="0" smtClean="0"/>
              <a:pPr/>
              <a:t>13</a:t>
            </a:fld>
            <a:endParaRPr lang="en-US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D1E42A-E4F7-F470-CB5A-D0577D358923}"/>
              </a:ext>
            </a:extLst>
          </p:cNvPr>
          <p:cNvSpPr/>
          <p:nvPr/>
        </p:nvSpPr>
        <p:spPr>
          <a:xfrm>
            <a:off x="10067025" y="1061795"/>
            <a:ext cx="1932317" cy="5175103"/>
          </a:xfrm>
          <a:prstGeom prst="rect">
            <a:avLst/>
          </a:prstGeom>
          <a:solidFill>
            <a:srgbClr val="F3F8FF"/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6A7949F-6A50-C710-4717-9DDF1A2D0C1D}"/>
              </a:ext>
            </a:extLst>
          </p:cNvPr>
          <p:cNvSpPr txBox="1"/>
          <p:nvPr/>
        </p:nvSpPr>
        <p:spPr>
          <a:xfrm>
            <a:off x="438366" y="5672289"/>
            <a:ext cx="22461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i="1" dirty="0"/>
              <a:t>Source: GA4 (</a:t>
            </a:r>
            <a:r>
              <a:rPr lang="fr-FR" sz="1050" i="1" dirty="0" err="1"/>
              <a:t>traffic</a:t>
            </a:r>
            <a:r>
              <a:rPr lang="fr-FR" sz="1050" i="1" dirty="0"/>
              <a:t>) – autobiz (leads)</a:t>
            </a:r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FA4729C2-CAF4-2B4B-B18E-904F4FF947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7" t="21467" r="4031" b="22630"/>
          <a:stretch>
            <a:fillRect/>
          </a:stretch>
        </p:blipFill>
        <p:spPr>
          <a:xfrm>
            <a:off x="9732529" y="81674"/>
            <a:ext cx="734253" cy="44069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26295F3-4936-3C8E-DB6E-1E8986FAFB0F}"/>
              </a:ext>
            </a:extLst>
          </p:cNvPr>
          <p:cNvSpPr/>
          <p:nvPr/>
        </p:nvSpPr>
        <p:spPr>
          <a:xfrm>
            <a:off x="388897" y="1300261"/>
            <a:ext cx="9343632" cy="21287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30B976-58C7-8F89-09DA-C2FFC534C6E9}"/>
              </a:ext>
            </a:extLst>
          </p:cNvPr>
          <p:cNvSpPr/>
          <p:nvPr/>
        </p:nvSpPr>
        <p:spPr>
          <a:xfrm>
            <a:off x="388897" y="3478746"/>
            <a:ext cx="9343632" cy="20690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PH_LKR_2</a:t>
            </a:r>
          </a:p>
        </p:txBody>
      </p:sp>
    </p:spTree>
    <p:extLst>
      <p:ext uri="{BB962C8B-B14F-4D97-AF65-F5344CB8AC3E}">
        <p14:creationId xmlns:p14="http://schemas.microsoft.com/office/powerpoint/2010/main" val="2940771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BBAE9-2EA7-80DA-BBED-1E60C3085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7178B4-49D1-398E-B3BC-DFEC72872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" y="263960"/>
            <a:ext cx="10515600" cy="594299"/>
          </a:xfrm>
        </p:spPr>
        <p:txBody>
          <a:bodyPr>
            <a:normAutofit/>
          </a:bodyPr>
          <a:lstStyle/>
          <a:p>
            <a:r>
              <a:rPr lang="en-US" sz="2400" dirty="0"/>
              <a:t>Focus Q3 : Traffic &amp; leads by brands </a:t>
            </a:r>
            <a:r>
              <a:rPr lang="en-US" sz="2400" dirty="0" err="1"/>
              <a:t>xF</a:t>
            </a:r>
            <a:endParaRPr lang="en-US" sz="240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5CF7166-5183-9C2D-DC45-A4C1F0CAF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Strictly confidential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2CFB7D5-F9FE-E687-AD9A-69C80B49DA6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 dirty="0"/>
              <a:t>Oct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545AB4-3873-B9B0-94F6-432D79318B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en-US" noProof="0" smtClean="0"/>
              <a:pPr/>
              <a:t>14</a:t>
            </a:fld>
            <a:endParaRPr lang="en-US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96C1A3-8694-CAA0-0FA9-6279ED56AA55}"/>
              </a:ext>
            </a:extLst>
          </p:cNvPr>
          <p:cNvSpPr/>
          <p:nvPr/>
        </p:nvSpPr>
        <p:spPr>
          <a:xfrm>
            <a:off x="10067025" y="1061795"/>
            <a:ext cx="1932317" cy="5175103"/>
          </a:xfrm>
          <a:prstGeom prst="rect">
            <a:avLst/>
          </a:prstGeom>
          <a:solidFill>
            <a:srgbClr val="F3F8FF"/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EBA99EB-A158-FD66-58E1-1FB77E083DFF}"/>
              </a:ext>
            </a:extLst>
          </p:cNvPr>
          <p:cNvSpPr txBox="1"/>
          <p:nvPr/>
        </p:nvSpPr>
        <p:spPr>
          <a:xfrm>
            <a:off x="373504" y="5746949"/>
            <a:ext cx="22461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i="1" dirty="0"/>
              <a:t>Source: GA4 (</a:t>
            </a:r>
            <a:r>
              <a:rPr lang="fr-FR" sz="1050" i="1" dirty="0" err="1"/>
              <a:t>traffic</a:t>
            </a:r>
            <a:r>
              <a:rPr lang="fr-FR" sz="1050" i="1" dirty="0"/>
              <a:t>) – </a:t>
            </a:r>
            <a:r>
              <a:rPr lang="fr-FR" sz="1050" i="1" dirty="0" err="1"/>
              <a:t>autobiz</a:t>
            </a:r>
            <a:r>
              <a:rPr lang="fr-FR" sz="1050" i="1" dirty="0"/>
              <a:t> (leads)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BD8DD702-E26F-8F78-A486-F939CEC13A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7" t="21467" r="4031" b="22630"/>
          <a:stretch>
            <a:fillRect/>
          </a:stretch>
        </p:blipFill>
        <p:spPr>
          <a:xfrm>
            <a:off x="9732529" y="81674"/>
            <a:ext cx="734253" cy="44069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CB54503-40B9-50BC-7A4D-9CEA82D629CB}"/>
              </a:ext>
            </a:extLst>
          </p:cNvPr>
          <p:cNvSpPr/>
          <p:nvPr/>
        </p:nvSpPr>
        <p:spPr>
          <a:xfrm>
            <a:off x="373504" y="1061795"/>
            <a:ext cx="9343632" cy="21287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E1B7B0-B60A-D2B9-5026-78520E9F10AD}"/>
              </a:ext>
            </a:extLst>
          </p:cNvPr>
          <p:cNvSpPr/>
          <p:nvPr/>
        </p:nvSpPr>
        <p:spPr>
          <a:xfrm>
            <a:off x="373504" y="3411275"/>
            <a:ext cx="9343632" cy="20939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PH_LKR_2</a:t>
            </a:r>
          </a:p>
        </p:txBody>
      </p:sp>
    </p:spTree>
    <p:extLst>
      <p:ext uri="{BB962C8B-B14F-4D97-AF65-F5344CB8AC3E}">
        <p14:creationId xmlns:p14="http://schemas.microsoft.com/office/powerpoint/2010/main" val="2848731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C6DB2-4696-F388-190C-F223F9158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A577965-B0E0-C5DF-7819-BA6D4218E06E}"/>
              </a:ext>
            </a:extLst>
          </p:cNvPr>
          <p:cNvSpPr/>
          <p:nvPr/>
        </p:nvSpPr>
        <p:spPr>
          <a:xfrm>
            <a:off x="877117" y="2366536"/>
            <a:ext cx="10052551" cy="1280305"/>
          </a:xfrm>
          <a:prstGeom prst="roundRect">
            <a:avLst/>
          </a:prstGeom>
          <a:solidFill>
            <a:srgbClr val="043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cs typeface="Calibri Light" panose="020F0302020204030204" pitchFamily="34" charset="0"/>
              </a:rPr>
              <a:t>PEUGEOT</a:t>
            </a:r>
          </a:p>
        </p:txBody>
      </p:sp>
      <p:sp>
        <p:nvSpPr>
          <p:cNvPr id="9" name="Espace réservé de la date 1">
            <a:extLst>
              <a:ext uri="{FF2B5EF4-FFF2-40B4-BE49-F238E27FC236}">
                <a16:creationId xmlns:a16="http://schemas.microsoft.com/office/drawing/2014/main" id="{3F064717-091A-9F24-7317-D33440C231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 dirty="0" err="1"/>
              <a:t>Oct</a:t>
            </a:r>
            <a:r>
              <a:rPr lang="fr-FR" dirty="0"/>
              <a:t> 2025</a:t>
            </a:r>
            <a:endParaRPr lang="en-US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E7D95F0-9EA9-DC2F-88F6-0A15DF5D9D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7" t="21467" r="4031" b="22630"/>
          <a:stretch>
            <a:fillRect/>
          </a:stretch>
        </p:blipFill>
        <p:spPr>
          <a:xfrm>
            <a:off x="9035148" y="84232"/>
            <a:ext cx="909912" cy="546122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45298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A63D2-B447-355E-CD7B-7F38F0872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27208D-193D-29E4-8A49-812776E31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" y="246022"/>
            <a:ext cx="10515600" cy="594299"/>
          </a:xfrm>
        </p:spPr>
        <p:txBody>
          <a:bodyPr>
            <a:normAutofit/>
          </a:bodyPr>
          <a:lstStyle/>
          <a:p>
            <a:r>
              <a:rPr lang="fr-FR" sz="2400" dirty="0"/>
              <a:t>YTD Leads Trends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6EE3113-3FA5-B83F-2494-EC452923EC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Strictly confidential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454D47-C74C-7CEB-9B50-7CD8D6B406C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fr-FR" dirty="0" err="1"/>
              <a:t>Oct</a:t>
            </a:r>
            <a:r>
              <a:rPr lang="fr-FR" dirty="0"/>
              <a:t> 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C05EC28-CD60-ED1C-9DDA-EE695F987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0F43A76-A23F-3DDF-3371-89026C9130D5}"/>
              </a:ext>
            </a:extLst>
          </p:cNvPr>
          <p:cNvSpPr txBox="1"/>
          <p:nvPr/>
        </p:nvSpPr>
        <p:spPr>
          <a:xfrm>
            <a:off x="331959" y="6215289"/>
            <a:ext cx="10198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i="1" dirty="0"/>
              <a:t>Source: autobiz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985DE0F-5B87-6D6F-533B-E7BFAEC12E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595" y="-21241"/>
            <a:ext cx="713057" cy="71305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1A894D5-1110-BC3A-FC45-C7836D3452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7" t="21467" r="4031" b="22630"/>
          <a:stretch>
            <a:fillRect/>
          </a:stretch>
        </p:blipFill>
        <p:spPr>
          <a:xfrm>
            <a:off x="9710228" y="61035"/>
            <a:ext cx="734253" cy="44069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44EAFF-AE0D-1730-375C-5579439B419B}"/>
              </a:ext>
            </a:extLst>
          </p:cNvPr>
          <p:cNvSpPr/>
          <p:nvPr/>
        </p:nvSpPr>
        <p:spPr>
          <a:xfrm>
            <a:off x="55916" y="815917"/>
            <a:ext cx="10002484" cy="55382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60215-B09E-3F04-B19D-54935C44D9F8}"/>
              </a:ext>
            </a:extLst>
          </p:cNvPr>
          <p:cNvSpPr/>
          <p:nvPr/>
        </p:nvSpPr>
        <p:spPr>
          <a:xfrm>
            <a:off x="10152313" y="815918"/>
            <a:ext cx="1932317" cy="5526330"/>
          </a:xfrm>
          <a:prstGeom prst="rect">
            <a:avLst/>
          </a:prstGeom>
          <a:solidFill>
            <a:srgbClr val="F3F8FF"/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795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6706B-A0E7-961E-567F-D9F432627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CB9BC6-F227-7FAD-CAFE-35E3EF8E3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421" y="272536"/>
            <a:ext cx="10515600" cy="594299"/>
          </a:xfrm>
        </p:spPr>
        <p:txBody>
          <a:bodyPr>
            <a:normAutofit/>
          </a:bodyPr>
          <a:lstStyle/>
          <a:p>
            <a:r>
              <a:rPr lang="en-US" sz="2400" dirty="0"/>
              <a:t>Q3 Trade In Performance - Traffic</a:t>
            </a:r>
            <a:endParaRPr lang="en-US" sz="2400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EC556D6-7701-26EB-A9FB-AB66A1CBCE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Strictly confidential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D4CD3F-5475-CD2C-3455-CDAA1F8CF7F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/>
              <a:t>Oct 2025</a:t>
            </a:r>
            <a:endParaRPr lang="en-US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562A77-00E8-AA72-4632-25210F110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en-US" noProof="0" smtClean="0"/>
              <a:pPr/>
              <a:t>17</a:t>
            </a:fld>
            <a:endParaRPr lang="en-US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C0A69D-4417-C30A-6581-1EA5CBC0F6DB}"/>
              </a:ext>
            </a:extLst>
          </p:cNvPr>
          <p:cNvSpPr/>
          <p:nvPr/>
        </p:nvSpPr>
        <p:spPr>
          <a:xfrm>
            <a:off x="10067025" y="1061795"/>
            <a:ext cx="1932317" cy="5175103"/>
          </a:xfrm>
          <a:prstGeom prst="rect">
            <a:avLst/>
          </a:prstGeom>
          <a:solidFill>
            <a:srgbClr val="F3F8FF"/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7EEFA30-282B-40B5-0A4C-BECB704BABD3}"/>
              </a:ext>
            </a:extLst>
          </p:cNvPr>
          <p:cNvSpPr txBox="1"/>
          <p:nvPr/>
        </p:nvSpPr>
        <p:spPr>
          <a:xfrm>
            <a:off x="235083" y="6205814"/>
            <a:ext cx="84830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i="1" dirty="0"/>
              <a:t>Source: GA4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567C3112-296D-2DAC-AD57-908F708A58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8797" y="-31341"/>
            <a:ext cx="713057" cy="713057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69E911D8-5649-9D4E-03A3-314CE2C220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7" t="21467" r="4031" b="22630"/>
          <a:stretch>
            <a:fillRect/>
          </a:stretch>
        </p:blipFill>
        <p:spPr>
          <a:xfrm>
            <a:off x="9732529" y="81674"/>
            <a:ext cx="734253" cy="44069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3783BB-9B6E-5989-725C-43AF0F14A3C1}"/>
              </a:ext>
            </a:extLst>
          </p:cNvPr>
          <p:cNvSpPr/>
          <p:nvPr/>
        </p:nvSpPr>
        <p:spPr>
          <a:xfrm>
            <a:off x="438365" y="1057697"/>
            <a:ext cx="9452083" cy="51792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PH_LKR_1</a:t>
            </a:r>
          </a:p>
        </p:txBody>
      </p:sp>
    </p:spTree>
    <p:extLst>
      <p:ext uri="{BB962C8B-B14F-4D97-AF65-F5344CB8AC3E}">
        <p14:creationId xmlns:p14="http://schemas.microsoft.com/office/powerpoint/2010/main" val="2153627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440DF123-C159-9902-E046-CD4E20DE5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F13B50-3ED2-9B97-8399-3E1B11406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" y="253612"/>
            <a:ext cx="10515600" cy="594299"/>
          </a:xfrm>
        </p:spPr>
        <p:txBody>
          <a:bodyPr>
            <a:normAutofit/>
          </a:bodyPr>
          <a:lstStyle/>
          <a:p>
            <a:r>
              <a:rPr lang="en-US" sz="2400" dirty="0"/>
              <a:t>Q3 Trade In Performance – Leads</a:t>
            </a:r>
            <a:endParaRPr lang="en-US" sz="2400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CEAE77F-7B6E-7F29-5FD0-D9ED3D382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Strictly confidential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20CAFE1-D9E2-0FBF-9A5A-2B69F48F573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 dirty="0"/>
              <a:t>Oct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AF1B92-10B1-D0CD-34A1-C39EB7A4C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en-US" noProof="0" smtClean="0"/>
              <a:pPr/>
              <a:t>18</a:t>
            </a:fld>
            <a:endParaRPr lang="en-US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86E780-4D06-2C9F-F318-DD2D30DE562B}"/>
              </a:ext>
            </a:extLst>
          </p:cNvPr>
          <p:cNvSpPr/>
          <p:nvPr/>
        </p:nvSpPr>
        <p:spPr>
          <a:xfrm>
            <a:off x="10143343" y="983432"/>
            <a:ext cx="1932317" cy="5287927"/>
          </a:xfrm>
          <a:prstGeom prst="rect">
            <a:avLst/>
          </a:prstGeom>
          <a:solidFill>
            <a:srgbClr val="F3F8FF"/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C7AAD94-0CA9-BCAE-F070-187F6981D562}"/>
              </a:ext>
            </a:extLst>
          </p:cNvPr>
          <p:cNvSpPr txBox="1"/>
          <p:nvPr/>
        </p:nvSpPr>
        <p:spPr>
          <a:xfrm>
            <a:off x="31456" y="6154025"/>
            <a:ext cx="10198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i="1" dirty="0"/>
              <a:t>Source: </a:t>
            </a:r>
            <a:r>
              <a:rPr lang="fr-FR" sz="1050" i="1" dirty="0" err="1"/>
              <a:t>autobiz</a:t>
            </a:r>
            <a:endParaRPr lang="fr-FR" sz="1050" i="1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A49D3A0-59F0-5A4D-CF86-84244F950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143" y="-13288"/>
            <a:ext cx="713057" cy="71305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2FA4550-1519-817E-7E00-5E3638E6C1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27" t="21467" r="4031" b="22630"/>
          <a:stretch>
            <a:fillRect/>
          </a:stretch>
        </p:blipFill>
        <p:spPr>
          <a:xfrm>
            <a:off x="9732529" y="81674"/>
            <a:ext cx="734253" cy="44069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CE9975E-FCB0-9919-8A2C-010837A269AE}"/>
              </a:ext>
            </a:extLst>
          </p:cNvPr>
          <p:cNvSpPr/>
          <p:nvPr/>
        </p:nvSpPr>
        <p:spPr>
          <a:xfrm>
            <a:off x="55916" y="815917"/>
            <a:ext cx="10002484" cy="55382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22870350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36905-DEE1-73BC-A11B-C7FB1E861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C1A6D3-FEE2-85FE-B02D-95D5FE754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" y="186898"/>
            <a:ext cx="10515600" cy="594299"/>
          </a:xfrm>
        </p:spPr>
        <p:txBody>
          <a:bodyPr>
            <a:normAutofit/>
          </a:bodyPr>
          <a:lstStyle/>
          <a:p>
            <a:r>
              <a:rPr lang="en-US" sz="2400" dirty="0"/>
              <a:t>Q3 Trade In Performance – CTA</a:t>
            </a:r>
            <a:endParaRPr lang="en-US" sz="2400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2927B3E-9A50-8A68-0AA4-44633DEFD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Strictly confidential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EA367E2-1A49-D44D-2153-6E10016683C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 dirty="0"/>
              <a:t>Oct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E46BE8-3CD4-03E7-5E28-B728F642E2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en-US" noProof="0" smtClean="0"/>
              <a:pPr/>
              <a:t>19</a:t>
            </a:fld>
            <a:endParaRPr lang="en-US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DDE179-0203-77F2-4CB0-B08EDE90D910}"/>
              </a:ext>
            </a:extLst>
          </p:cNvPr>
          <p:cNvSpPr/>
          <p:nvPr/>
        </p:nvSpPr>
        <p:spPr>
          <a:xfrm>
            <a:off x="10057400" y="1061795"/>
            <a:ext cx="1932317" cy="5287927"/>
          </a:xfrm>
          <a:prstGeom prst="rect">
            <a:avLst/>
          </a:prstGeom>
          <a:solidFill>
            <a:srgbClr val="F3F8FF"/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055B32D-59A3-9829-12A4-DEC357ACEB16}"/>
              </a:ext>
            </a:extLst>
          </p:cNvPr>
          <p:cNvSpPr txBox="1"/>
          <p:nvPr/>
        </p:nvSpPr>
        <p:spPr>
          <a:xfrm>
            <a:off x="885871" y="5953444"/>
            <a:ext cx="10198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i="1" dirty="0"/>
              <a:t>Source: </a:t>
            </a:r>
            <a:r>
              <a:rPr lang="fr-FR" sz="1050" i="1" dirty="0" err="1"/>
              <a:t>autobiz</a:t>
            </a:r>
            <a:endParaRPr lang="fr-FR" sz="1050" i="1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5431195-6E1E-60FC-28D1-074D0623B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8797" y="-31341"/>
            <a:ext cx="713057" cy="71305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13A3A9C-2206-E1DF-F435-A50F750E6C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7" t="21467" r="4031" b="22630"/>
          <a:stretch>
            <a:fillRect/>
          </a:stretch>
        </p:blipFill>
        <p:spPr>
          <a:xfrm>
            <a:off x="9732529" y="81674"/>
            <a:ext cx="734253" cy="44069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EDD879-98A0-716C-4A9B-EC6856AFEDB7}"/>
              </a:ext>
            </a:extLst>
          </p:cNvPr>
          <p:cNvSpPr/>
          <p:nvPr/>
        </p:nvSpPr>
        <p:spPr>
          <a:xfrm>
            <a:off x="124968" y="1058203"/>
            <a:ext cx="9853194" cy="5287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1831941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052E1-BE4C-D109-5C3C-B02C72FB9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EEF061-42E3-16A3-24BF-92A3E0E1E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" y="253612"/>
            <a:ext cx="10515600" cy="594299"/>
          </a:xfrm>
        </p:spPr>
        <p:txBody>
          <a:bodyPr>
            <a:normAutofit/>
          </a:bodyPr>
          <a:lstStyle/>
          <a:p>
            <a:r>
              <a:rPr lang="en-US" sz="2400" dirty="0"/>
              <a:t>S1 Trade In Performance – Leads</a:t>
            </a:r>
            <a:endParaRPr lang="en-US" sz="2400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7F821AE-83A1-6A1E-CFCF-14B680EBEA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Strictly confidential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BEE756A-1706-CD48-B966-FAEEDC889A1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 dirty="0"/>
              <a:t>Oct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EAD339-EDE0-D1ED-A617-24C0DD196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en-US" noProof="0" smtClean="0"/>
              <a:pPr/>
              <a:t>20</a:t>
            </a:fld>
            <a:endParaRPr lang="en-US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631FD7-26EC-6BBB-B760-B1D124AFB42F}"/>
              </a:ext>
            </a:extLst>
          </p:cNvPr>
          <p:cNvSpPr/>
          <p:nvPr/>
        </p:nvSpPr>
        <p:spPr>
          <a:xfrm>
            <a:off x="116339" y="5390483"/>
            <a:ext cx="11950692" cy="964029"/>
          </a:xfrm>
          <a:prstGeom prst="rect">
            <a:avLst/>
          </a:prstGeom>
          <a:solidFill>
            <a:srgbClr val="F3F8FF"/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51A7844-A6F9-DF23-CE84-9AD1EF31FC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143" y="-13288"/>
            <a:ext cx="713057" cy="71305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C31BA62-FEFA-8BF8-EC5D-9F49DB190C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7" t="21467" r="4031" b="22630"/>
          <a:stretch>
            <a:fillRect/>
          </a:stretch>
        </p:blipFill>
        <p:spPr>
          <a:xfrm>
            <a:off x="9732529" y="81674"/>
            <a:ext cx="734253" cy="44069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289156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4CBD0-23F9-DC27-416C-33FB3C396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151FC72-F761-9C6A-911E-08EB849EACA6}"/>
              </a:ext>
            </a:extLst>
          </p:cNvPr>
          <p:cNvSpPr/>
          <p:nvPr/>
        </p:nvSpPr>
        <p:spPr>
          <a:xfrm>
            <a:off x="877117" y="2366536"/>
            <a:ext cx="10052551" cy="1280305"/>
          </a:xfrm>
          <a:prstGeom prst="roundRect">
            <a:avLst/>
          </a:prstGeom>
          <a:solidFill>
            <a:srgbClr val="043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cs typeface="Calibri Light" panose="020F0302020204030204" pitchFamily="34" charset="0"/>
              </a:rPr>
              <a:t>CITROËN</a:t>
            </a:r>
          </a:p>
        </p:txBody>
      </p:sp>
      <p:sp>
        <p:nvSpPr>
          <p:cNvPr id="9" name="Espace réservé de la date 1">
            <a:extLst>
              <a:ext uri="{FF2B5EF4-FFF2-40B4-BE49-F238E27FC236}">
                <a16:creationId xmlns:a16="http://schemas.microsoft.com/office/drawing/2014/main" id="{58389641-4FD6-D3C5-6BFD-B3D3299900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 dirty="0" err="1"/>
              <a:t>Oct</a:t>
            </a:r>
            <a:r>
              <a:rPr lang="fr-FR" dirty="0"/>
              <a:t> 2025</a:t>
            </a:r>
            <a:endParaRPr lang="en-US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5F86E72-91C8-C256-7219-4BC0DD1F15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7" t="21467" r="4031" b="22630"/>
          <a:stretch>
            <a:fillRect/>
          </a:stretch>
        </p:blipFill>
        <p:spPr>
          <a:xfrm>
            <a:off x="9035148" y="84232"/>
            <a:ext cx="909912" cy="546122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655413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5FF35-AC6D-F635-6137-5D18F8856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852D62-1976-FD13-7C86-9AAD5190B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" y="175466"/>
            <a:ext cx="10515600" cy="594299"/>
          </a:xfrm>
        </p:spPr>
        <p:txBody>
          <a:bodyPr>
            <a:normAutofit/>
          </a:bodyPr>
          <a:lstStyle/>
          <a:p>
            <a:r>
              <a:rPr lang="fr-FR" sz="2400" dirty="0"/>
              <a:t>YTD Leads Trends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C4799F4-8B67-2748-836D-296AF2FE7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dirty="0" err="1"/>
              <a:t>Strictly</a:t>
            </a:r>
            <a:r>
              <a:rPr lang="fr-FR" dirty="0"/>
              <a:t> </a:t>
            </a:r>
            <a:r>
              <a:rPr lang="fr-FR" dirty="0" err="1"/>
              <a:t>confidential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84F615-D44B-0CCF-C5A4-E0999B84A13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fr-FR" dirty="0" err="1"/>
              <a:t>Oct</a:t>
            </a:r>
            <a:r>
              <a:rPr lang="fr-FR" dirty="0"/>
              <a:t> 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D16DBD7-DE0C-863F-B1C8-B651B0E2F9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fr-FR" smtClean="0"/>
              <a:pPr/>
              <a:t>22</a:t>
            </a:fld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3A0068D-46F0-A557-6953-86EA633E6766}"/>
              </a:ext>
            </a:extLst>
          </p:cNvPr>
          <p:cNvSpPr txBox="1"/>
          <p:nvPr/>
        </p:nvSpPr>
        <p:spPr>
          <a:xfrm>
            <a:off x="221381" y="6019811"/>
            <a:ext cx="10198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i="1" dirty="0"/>
              <a:t>Source: autobiz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74C32E2-64AA-9C89-1E0E-3EF4F1E37B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1" t="26062" r="91809" b="61567"/>
          <a:stretch/>
        </p:blipFill>
        <p:spPr>
          <a:xfrm>
            <a:off x="5382768" y="81674"/>
            <a:ext cx="579127" cy="50894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361A689-67CD-E570-7B54-8075B6FA24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7" t="21467" r="4031" b="22630"/>
          <a:stretch>
            <a:fillRect/>
          </a:stretch>
        </p:blipFill>
        <p:spPr>
          <a:xfrm>
            <a:off x="9732529" y="81674"/>
            <a:ext cx="734253" cy="44069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846984E-6BE8-D1B2-8EB1-09C1667158DC}"/>
              </a:ext>
            </a:extLst>
          </p:cNvPr>
          <p:cNvSpPr/>
          <p:nvPr/>
        </p:nvSpPr>
        <p:spPr>
          <a:xfrm>
            <a:off x="264333" y="801253"/>
            <a:ext cx="11663333" cy="55382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393050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A0C2E-B51C-A22A-9A6D-33A769A80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BE493E-22CD-A507-4C63-BE6C85C04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" y="299841"/>
            <a:ext cx="10515600" cy="594299"/>
          </a:xfrm>
        </p:spPr>
        <p:txBody>
          <a:bodyPr>
            <a:normAutofit/>
          </a:bodyPr>
          <a:lstStyle/>
          <a:p>
            <a:r>
              <a:rPr lang="en-US" sz="2400" dirty="0"/>
              <a:t>Q3 Trade In Performance - Traffic</a:t>
            </a:r>
            <a:endParaRPr lang="en-US" sz="2400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0D81020-E36A-F760-1E23-B4BBF2E11C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00861" y="6500944"/>
            <a:ext cx="4114800" cy="365125"/>
          </a:xfrm>
        </p:spPr>
        <p:txBody>
          <a:bodyPr/>
          <a:lstStyle/>
          <a:p>
            <a:r>
              <a:rPr lang="en-US" noProof="0" dirty="0"/>
              <a:t>Strictly confidential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4CB12C-EBBC-F235-D11E-F4923546DCB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/>
              <a:t>Oct 2025</a:t>
            </a:r>
            <a:endParaRPr lang="en-US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98690F-9AC3-64C3-56EA-C3548A1C06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en-US" noProof="0" smtClean="0"/>
              <a:pPr/>
              <a:t>23</a:t>
            </a:fld>
            <a:endParaRPr lang="en-US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ED9A6C-A035-0831-56E7-E93E9692B5CF}"/>
              </a:ext>
            </a:extLst>
          </p:cNvPr>
          <p:cNvSpPr/>
          <p:nvPr/>
        </p:nvSpPr>
        <p:spPr>
          <a:xfrm>
            <a:off x="10067025" y="767812"/>
            <a:ext cx="1932317" cy="5175103"/>
          </a:xfrm>
          <a:prstGeom prst="rect">
            <a:avLst/>
          </a:prstGeom>
          <a:solidFill>
            <a:srgbClr val="F3F8FF"/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0461F277-3C0F-D657-C231-69EB6D6977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1" t="26062" r="91809" b="61567"/>
          <a:stretch/>
        </p:blipFill>
        <p:spPr>
          <a:xfrm>
            <a:off x="5920023" y="119432"/>
            <a:ext cx="579127" cy="508940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1C91B5E5-6304-69DE-1FC4-55F25AE2B3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7" t="21467" r="4031" b="22630"/>
          <a:stretch>
            <a:fillRect/>
          </a:stretch>
        </p:blipFill>
        <p:spPr>
          <a:xfrm>
            <a:off x="9732529" y="81674"/>
            <a:ext cx="734253" cy="44069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21CE9E1-E232-3DF5-997F-B6416E4788B3}"/>
              </a:ext>
            </a:extLst>
          </p:cNvPr>
          <p:cNvSpPr/>
          <p:nvPr/>
        </p:nvSpPr>
        <p:spPr>
          <a:xfrm>
            <a:off x="424181" y="767812"/>
            <a:ext cx="9343632" cy="5202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PH_LKR_1</a:t>
            </a:r>
          </a:p>
        </p:txBody>
      </p:sp>
    </p:spTree>
    <p:extLst>
      <p:ext uri="{BB962C8B-B14F-4D97-AF65-F5344CB8AC3E}">
        <p14:creationId xmlns:p14="http://schemas.microsoft.com/office/powerpoint/2010/main" val="33968142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645F9-5AB3-DBFA-EA47-FE3B70A1D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2200C1-9B08-32BD-C652-DC8336276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05" y="267481"/>
            <a:ext cx="10515600" cy="594299"/>
          </a:xfrm>
        </p:spPr>
        <p:txBody>
          <a:bodyPr>
            <a:normAutofit/>
          </a:bodyPr>
          <a:lstStyle/>
          <a:p>
            <a:r>
              <a:rPr lang="en-US" sz="2400" dirty="0"/>
              <a:t>Leads by marketing channel</a:t>
            </a:r>
            <a:endParaRPr lang="en-US" sz="2400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9ADF890-CCC7-A071-32F2-88939FC78F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Strictly confidential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7F8067-6518-E964-3B6B-0F0E265BDC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434" y="6517071"/>
            <a:ext cx="2743200" cy="365125"/>
          </a:xfrm>
        </p:spPr>
        <p:txBody>
          <a:bodyPr/>
          <a:lstStyle/>
          <a:p>
            <a:r>
              <a:rPr lang="en-US" noProof="0" dirty="0"/>
              <a:t>Oct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AB9D87-027C-92E3-06DF-C70C7637D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en-US" noProof="0" smtClean="0"/>
              <a:pPr/>
              <a:t>24</a:t>
            </a:fld>
            <a:endParaRPr lang="en-US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6BF186-3904-08F7-CCA7-57CD6BCE6F1C}"/>
              </a:ext>
            </a:extLst>
          </p:cNvPr>
          <p:cNvSpPr/>
          <p:nvPr/>
        </p:nvSpPr>
        <p:spPr>
          <a:xfrm>
            <a:off x="10067024" y="1061795"/>
            <a:ext cx="1932317" cy="5273967"/>
          </a:xfrm>
          <a:prstGeom prst="rect">
            <a:avLst/>
          </a:prstGeom>
          <a:solidFill>
            <a:srgbClr val="F3F8FF"/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7D6EB31-6446-0904-7913-853E9B0522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1" t="26062" r="91809" b="61567"/>
          <a:stretch/>
        </p:blipFill>
        <p:spPr>
          <a:xfrm>
            <a:off x="6771896" y="56230"/>
            <a:ext cx="579127" cy="50894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A897CB3-B0B7-224E-974C-C12E893F77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7" t="21467" r="4031" b="22630"/>
          <a:stretch>
            <a:fillRect/>
          </a:stretch>
        </p:blipFill>
        <p:spPr>
          <a:xfrm>
            <a:off x="9595098" y="56230"/>
            <a:ext cx="734253" cy="44069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A943D7A-B919-9443-DE9A-12B2C8B667C8}"/>
              </a:ext>
            </a:extLst>
          </p:cNvPr>
          <p:cNvSpPr/>
          <p:nvPr/>
        </p:nvSpPr>
        <p:spPr>
          <a:xfrm>
            <a:off x="118360" y="962100"/>
            <a:ext cx="9843864" cy="53589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14282947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96291-3D52-DC66-01A8-C191651F1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E885EB-9CDB-FD6A-3F8B-1ED97901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05" y="258275"/>
            <a:ext cx="10515600" cy="594299"/>
          </a:xfrm>
        </p:spPr>
        <p:txBody>
          <a:bodyPr>
            <a:normAutofit/>
          </a:bodyPr>
          <a:lstStyle/>
          <a:p>
            <a:r>
              <a:rPr lang="en-US" sz="2400" dirty="0"/>
              <a:t>Q3 Trade In Performance – CTA</a:t>
            </a:r>
            <a:endParaRPr lang="en-US" sz="2400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20D0891-B965-7E37-A7A0-58277FE04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Strictly confidential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FB13C70-65DF-87C9-C6B6-39EC3D64C0B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 dirty="0"/>
              <a:t>Oct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344E4B-0290-4FAF-DBB7-CBF89961E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en-US" noProof="0" smtClean="0"/>
              <a:pPr/>
              <a:t>25</a:t>
            </a:fld>
            <a:endParaRPr lang="en-US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1E68E8-EE1F-FD36-4778-A4517CA7CE41}"/>
              </a:ext>
            </a:extLst>
          </p:cNvPr>
          <p:cNvSpPr/>
          <p:nvPr/>
        </p:nvSpPr>
        <p:spPr>
          <a:xfrm>
            <a:off x="10067025" y="1061795"/>
            <a:ext cx="1932317" cy="5273967"/>
          </a:xfrm>
          <a:prstGeom prst="rect">
            <a:avLst/>
          </a:prstGeom>
          <a:solidFill>
            <a:srgbClr val="F3F8FF"/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7EA11A4-FD11-C2EC-E0FD-5E042A8EF6F3}"/>
              </a:ext>
            </a:extLst>
          </p:cNvPr>
          <p:cNvSpPr txBox="1"/>
          <p:nvPr/>
        </p:nvSpPr>
        <p:spPr>
          <a:xfrm>
            <a:off x="1092307" y="5951986"/>
            <a:ext cx="10198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i="1" dirty="0"/>
              <a:t>Source: </a:t>
            </a:r>
            <a:r>
              <a:rPr lang="fr-FR" sz="1050" i="1" dirty="0" err="1"/>
              <a:t>autobiz</a:t>
            </a:r>
            <a:endParaRPr lang="fr-FR" sz="1050" i="1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A8B2D0C-2D3E-E850-749A-AC553922C9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1" t="26062" r="91809" b="61567"/>
          <a:stretch/>
        </p:blipFill>
        <p:spPr>
          <a:xfrm>
            <a:off x="5806436" y="80853"/>
            <a:ext cx="579127" cy="50894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5208883-61D4-7446-744C-A1E7E96589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7" t="21467" r="4031" b="22630"/>
          <a:stretch>
            <a:fillRect/>
          </a:stretch>
        </p:blipFill>
        <p:spPr>
          <a:xfrm>
            <a:off x="9595098" y="56230"/>
            <a:ext cx="734253" cy="44069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CFBE899-EFA3-0416-6A11-1690EB1B0ADF}"/>
              </a:ext>
            </a:extLst>
          </p:cNvPr>
          <p:cNvSpPr/>
          <p:nvPr/>
        </p:nvSpPr>
        <p:spPr>
          <a:xfrm>
            <a:off x="0" y="1056008"/>
            <a:ext cx="9806473" cy="4962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17928250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E5BE0-2594-C734-656E-16960C635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41E5E3F-073F-382A-4336-0A6D795D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Strictly confidential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A8DBEA9-8DED-FB78-0064-D598252DB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April 7th,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E4E1E0-D471-87AE-C2C7-CC297DB9C6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69063"/>
            <a:ext cx="2743200" cy="365125"/>
          </a:xfrm>
        </p:spPr>
        <p:txBody>
          <a:bodyPr/>
          <a:lstStyle/>
          <a:p>
            <a:fld id="{16A88250-4A72-4719-B696-DC572B6C1A1F}" type="slidenum">
              <a:rPr lang="fr-FR" smtClean="0"/>
              <a:pPr/>
              <a:t>26</a:t>
            </a:fld>
            <a:endParaRPr lang="fr-FR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33D7681B-BA76-24E4-44C6-514BE4FA19D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4825" y="2698750"/>
            <a:ext cx="10515600" cy="5937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fr-FR" sz="4400" dirty="0">
                <a:solidFill>
                  <a:schemeClr val="bg1"/>
                </a:solidFill>
              </a:rPr>
              <a:t>Performance </a:t>
            </a:r>
            <a:r>
              <a:rPr lang="fr-FR" sz="4400" dirty="0" err="1">
                <a:solidFill>
                  <a:schemeClr val="bg1"/>
                </a:solidFill>
              </a:rPr>
              <a:t>improvement</a:t>
            </a:r>
            <a:r>
              <a:rPr lang="fr-FR" sz="4400" dirty="0">
                <a:solidFill>
                  <a:schemeClr val="bg1"/>
                </a:solidFill>
              </a:rPr>
              <a:t> </a:t>
            </a:r>
            <a:br>
              <a:rPr lang="fr-FR" sz="4400" dirty="0">
                <a:solidFill>
                  <a:schemeClr val="bg1"/>
                </a:solidFill>
              </a:rPr>
            </a:br>
            <a:r>
              <a:rPr lang="fr-FR" sz="4400" dirty="0">
                <a:solidFill>
                  <a:schemeClr val="bg1"/>
                </a:solidFill>
              </a:rPr>
              <a:t>Ongoing topics</a:t>
            </a:r>
          </a:p>
        </p:txBody>
      </p:sp>
    </p:spTree>
    <p:extLst>
      <p:ext uri="{BB962C8B-B14F-4D97-AF65-F5344CB8AC3E}">
        <p14:creationId xmlns:p14="http://schemas.microsoft.com/office/powerpoint/2010/main" val="28098101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AE612-501F-45A5-85F7-EFAF1B3A7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6CC225-1DDA-EE69-2712-ED8CC9147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" y="67616"/>
            <a:ext cx="10515600" cy="594299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RETEX - CTA Sales P</a:t>
            </a:r>
            <a:r>
              <a:rPr lang="en-US" sz="2400" noProof="0" dirty="0" err="1"/>
              <a:t>erformance</a:t>
            </a:r>
            <a:br>
              <a:rPr lang="en-US" sz="2400" noProof="0" dirty="0"/>
            </a:br>
            <a:r>
              <a:rPr lang="en-US" sz="1800" noProof="0" dirty="0"/>
              <a:t>Showroom CTA 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CF10047-BA63-45D1-0467-8F379CACB2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Strictly confidential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C5271A3-D778-CE10-52FA-22B79B1DBCE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 dirty="0"/>
              <a:t>Oct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AE4336-E6AF-90BA-146F-B5CD5F2CE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en-US" noProof="0" smtClean="0"/>
              <a:pPr/>
              <a:t>27</a:t>
            </a:fld>
            <a:endParaRPr lang="en-US" noProof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2DFC2CF-C164-0246-1887-8827D7F3C4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8797" y="-31341"/>
            <a:ext cx="713057" cy="71305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33009F9-3B86-372D-8A9D-9F479586E0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7" t="21467" r="4031" b="22630"/>
          <a:stretch>
            <a:fillRect/>
          </a:stretch>
        </p:blipFill>
        <p:spPr>
          <a:xfrm>
            <a:off x="9732529" y="81674"/>
            <a:ext cx="734253" cy="44069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83CDA78-F1C4-41F9-E480-78B032B661AE}"/>
              </a:ext>
            </a:extLst>
          </p:cNvPr>
          <p:cNvSpPr/>
          <p:nvPr/>
        </p:nvSpPr>
        <p:spPr>
          <a:xfrm>
            <a:off x="124968" y="4290973"/>
            <a:ext cx="11901965" cy="1983384"/>
          </a:xfrm>
          <a:prstGeom prst="rect">
            <a:avLst/>
          </a:prstGeom>
          <a:solidFill>
            <a:srgbClr val="F3F8FF"/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992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>
            <a:extLst>
              <a:ext uri="{FF2B5EF4-FFF2-40B4-BE49-F238E27FC236}">
                <a16:creationId xmlns:a16="http://schemas.microsoft.com/office/drawing/2014/main" id="{CA70FDD3-BEBF-C89D-7BEE-67F39FA66663}"/>
              </a:ext>
            </a:extLst>
          </p:cNvPr>
          <p:cNvGrpSpPr/>
          <p:nvPr/>
        </p:nvGrpSpPr>
        <p:grpSpPr>
          <a:xfrm>
            <a:off x="4038600" y="3133662"/>
            <a:ext cx="3489036" cy="2028647"/>
            <a:chOff x="1148804" y="3495911"/>
            <a:chExt cx="3489036" cy="2028647"/>
          </a:xfrm>
        </p:grpSpPr>
        <p:sp>
          <p:nvSpPr>
            <p:cNvPr id="15" name="Espace réservé du texte 2">
              <a:extLst>
                <a:ext uri="{FF2B5EF4-FFF2-40B4-BE49-F238E27FC236}">
                  <a16:creationId xmlns:a16="http://schemas.microsoft.com/office/drawing/2014/main" id="{36DEAC7D-F6BE-2AF1-B85C-F8E50AF4AD4D}"/>
                </a:ext>
              </a:extLst>
            </p:cNvPr>
            <p:cNvSpPr txBox="1">
              <a:spLocks/>
            </p:cNvSpPr>
            <p:nvPr/>
          </p:nvSpPr>
          <p:spPr>
            <a:xfrm>
              <a:off x="1148804" y="4065467"/>
              <a:ext cx="3489036" cy="1459091"/>
            </a:xfrm>
            <a:prstGeom prst="rect">
              <a:avLst/>
            </a:prstGeom>
            <a:solidFill>
              <a:srgbClr val="ECF3FE"/>
            </a:solidFill>
          </p:spPr>
          <p:txBody>
            <a:bodyPr>
              <a:norm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1600" kern="1200">
                  <a:solidFill>
                    <a:srgbClr val="2B3C5F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1400" kern="1200">
                  <a:solidFill>
                    <a:srgbClr val="2B3C5F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1200" kern="120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1200" kern="120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1200" kern="120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400" b="1" noProof="0" dirty="0">
                <a:latin typeface="+mn-lt"/>
              </a:endParaRPr>
            </a:p>
            <a:p>
              <a:pPr marL="0" indent="0" algn="ctr">
                <a:buNone/>
              </a:pPr>
              <a:r>
                <a:rPr lang="en-US" sz="1400" b="1" noProof="0" dirty="0">
                  <a:solidFill>
                    <a:srgbClr val="043882"/>
                  </a:solidFill>
                  <a:latin typeface="+mn-lt"/>
                </a:rPr>
                <a:t>Marie-Adélaïde Freymuth</a:t>
              </a:r>
            </a:p>
            <a:p>
              <a:pPr marL="0" indent="0" algn="ctr">
                <a:buNone/>
              </a:pPr>
              <a:r>
                <a:rPr lang="en-US" sz="1400" b="1" dirty="0">
                  <a:solidFill>
                    <a:srgbClr val="043882"/>
                  </a:solidFill>
                  <a:latin typeface="+mn-lt"/>
                </a:rPr>
                <a:t>Head of Digital Key Account Managers</a:t>
              </a:r>
              <a:endParaRPr lang="en-US" sz="1400" b="1" noProof="0" dirty="0">
                <a:solidFill>
                  <a:srgbClr val="043882"/>
                </a:solidFill>
                <a:latin typeface="+mn-lt"/>
              </a:endParaRPr>
            </a:p>
            <a:p>
              <a:pPr marL="0" indent="0" algn="ctr">
                <a:buNone/>
              </a:pPr>
              <a:r>
                <a:rPr lang="en-US" sz="12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</a:rPr>
                <a:t>+33 (0)7.63.59.83.79</a:t>
              </a:r>
            </a:p>
            <a:p>
              <a:pPr marL="0" indent="0" algn="ctr">
                <a:buNone/>
              </a:pPr>
              <a:r>
                <a:rPr lang="en-US" sz="12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</a:rPr>
                <a:t>ma.freymuth@autobiz.com</a:t>
              </a:r>
            </a:p>
          </p:txBody>
        </p:sp>
        <p:sp>
          <p:nvSpPr>
            <p:cNvPr id="16" name="Freeform 88">
              <a:extLst>
                <a:ext uri="{FF2B5EF4-FFF2-40B4-BE49-F238E27FC236}">
                  <a16:creationId xmlns:a16="http://schemas.microsoft.com/office/drawing/2014/main" id="{582FFFC9-4089-9731-6633-58E225716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5633" y="3495911"/>
              <a:ext cx="729781" cy="739833"/>
            </a:xfrm>
            <a:custGeom>
              <a:avLst/>
              <a:gdLst>
                <a:gd name="T0" fmla="*/ 2147483647 w 601"/>
                <a:gd name="T1" fmla="*/ 2147483647 h 609"/>
                <a:gd name="T2" fmla="*/ 2147483647 w 601"/>
                <a:gd name="T3" fmla="*/ 2147483647 h 609"/>
                <a:gd name="T4" fmla="*/ 0 w 601"/>
                <a:gd name="T5" fmla="*/ 2147483647 h 609"/>
                <a:gd name="T6" fmla="*/ 2147483647 w 601"/>
                <a:gd name="T7" fmla="*/ 0 h 609"/>
                <a:gd name="T8" fmla="*/ 2147483647 w 601"/>
                <a:gd name="T9" fmla="*/ 2147483647 h 609"/>
                <a:gd name="T10" fmla="*/ 2147483647 w 601"/>
                <a:gd name="T11" fmla="*/ 2147483647 h 609"/>
                <a:gd name="T12" fmla="*/ 2147483647 w 601"/>
                <a:gd name="T13" fmla="*/ 2147483647 h 609"/>
                <a:gd name="T14" fmla="*/ 2147483647 w 601"/>
                <a:gd name="T15" fmla="*/ 2147483647 h 609"/>
                <a:gd name="T16" fmla="*/ 2147483647 w 601"/>
                <a:gd name="T17" fmla="*/ 2147483647 h 609"/>
                <a:gd name="T18" fmla="*/ 2147483647 w 601"/>
                <a:gd name="T19" fmla="*/ 2147483647 h 609"/>
                <a:gd name="T20" fmla="*/ 2147483647 w 601"/>
                <a:gd name="T21" fmla="*/ 2147483647 h 609"/>
                <a:gd name="T22" fmla="*/ 2147483647 w 601"/>
                <a:gd name="T23" fmla="*/ 2147483647 h 609"/>
                <a:gd name="T24" fmla="*/ 2147483647 w 601"/>
                <a:gd name="T25" fmla="*/ 2147483647 h 609"/>
                <a:gd name="T26" fmla="*/ 2147483647 w 601"/>
                <a:gd name="T27" fmla="*/ 2147483647 h 609"/>
                <a:gd name="T28" fmla="*/ 2147483647 w 601"/>
                <a:gd name="T29" fmla="*/ 2147483647 h 609"/>
                <a:gd name="T30" fmla="*/ 2147483647 w 601"/>
                <a:gd name="T31" fmla="*/ 2147483647 h 609"/>
                <a:gd name="T32" fmla="*/ 2147483647 w 601"/>
                <a:gd name="T33" fmla="*/ 2147483647 h 609"/>
                <a:gd name="T34" fmla="*/ 2147483647 w 601"/>
                <a:gd name="T35" fmla="*/ 2147483647 h 609"/>
                <a:gd name="T36" fmla="*/ 2147483647 w 601"/>
                <a:gd name="T37" fmla="*/ 2147483647 h 609"/>
                <a:gd name="T38" fmla="*/ 2147483647 w 601"/>
                <a:gd name="T39" fmla="*/ 2147483647 h 609"/>
                <a:gd name="T40" fmla="*/ 2147483647 w 601"/>
                <a:gd name="T41" fmla="*/ 2147483647 h 609"/>
                <a:gd name="T42" fmla="*/ 2147483647 w 601"/>
                <a:gd name="T43" fmla="*/ 2147483647 h 609"/>
                <a:gd name="T44" fmla="*/ 2147483647 w 601"/>
                <a:gd name="T45" fmla="*/ 2147483647 h 609"/>
                <a:gd name="T46" fmla="*/ 2147483647 w 601"/>
                <a:gd name="T47" fmla="*/ 2147483647 h 609"/>
                <a:gd name="T48" fmla="*/ 2147483647 w 601"/>
                <a:gd name="T49" fmla="*/ 2147483647 h 609"/>
                <a:gd name="T50" fmla="*/ 2147483647 w 601"/>
                <a:gd name="T51" fmla="*/ 2147483647 h 609"/>
                <a:gd name="T52" fmla="*/ 2147483647 w 601"/>
                <a:gd name="T53" fmla="*/ 2147483647 h 609"/>
                <a:gd name="T54" fmla="*/ 2147483647 w 601"/>
                <a:gd name="T55" fmla="*/ 2147483647 h 609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601" h="609">
                  <a:moveTo>
                    <a:pt x="297" y="608"/>
                  </a:moveTo>
                  <a:lnTo>
                    <a:pt x="297" y="608"/>
                  </a:lnTo>
                  <a:cubicBezTo>
                    <a:pt x="134" y="608"/>
                    <a:pt x="0" y="474"/>
                    <a:pt x="0" y="304"/>
                  </a:cubicBezTo>
                  <a:cubicBezTo>
                    <a:pt x="0" y="135"/>
                    <a:pt x="134" y="0"/>
                    <a:pt x="297" y="0"/>
                  </a:cubicBezTo>
                  <a:cubicBezTo>
                    <a:pt x="466" y="0"/>
                    <a:pt x="600" y="135"/>
                    <a:pt x="600" y="304"/>
                  </a:cubicBezTo>
                  <a:cubicBezTo>
                    <a:pt x="600" y="474"/>
                    <a:pt x="466" y="608"/>
                    <a:pt x="297" y="608"/>
                  </a:cubicBezTo>
                  <a:close/>
                  <a:moveTo>
                    <a:pt x="297" y="57"/>
                  </a:moveTo>
                  <a:lnTo>
                    <a:pt x="297" y="57"/>
                  </a:lnTo>
                  <a:cubicBezTo>
                    <a:pt x="162" y="57"/>
                    <a:pt x="56" y="170"/>
                    <a:pt x="56" y="304"/>
                  </a:cubicBezTo>
                  <a:cubicBezTo>
                    <a:pt x="56" y="368"/>
                    <a:pt x="78" y="425"/>
                    <a:pt x="120" y="467"/>
                  </a:cubicBezTo>
                  <a:cubicBezTo>
                    <a:pt x="155" y="453"/>
                    <a:pt x="141" y="467"/>
                    <a:pt x="183" y="446"/>
                  </a:cubicBezTo>
                  <a:cubicBezTo>
                    <a:pt x="233" y="425"/>
                    <a:pt x="247" y="418"/>
                    <a:pt x="247" y="418"/>
                  </a:cubicBezTo>
                  <a:cubicBezTo>
                    <a:pt x="247" y="375"/>
                    <a:pt x="247" y="375"/>
                    <a:pt x="247" y="375"/>
                  </a:cubicBezTo>
                  <a:cubicBezTo>
                    <a:pt x="247" y="375"/>
                    <a:pt x="226" y="361"/>
                    <a:pt x="219" y="319"/>
                  </a:cubicBezTo>
                  <a:cubicBezTo>
                    <a:pt x="212" y="326"/>
                    <a:pt x="205" y="304"/>
                    <a:pt x="205" y="297"/>
                  </a:cubicBezTo>
                  <a:cubicBezTo>
                    <a:pt x="205" y="283"/>
                    <a:pt x="198" y="255"/>
                    <a:pt x="212" y="255"/>
                  </a:cubicBezTo>
                  <a:cubicBezTo>
                    <a:pt x="212" y="234"/>
                    <a:pt x="212" y="220"/>
                    <a:pt x="212" y="205"/>
                  </a:cubicBezTo>
                  <a:cubicBezTo>
                    <a:pt x="212" y="177"/>
                    <a:pt x="247" y="135"/>
                    <a:pt x="297" y="135"/>
                  </a:cubicBezTo>
                  <a:cubicBezTo>
                    <a:pt x="360" y="135"/>
                    <a:pt x="381" y="177"/>
                    <a:pt x="389" y="205"/>
                  </a:cubicBezTo>
                  <a:cubicBezTo>
                    <a:pt x="389" y="220"/>
                    <a:pt x="389" y="234"/>
                    <a:pt x="381" y="255"/>
                  </a:cubicBezTo>
                  <a:cubicBezTo>
                    <a:pt x="396" y="255"/>
                    <a:pt x="389" y="283"/>
                    <a:pt x="389" y="297"/>
                  </a:cubicBezTo>
                  <a:cubicBezTo>
                    <a:pt x="389" y="304"/>
                    <a:pt x="389" y="326"/>
                    <a:pt x="374" y="319"/>
                  </a:cubicBezTo>
                  <a:cubicBezTo>
                    <a:pt x="367" y="361"/>
                    <a:pt x="353" y="375"/>
                    <a:pt x="353" y="375"/>
                  </a:cubicBezTo>
                  <a:cubicBezTo>
                    <a:pt x="353" y="418"/>
                    <a:pt x="353" y="418"/>
                    <a:pt x="353" y="418"/>
                  </a:cubicBezTo>
                  <a:cubicBezTo>
                    <a:pt x="353" y="418"/>
                    <a:pt x="367" y="425"/>
                    <a:pt x="410" y="446"/>
                  </a:cubicBezTo>
                  <a:cubicBezTo>
                    <a:pt x="459" y="467"/>
                    <a:pt x="445" y="453"/>
                    <a:pt x="480" y="467"/>
                  </a:cubicBezTo>
                  <a:cubicBezTo>
                    <a:pt x="523" y="425"/>
                    <a:pt x="544" y="368"/>
                    <a:pt x="544" y="304"/>
                  </a:cubicBezTo>
                  <a:cubicBezTo>
                    <a:pt x="544" y="170"/>
                    <a:pt x="431" y="57"/>
                    <a:pt x="297" y="57"/>
                  </a:cubicBezTo>
                  <a:close/>
                </a:path>
              </a:pathLst>
            </a:custGeom>
            <a:solidFill>
              <a:srgbClr val="FF4B00"/>
            </a:solidFill>
            <a:ln>
              <a:noFill/>
            </a:ln>
          </p:spPr>
          <p:txBody>
            <a:bodyPr wrap="none" anchor="ctr"/>
            <a:lstStyle/>
            <a:p>
              <a:endParaRPr lang="en-US" noProof="0"/>
            </a:p>
          </p:txBody>
        </p:sp>
      </p:grpSp>
      <p:sp>
        <p:nvSpPr>
          <p:cNvPr id="20" name="TextBox 1">
            <a:extLst>
              <a:ext uri="{FF2B5EF4-FFF2-40B4-BE49-F238E27FC236}">
                <a16:creationId xmlns:a16="http://schemas.microsoft.com/office/drawing/2014/main" id="{C22750F2-9E58-D876-095C-3F604F223B4E}"/>
              </a:ext>
            </a:extLst>
          </p:cNvPr>
          <p:cNvSpPr txBox="1"/>
          <p:nvPr/>
        </p:nvSpPr>
        <p:spPr>
          <a:xfrm>
            <a:off x="2260600" y="1745035"/>
            <a:ext cx="65860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noProof="0">
                <a:solidFill>
                  <a:schemeClr val="bg1"/>
                </a:solidFill>
              </a:rPr>
              <a:t>Contacts</a:t>
            </a:r>
          </a:p>
        </p:txBody>
      </p:sp>
      <p:sp>
        <p:nvSpPr>
          <p:cNvPr id="21" name="Freeform 75">
            <a:extLst>
              <a:ext uri="{FF2B5EF4-FFF2-40B4-BE49-F238E27FC236}">
                <a16:creationId xmlns:a16="http://schemas.microsoft.com/office/drawing/2014/main" id="{1498B841-9CE6-9387-8F17-A00B23EF7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188" y="1768708"/>
            <a:ext cx="976312" cy="783652"/>
          </a:xfrm>
          <a:custGeom>
            <a:avLst/>
            <a:gdLst>
              <a:gd name="T0" fmla="*/ 531908 w 497"/>
              <a:gd name="T1" fmla="*/ 0 h 400"/>
              <a:gd name="T2" fmla="*/ 531908 w 497"/>
              <a:gd name="T3" fmla="*/ 0 h 400"/>
              <a:gd name="T4" fmla="*/ 63637 w 497"/>
              <a:gd name="T5" fmla="*/ 0 h 400"/>
              <a:gd name="T6" fmla="*/ 0 w 497"/>
              <a:gd name="T7" fmla="*/ 52620 h 400"/>
              <a:gd name="T8" fmla="*/ 0 w 497"/>
              <a:gd name="T9" fmla="*/ 413788 h 400"/>
              <a:gd name="T10" fmla="*/ 63637 w 497"/>
              <a:gd name="T11" fmla="*/ 477172 h 400"/>
              <a:gd name="T12" fmla="*/ 531908 w 497"/>
              <a:gd name="T13" fmla="*/ 477172 h 400"/>
              <a:gd name="T14" fmla="*/ 595545 w 497"/>
              <a:gd name="T15" fmla="*/ 413788 h 400"/>
              <a:gd name="T16" fmla="*/ 595545 w 497"/>
              <a:gd name="T17" fmla="*/ 52620 h 400"/>
              <a:gd name="T18" fmla="*/ 531908 w 497"/>
              <a:gd name="T19" fmla="*/ 0 h 400"/>
              <a:gd name="T20" fmla="*/ 531908 w 497"/>
              <a:gd name="T21" fmla="*/ 413788 h 400"/>
              <a:gd name="T22" fmla="*/ 531908 w 497"/>
              <a:gd name="T23" fmla="*/ 413788 h 400"/>
              <a:gd name="T24" fmla="*/ 63637 w 497"/>
              <a:gd name="T25" fmla="*/ 413788 h 400"/>
              <a:gd name="T26" fmla="*/ 63637 w 497"/>
              <a:gd name="T27" fmla="*/ 52620 h 400"/>
              <a:gd name="T28" fmla="*/ 531908 w 497"/>
              <a:gd name="T29" fmla="*/ 52620 h 400"/>
              <a:gd name="T30" fmla="*/ 531908 w 497"/>
              <a:gd name="T31" fmla="*/ 413788 h 400"/>
              <a:gd name="T32" fmla="*/ 266555 w 497"/>
              <a:gd name="T33" fmla="*/ 297784 h 400"/>
              <a:gd name="T34" fmla="*/ 266555 w 497"/>
              <a:gd name="T35" fmla="*/ 297784 h 400"/>
              <a:gd name="T36" fmla="*/ 116468 w 497"/>
              <a:gd name="T37" fmla="*/ 297784 h 400"/>
              <a:gd name="T38" fmla="*/ 116468 w 497"/>
              <a:gd name="T39" fmla="*/ 350405 h 400"/>
              <a:gd name="T40" fmla="*/ 266555 w 497"/>
              <a:gd name="T41" fmla="*/ 350405 h 400"/>
              <a:gd name="T42" fmla="*/ 266555 w 497"/>
              <a:gd name="T43" fmla="*/ 297784 h 400"/>
              <a:gd name="T44" fmla="*/ 266555 w 497"/>
              <a:gd name="T45" fmla="*/ 212874 h 400"/>
              <a:gd name="T46" fmla="*/ 266555 w 497"/>
              <a:gd name="T47" fmla="*/ 212874 h 400"/>
              <a:gd name="T48" fmla="*/ 116468 w 497"/>
              <a:gd name="T49" fmla="*/ 212874 h 400"/>
              <a:gd name="T50" fmla="*/ 116468 w 497"/>
              <a:gd name="T51" fmla="*/ 265494 h 400"/>
              <a:gd name="T52" fmla="*/ 266555 w 497"/>
              <a:gd name="T53" fmla="*/ 265494 h 400"/>
              <a:gd name="T54" fmla="*/ 266555 w 497"/>
              <a:gd name="T55" fmla="*/ 212874 h 400"/>
              <a:gd name="T56" fmla="*/ 266555 w 497"/>
              <a:gd name="T57" fmla="*/ 117200 h 400"/>
              <a:gd name="T58" fmla="*/ 266555 w 497"/>
              <a:gd name="T59" fmla="*/ 117200 h 400"/>
              <a:gd name="T60" fmla="*/ 116468 w 497"/>
              <a:gd name="T61" fmla="*/ 117200 h 400"/>
              <a:gd name="T62" fmla="*/ 116468 w 497"/>
              <a:gd name="T63" fmla="*/ 171017 h 400"/>
              <a:gd name="T64" fmla="*/ 266555 w 497"/>
              <a:gd name="T65" fmla="*/ 171017 h 400"/>
              <a:gd name="T66" fmla="*/ 266555 w 497"/>
              <a:gd name="T67" fmla="*/ 117200 h 400"/>
              <a:gd name="T68" fmla="*/ 467071 w 497"/>
              <a:gd name="T69" fmla="*/ 307351 h 400"/>
              <a:gd name="T70" fmla="*/ 467071 w 497"/>
              <a:gd name="T71" fmla="*/ 307351 h 400"/>
              <a:gd name="T72" fmla="*/ 425046 w 497"/>
              <a:gd name="T73" fmla="*/ 276258 h 400"/>
              <a:gd name="T74" fmla="*/ 457465 w 497"/>
              <a:gd name="T75" fmla="*/ 180584 h 400"/>
              <a:gd name="T76" fmla="*/ 403434 w 497"/>
              <a:gd name="T77" fmla="*/ 117200 h 400"/>
              <a:gd name="T78" fmla="*/ 350603 w 497"/>
              <a:gd name="T79" fmla="*/ 180584 h 400"/>
              <a:gd name="T80" fmla="*/ 383022 w 497"/>
              <a:gd name="T81" fmla="*/ 276258 h 400"/>
              <a:gd name="T82" fmla="*/ 330191 w 497"/>
              <a:gd name="T83" fmla="*/ 307351 h 400"/>
              <a:gd name="T84" fmla="*/ 330191 w 497"/>
              <a:gd name="T85" fmla="*/ 350405 h 400"/>
              <a:gd name="T86" fmla="*/ 477877 w 497"/>
              <a:gd name="T87" fmla="*/ 350405 h 400"/>
              <a:gd name="T88" fmla="*/ 467071 w 497"/>
              <a:gd name="T89" fmla="*/ 307351 h 4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497" h="400">
                <a:moveTo>
                  <a:pt x="443" y="0"/>
                </a:moveTo>
                <a:lnTo>
                  <a:pt x="443" y="0"/>
                </a:lnTo>
                <a:cubicBezTo>
                  <a:pt x="53" y="0"/>
                  <a:pt x="53" y="0"/>
                  <a:pt x="53" y="0"/>
                </a:cubicBezTo>
                <a:cubicBezTo>
                  <a:pt x="17" y="0"/>
                  <a:pt x="0" y="18"/>
                  <a:pt x="0" y="44"/>
                </a:cubicBezTo>
                <a:cubicBezTo>
                  <a:pt x="0" y="346"/>
                  <a:pt x="0" y="346"/>
                  <a:pt x="0" y="346"/>
                </a:cubicBezTo>
                <a:cubicBezTo>
                  <a:pt x="0" y="373"/>
                  <a:pt x="17" y="399"/>
                  <a:pt x="53" y="399"/>
                </a:cubicBezTo>
                <a:cubicBezTo>
                  <a:pt x="443" y="399"/>
                  <a:pt x="443" y="399"/>
                  <a:pt x="443" y="399"/>
                </a:cubicBezTo>
                <a:cubicBezTo>
                  <a:pt x="470" y="399"/>
                  <a:pt x="496" y="373"/>
                  <a:pt x="496" y="346"/>
                </a:cubicBezTo>
                <a:cubicBezTo>
                  <a:pt x="496" y="44"/>
                  <a:pt x="496" y="44"/>
                  <a:pt x="496" y="44"/>
                </a:cubicBezTo>
                <a:cubicBezTo>
                  <a:pt x="496" y="18"/>
                  <a:pt x="470" y="0"/>
                  <a:pt x="443" y="0"/>
                </a:cubicBezTo>
                <a:close/>
                <a:moveTo>
                  <a:pt x="443" y="346"/>
                </a:moveTo>
                <a:lnTo>
                  <a:pt x="443" y="346"/>
                </a:lnTo>
                <a:cubicBezTo>
                  <a:pt x="53" y="346"/>
                  <a:pt x="53" y="346"/>
                  <a:pt x="53" y="346"/>
                </a:cubicBezTo>
                <a:cubicBezTo>
                  <a:pt x="53" y="44"/>
                  <a:pt x="53" y="44"/>
                  <a:pt x="53" y="44"/>
                </a:cubicBezTo>
                <a:cubicBezTo>
                  <a:pt x="443" y="44"/>
                  <a:pt x="443" y="44"/>
                  <a:pt x="443" y="44"/>
                </a:cubicBezTo>
                <a:lnTo>
                  <a:pt x="443" y="346"/>
                </a:lnTo>
                <a:close/>
                <a:moveTo>
                  <a:pt x="222" y="249"/>
                </a:moveTo>
                <a:lnTo>
                  <a:pt x="222" y="249"/>
                </a:lnTo>
                <a:cubicBezTo>
                  <a:pt x="97" y="249"/>
                  <a:pt x="97" y="249"/>
                  <a:pt x="97" y="249"/>
                </a:cubicBezTo>
                <a:cubicBezTo>
                  <a:pt x="97" y="293"/>
                  <a:pt x="97" y="293"/>
                  <a:pt x="97" y="293"/>
                </a:cubicBezTo>
                <a:cubicBezTo>
                  <a:pt x="222" y="293"/>
                  <a:pt x="222" y="293"/>
                  <a:pt x="222" y="293"/>
                </a:cubicBezTo>
                <a:lnTo>
                  <a:pt x="222" y="249"/>
                </a:lnTo>
                <a:close/>
                <a:moveTo>
                  <a:pt x="222" y="178"/>
                </a:moveTo>
                <a:lnTo>
                  <a:pt x="222" y="178"/>
                </a:lnTo>
                <a:cubicBezTo>
                  <a:pt x="97" y="178"/>
                  <a:pt x="97" y="178"/>
                  <a:pt x="97" y="178"/>
                </a:cubicBezTo>
                <a:cubicBezTo>
                  <a:pt x="97" y="222"/>
                  <a:pt x="97" y="222"/>
                  <a:pt x="97" y="222"/>
                </a:cubicBezTo>
                <a:cubicBezTo>
                  <a:pt x="222" y="222"/>
                  <a:pt x="222" y="222"/>
                  <a:pt x="222" y="222"/>
                </a:cubicBezTo>
                <a:lnTo>
                  <a:pt x="222" y="178"/>
                </a:lnTo>
                <a:close/>
                <a:moveTo>
                  <a:pt x="222" y="98"/>
                </a:moveTo>
                <a:lnTo>
                  <a:pt x="222" y="98"/>
                </a:lnTo>
                <a:cubicBezTo>
                  <a:pt x="97" y="98"/>
                  <a:pt x="97" y="98"/>
                  <a:pt x="97" y="98"/>
                </a:cubicBezTo>
                <a:cubicBezTo>
                  <a:pt x="97" y="143"/>
                  <a:pt x="97" y="143"/>
                  <a:pt x="97" y="143"/>
                </a:cubicBezTo>
                <a:cubicBezTo>
                  <a:pt x="222" y="143"/>
                  <a:pt x="222" y="143"/>
                  <a:pt x="222" y="143"/>
                </a:cubicBezTo>
                <a:lnTo>
                  <a:pt x="222" y="98"/>
                </a:lnTo>
                <a:close/>
                <a:moveTo>
                  <a:pt x="389" y="257"/>
                </a:moveTo>
                <a:lnTo>
                  <a:pt x="389" y="257"/>
                </a:lnTo>
                <a:cubicBezTo>
                  <a:pt x="389" y="257"/>
                  <a:pt x="354" y="249"/>
                  <a:pt x="354" y="231"/>
                </a:cubicBezTo>
                <a:cubicBezTo>
                  <a:pt x="354" y="204"/>
                  <a:pt x="381" y="196"/>
                  <a:pt x="381" y="151"/>
                </a:cubicBezTo>
                <a:cubicBezTo>
                  <a:pt x="381" y="125"/>
                  <a:pt x="372" y="98"/>
                  <a:pt x="336" y="98"/>
                </a:cubicBezTo>
                <a:cubicBezTo>
                  <a:pt x="301" y="98"/>
                  <a:pt x="292" y="125"/>
                  <a:pt x="292" y="151"/>
                </a:cubicBezTo>
                <a:cubicBezTo>
                  <a:pt x="292" y="196"/>
                  <a:pt x="319" y="204"/>
                  <a:pt x="319" y="231"/>
                </a:cubicBezTo>
                <a:cubicBezTo>
                  <a:pt x="319" y="249"/>
                  <a:pt x="275" y="257"/>
                  <a:pt x="275" y="257"/>
                </a:cubicBezTo>
                <a:lnTo>
                  <a:pt x="275" y="293"/>
                </a:lnTo>
                <a:cubicBezTo>
                  <a:pt x="398" y="293"/>
                  <a:pt x="398" y="293"/>
                  <a:pt x="398" y="293"/>
                </a:cubicBezTo>
                <a:cubicBezTo>
                  <a:pt x="398" y="293"/>
                  <a:pt x="398" y="257"/>
                  <a:pt x="389" y="25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lIns="45712" tIns="22856" rIns="45712" bIns="22856" anchor="ctr"/>
          <a:lstStyle/>
          <a:p>
            <a:endParaRPr lang="en-US" sz="900" noProof="0"/>
          </a:p>
        </p:txBody>
      </p:sp>
      <p:sp>
        <p:nvSpPr>
          <p:cNvPr id="5" name="Espace réservé du pied de page 6">
            <a:extLst>
              <a:ext uri="{FF2B5EF4-FFF2-40B4-BE49-F238E27FC236}">
                <a16:creationId xmlns:a16="http://schemas.microsoft.com/office/drawing/2014/main" id="{AA882F6E-8E47-12F5-471E-11DAE44B61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en-US" noProof="0"/>
              <a:t>Strictly confidential</a:t>
            </a:r>
          </a:p>
        </p:txBody>
      </p:sp>
      <p:sp>
        <p:nvSpPr>
          <p:cNvPr id="6" name="Espace réservé de la date 1">
            <a:extLst>
              <a:ext uri="{FF2B5EF4-FFF2-40B4-BE49-F238E27FC236}">
                <a16:creationId xmlns:a16="http://schemas.microsoft.com/office/drawing/2014/main" id="{12307956-9C68-2953-281E-A0FC9A54A1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en-US" noProof="0" dirty="0"/>
              <a:t>Oct 2025</a:t>
            </a:r>
          </a:p>
        </p:txBody>
      </p:sp>
      <p:sp>
        <p:nvSpPr>
          <p:cNvPr id="7" name="Espace réservé du numéro de diapositive 10">
            <a:extLst>
              <a:ext uri="{FF2B5EF4-FFF2-40B4-BE49-F238E27FC236}">
                <a16:creationId xmlns:a16="http://schemas.microsoft.com/office/drawing/2014/main" id="{63AC9B29-DF3F-8E03-D562-72F04DDCB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en-US" noProof="0" smtClean="0"/>
              <a:pPr/>
              <a:t>28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71089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B4F0C54215C349ACC0F1A2F7E2EC94" ma:contentTypeVersion="16" ma:contentTypeDescription="Create a new document." ma:contentTypeScope="" ma:versionID="d586ef68c2c56f4739fa105fa33f8962">
  <xsd:schema xmlns:xsd="http://www.w3.org/2001/XMLSchema" xmlns:xs="http://www.w3.org/2001/XMLSchema" xmlns:p="http://schemas.microsoft.com/office/2006/metadata/properties" xmlns:ns2="d8cfa10e-8765-43c3-9026-2fd25141b05d" xmlns:ns3="c7aa5a6d-3e37-4f9a-ae9d-352831a055a1" targetNamespace="http://schemas.microsoft.com/office/2006/metadata/properties" ma:root="true" ma:fieldsID="2349f7ab93c01fbd71f94b596f2f6642" ns2:_="" ns3:_="">
    <xsd:import namespace="d8cfa10e-8765-43c3-9026-2fd25141b05d"/>
    <xsd:import namespace="c7aa5a6d-3e37-4f9a-ae9d-352831a055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Mois_x002f_Ann_x00e9_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cfa10e-8765-43c3-9026-2fd25141b0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07e7dd8e-940f-49e3-9858-e3dd17596c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ois_x002f_Ann_x00e9_e" ma:index="22" nillable="true" ma:displayName="Mois/Année" ma:format="Dropdown" ma:internalName="Mois_x002f_Ann_x00e9_e">
      <xsd:simpleType>
        <xsd:restriction base="dms:Text">
          <xsd:maxLength value="255"/>
        </xsd:restriction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a5a6d-3e37-4f9a-ae9d-352831a055a1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2fc20eed-7b9a-476e-b579-701e9687174a}" ma:internalName="TaxCatchAll" ma:showField="CatchAllData" ma:web="c7aa5a6d-3e37-4f9a-ae9d-352831a055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8cfa10e-8765-43c3-9026-2fd25141b05d">
      <Terms xmlns="http://schemas.microsoft.com/office/infopath/2007/PartnerControls"/>
    </lcf76f155ced4ddcb4097134ff3c332f>
    <TaxCatchAll xmlns="c7aa5a6d-3e37-4f9a-ae9d-352831a055a1" xsi:nil="true"/>
    <Mois_x002f_Ann_x00e9_e xmlns="d8cfa10e-8765-43c3-9026-2fd25141b05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BB08D92-3F9C-41E6-9AC6-30658068C0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cfa10e-8765-43c3-9026-2fd25141b05d"/>
    <ds:schemaRef ds:uri="c7aa5a6d-3e37-4f9a-ae9d-352831a055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98594E9-77AB-4F35-99A2-A20A0BF9BB61}">
  <ds:schemaRefs>
    <ds:schemaRef ds:uri="http://purl.org/dc/terms/"/>
    <ds:schemaRef ds:uri="http://schemas.openxmlformats.org/package/2006/metadata/core-properties"/>
    <ds:schemaRef ds:uri="d8cfa10e-8765-43c3-9026-2fd25141b05d"/>
    <ds:schemaRef ds:uri="http://schemas.microsoft.com/office/2006/documentManagement/types"/>
    <ds:schemaRef ds:uri="http://purl.org/dc/elements/1.1/"/>
    <ds:schemaRef ds:uri="c7aa5a6d-3e37-4f9a-ae9d-352831a055a1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595EAEC-7F91-419F-ABD9-843E8114352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14779</TotalTime>
  <Words>560</Words>
  <Application>Microsoft Office PowerPoint</Application>
  <PresentationFormat>Grand écran</PresentationFormat>
  <Paragraphs>164</Paragraphs>
  <Slides>28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5" baseType="lpstr">
      <vt:lpstr>Aptos</vt:lpstr>
      <vt:lpstr>Aptos Light</vt:lpstr>
      <vt:lpstr>Arial</vt:lpstr>
      <vt:lpstr>Calibri</vt:lpstr>
      <vt:lpstr>Calibri bold</vt:lpstr>
      <vt:lpstr>Calibri Light</vt:lpstr>
      <vt:lpstr>Office Theme</vt:lpstr>
      <vt:lpstr>Présentation PowerPoint</vt:lpstr>
      <vt:lpstr>Q3 2025 - Executive Summary</vt:lpstr>
      <vt:lpstr>Q3 2025 - Executive Summary</vt:lpstr>
      <vt:lpstr>Executive summary  Total leads and growth Year-Over-Year</vt:lpstr>
      <vt:lpstr>Executive summary  NC leads and growth Year-Over-Year</vt:lpstr>
      <vt:lpstr>Leads by Purchase Project – xP brands</vt:lpstr>
      <vt:lpstr>Leads by Purchase Project– xF brands</vt:lpstr>
      <vt:lpstr>Sales Focus</vt:lpstr>
      <vt:lpstr>NC Sales Conversion Leads from 01/01 to 30/06/2025</vt:lpstr>
      <vt:lpstr>Visibilité PDV xF Site de reprise</vt:lpstr>
      <vt:lpstr>NC Sales Conversion Leads from Jan to June 25  </vt:lpstr>
      <vt:lpstr>Brand Focus</vt:lpstr>
      <vt:lpstr>Focus Q3 : Traffic &amp; leads by brands xP</vt:lpstr>
      <vt:lpstr>Focus Q3 : Traffic &amp; leads by brands xF</vt:lpstr>
      <vt:lpstr>Présentation PowerPoint</vt:lpstr>
      <vt:lpstr>YTD Leads Trends</vt:lpstr>
      <vt:lpstr>Q3 Trade In Performance - Traffic</vt:lpstr>
      <vt:lpstr>Q3 Trade In Performance – Leads</vt:lpstr>
      <vt:lpstr>Q3 Trade In Performance – CTA</vt:lpstr>
      <vt:lpstr>S1 Trade In Performance – Leads</vt:lpstr>
      <vt:lpstr>Présentation PowerPoint</vt:lpstr>
      <vt:lpstr>YTD Leads Trends</vt:lpstr>
      <vt:lpstr>Q3 Trade In Performance - Traffic</vt:lpstr>
      <vt:lpstr>Leads by marketing channel</vt:lpstr>
      <vt:lpstr>Q3 Trade In Performance – CTA</vt:lpstr>
      <vt:lpstr>Performance improvement  Ongoing topics</vt:lpstr>
      <vt:lpstr>RETEX - CTA Sales Performance Showroom CTA 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EmmanuelLabi@autobiz.com</dc:creator>
  <cp:lastModifiedBy>Safiatou MORO</cp:lastModifiedBy>
  <cp:revision>12</cp:revision>
  <cp:lastPrinted>2025-10-08T08:43:02Z</cp:lastPrinted>
  <dcterms:created xsi:type="dcterms:W3CDTF">2019-05-07T08:31:34Z</dcterms:created>
  <dcterms:modified xsi:type="dcterms:W3CDTF">2025-10-21T00:38:56Z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0x0101004AB4F0C54215C349ACC0F1A2F7E2EC94</vt:lpwstr>
  </property>
  <property fmtid="{D5CDD505-2E9C-101B-9397-08002B2CF9AE}" pid="3" name="MediaServiceImageTags">
    <vt:lpwstr/>
  </property>
</Properties>
</file>